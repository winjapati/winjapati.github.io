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8" r:id="rId3"/>
    <p:sldId id="300" r:id="rId4"/>
    <p:sldId id="299" r:id="rId5"/>
    <p:sldId id="294" r:id="rId6"/>
    <p:sldId id="269" r:id="rId7"/>
    <p:sldId id="263" r:id="rId8"/>
    <p:sldId id="301" r:id="rId9"/>
    <p:sldId id="297" r:id="rId10"/>
    <p:sldId id="296" r:id="rId11"/>
    <p:sldId id="298" r:id="rId12"/>
    <p:sldId id="267" r:id="rId13"/>
    <p:sldId id="266" r:id="rId14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0B827C-3B29-51F3-8AE4-7882BE6407B2}" v="25" dt="2024-09-06T13:44:16.563"/>
    <p1510:client id="{2C824B78-D199-67E6-F5EC-A9236BDB33DE}" v="2" dt="2024-09-05T23:40:33.2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Relationship Id="rId27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yrd, Andrew M." userId="S::amby222@uky.edu::2d5836b5-4a72-4fdb-bd90-63723c1cd390" providerId="AD" clId="Web-{B0A20F4A-981D-94A1-FC01-812EF5B5365C}"/>
    <pc:docChg chg="delSld modSld">
      <pc:chgData name="Byrd, Andrew M." userId="S::amby222@uky.edu::2d5836b5-4a72-4fdb-bd90-63723c1cd390" providerId="AD" clId="Web-{B0A20F4A-981D-94A1-FC01-812EF5B5365C}" dt="2024-07-28T21:06:26.206" v="22"/>
      <pc:docMkLst>
        <pc:docMk/>
      </pc:docMkLst>
      <pc:sldChg chg="modSp del">
        <pc:chgData name="Byrd, Andrew M." userId="S::amby222@uky.edu::2d5836b5-4a72-4fdb-bd90-63723c1cd390" providerId="AD" clId="Web-{B0A20F4A-981D-94A1-FC01-812EF5B5365C}" dt="2024-07-28T21:06:00.236" v="14" actId="20577"/>
        <pc:sldMkLst>
          <pc:docMk/>
          <pc:sldMk cId="0" sldId="256"/>
        </pc:sldMkLst>
        <pc:spChg chg="mod">
          <ac:chgData name="Byrd, Andrew M." userId="S::amby222@uky.edu::2d5836b5-4a72-4fdb-bd90-63723c1cd390" providerId="AD" clId="Web-{B0A20F4A-981D-94A1-FC01-812EF5B5365C}" dt="2024-07-28T21:06:00.236" v="14" actId="20577"/>
          <ac:spMkLst>
            <pc:docMk/>
            <pc:sldMk cId="0" sldId="256"/>
            <ac:spMk id="66" creationId="{00000000-0000-0000-0000-000000000000}"/>
          </ac:spMkLst>
        </pc:spChg>
      </pc:sldChg>
      <pc:sldChg chg="del">
        <pc:chgData name="Byrd, Andrew M." userId="S::amby222@uky.edu::2d5836b5-4a72-4fdb-bd90-63723c1cd390" providerId="AD" clId="Web-{B0A20F4A-981D-94A1-FC01-812EF5B5365C}" dt="2024-07-28T21:06:09.377" v="15"/>
        <pc:sldMkLst>
          <pc:docMk/>
          <pc:sldMk cId="0" sldId="257"/>
        </pc:sldMkLst>
      </pc:sldChg>
      <pc:sldChg chg="del">
        <pc:chgData name="Byrd, Andrew M." userId="S::amby222@uky.edu::2d5836b5-4a72-4fdb-bd90-63723c1cd390" providerId="AD" clId="Web-{B0A20F4A-981D-94A1-FC01-812EF5B5365C}" dt="2024-07-28T21:05:32.282" v="8"/>
        <pc:sldMkLst>
          <pc:docMk/>
          <pc:sldMk cId="0" sldId="258"/>
        </pc:sldMkLst>
      </pc:sldChg>
      <pc:sldChg chg="del">
        <pc:chgData name="Byrd, Andrew M." userId="S::amby222@uky.edu::2d5836b5-4a72-4fdb-bd90-63723c1cd390" providerId="AD" clId="Web-{B0A20F4A-981D-94A1-FC01-812EF5B5365C}" dt="2024-07-28T21:06:11.814" v="19"/>
        <pc:sldMkLst>
          <pc:docMk/>
          <pc:sldMk cId="0" sldId="259"/>
        </pc:sldMkLst>
      </pc:sldChg>
      <pc:sldChg chg="del">
        <pc:chgData name="Byrd, Andrew M." userId="S::amby222@uky.edu::2d5836b5-4a72-4fdb-bd90-63723c1cd390" providerId="AD" clId="Web-{B0A20F4A-981D-94A1-FC01-812EF5B5365C}" dt="2024-07-28T21:06:11.814" v="18"/>
        <pc:sldMkLst>
          <pc:docMk/>
          <pc:sldMk cId="0" sldId="260"/>
        </pc:sldMkLst>
      </pc:sldChg>
      <pc:sldChg chg="del">
        <pc:chgData name="Byrd, Andrew M." userId="S::amby222@uky.edu::2d5836b5-4a72-4fdb-bd90-63723c1cd390" providerId="AD" clId="Web-{B0A20F4A-981D-94A1-FC01-812EF5B5365C}" dt="2024-07-28T21:06:11.814" v="17"/>
        <pc:sldMkLst>
          <pc:docMk/>
          <pc:sldMk cId="0" sldId="261"/>
        </pc:sldMkLst>
      </pc:sldChg>
      <pc:sldChg chg="del">
        <pc:chgData name="Byrd, Andrew M." userId="S::amby222@uky.edu::2d5836b5-4a72-4fdb-bd90-63723c1cd390" providerId="AD" clId="Web-{B0A20F4A-981D-94A1-FC01-812EF5B5365C}" dt="2024-07-28T21:06:11.814" v="16"/>
        <pc:sldMkLst>
          <pc:docMk/>
          <pc:sldMk cId="0" sldId="262"/>
        </pc:sldMkLst>
      </pc:sldChg>
      <pc:sldChg chg="modSp del">
        <pc:chgData name="Byrd, Andrew M." userId="S::amby222@uky.edu::2d5836b5-4a72-4fdb-bd90-63723c1cd390" providerId="AD" clId="Web-{B0A20F4A-981D-94A1-FC01-812EF5B5365C}" dt="2024-07-28T21:06:15.643" v="20" actId="20577"/>
        <pc:sldMkLst>
          <pc:docMk/>
          <pc:sldMk cId="0" sldId="263"/>
        </pc:sldMkLst>
        <pc:spChg chg="mod">
          <ac:chgData name="Byrd, Andrew M." userId="S::amby222@uky.edu::2d5836b5-4a72-4fdb-bd90-63723c1cd390" providerId="AD" clId="Web-{B0A20F4A-981D-94A1-FC01-812EF5B5365C}" dt="2024-07-28T21:06:15.643" v="20" actId="20577"/>
          <ac:spMkLst>
            <pc:docMk/>
            <pc:sldMk cId="0" sldId="263"/>
            <ac:spMk id="108" creationId="{00000000-0000-0000-0000-000000000000}"/>
          </ac:spMkLst>
        </pc:spChg>
      </pc:sldChg>
      <pc:sldChg chg="del">
        <pc:chgData name="Byrd, Andrew M." userId="S::amby222@uky.edu::2d5836b5-4a72-4fdb-bd90-63723c1cd390" providerId="AD" clId="Web-{B0A20F4A-981D-94A1-FC01-812EF5B5365C}" dt="2024-07-28T21:06:26.206" v="22"/>
        <pc:sldMkLst>
          <pc:docMk/>
          <pc:sldMk cId="0" sldId="264"/>
        </pc:sldMkLst>
      </pc:sldChg>
      <pc:sldChg chg="del">
        <pc:chgData name="Byrd, Andrew M." userId="S::amby222@uky.edu::2d5836b5-4a72-4fdb-bd90-63723c1cd390" providerId="AD" clId="Web-{B0A20F4A-981D-94A1-FC01-812EF5B5365C}" dt="2024-07-28T21:06:26.206" v="21"/>
        <pc:sldMkLst>
          <pc:docMk/>
          <pc:sldMk cId="0" sldId="265"/>
        </pc:sldMkLst>
      </pc:sldChg>
      <pc:sldChg chg="del">
        <pc:chgData name="Byrd, Andrew M." userId="S::amby222@uky.edu::2d5836b5-4a72-4fdb-bd90-63723c1cd390" providerId="AD" clId="Web-{B0A20F4A-981D-94A1-FC01-812EF5B5365C}" dt="2024-07-28T21:05:32.282" v="0"/>
        <pc:sldMkLst>
          <pc:docMk/>
          <pc:sldMk cId="0" sldId="266"/>
        </pc:sldMkLst>
      </pc:sldChg>
    </pc:docChg>
  </pc:docChgLst>
  <pc:docChgLst>
    <pc:chgData name="Byrd, Andrew M." userId="S::amby222@uky.edu::2d5836b5-4a72-4fdb-bd90-63723c1cd390" providerId="AD" clId="Web-{25364D5E-A6BE-0B6C-06CB-6D80BC429D84}"/>
    <pc:docChg chg="addSld modSld">
      <pc:chgData name="Byrd, Andrew M." userId="S::amby222@uky.edu::2d5836b5-4a72-4fdb-bd90-63723c1cd390" providerId="AD" clId="Web-{25364D5E-A6BE-0B6C-06CB-6D80BC429D84}" dt="2024-08-15T16:51:25.425" v="82" actId="20577"/>
      <pc:docMkLst>
        <pc:docMk/>
      </pc:docMkLst>
      <pc:sldChg chg="modSp add">
        <pc:chgData name="Byrd, Andrew M." userId="S::amby222@uky.edu::2d5836b5-4a72-4fdb-bd90-63723c1cd390" providerId="AD" clId="Web-{25364D5E-A6BE-0B6C-06CB-6D80BC429D84}" dt="2024-08-15T16:47:03.621" v="49" actId="1076"/>
        <pc:sldMkLst>
          <pc:docMk/>
          <pc:sldMk cId="0" sldId="266"/>
        </pc:sldMkLst>
        <pc:spChg chg="mod">
          <ac:chgData name="Byrd, Andrew M." userId="S::amby222@uky.edu::2d5836b5-4a72-4fdb-bd90-63723c1cd390" providerId="AD" clId="Web-{25364D5E-A6BE-0B6C-06CB-6D80BC429D84}" dt="2024-08-15T16:46:58.590" v="46" actId="20577"/>
          <ac:spMkLst>
            <pc:docMk/>
            <pc:sldMk cId="0" sldId="266"/>
            <ac:spMk id="131" creationId="{00000000-0000-0000-0000-000000000000}"/>
          </ac:spMkLst>
        </pc:spChg>
        <pc:picChg chg="mod modCrop">
          <ac:chgData name="Byrd, Andrew M." userId="S::amby222@uky.edu::2d5836b5-4a72-4fdb-bd90-63723c1cd390" providerId="AD" clId="Web-{25364D5E-A6BE-0B6C-06CB-6D80BC429D84}" dt="2024-08-15T16:47:00.105" v="48" actId="1076"/>
          <ac:picMkLst>
            <pc:docMk/>
            <pc:sldMk cId="0" sldId="266"/>
            <ac:picMk id="129" creationId="{00000000-0000-0000-0000-000000000000}"/>
          </ac:picMkLst>
        </pc:picChg>
        <pc:picChg chg="mod">
          <ac:chgData name="Byrd, Andrew M." userId="S::amby222@uky.edu::2d5836b5-4a72-4fdb-bd90-63723c1cd390" providerId="AD" clId="Web-{25364D5E-A6BE-0B6C-06CB-6D80BC429D84}" dt="2024-08-15T16:47:03.621" v="49" actId="1076"/>
          <ac:picMkLst>
            <pc:docMk/>
            <pc:sldMk cId="0" sldId="266"/>
            <ac:picMk id="130" creationId="{00000000-0000-0000-0000-000000000000}"/>
          </ac:picMkLst>
        </pc:picChg>
      </pc:sldChg>
      <pc:sldChg chg="modSp new">
        <pc:chgData name="Byrd, Andrew M." userId="S::amby222@uky.edu::2d5836b5-4a72-4fdb-bd90-63723c1cd390" providerId="AD" clId="Web-{25364D5E-A6BE-0B6C-06CB-6D80BC429D84}" dt="2024-08-15T16:51:25.425" v="82" actId="20577"/>
        <pc:sldMkLst>
          <pc:docMk/>
          <pc:sldMk cId="4209385373" sldId="298"/>
        </pc:sldMkLst>
        <pc:spChg chg="mod">
          <ac:chgData name="Byrd, Andrew M." userId="S::amby222@uky.edu::2d5836b5-4a72-4fdb-bd90-63723c1cd390" providerId="AD" clId="Web-{25364D5E-A6BE-0B6C-06CB-6D80BC429D84}" dt="2024-08-15T16:50:50.440" v="62" actId="20577"/>
          <ac:spMkLst>
            <pc:docMk/>
            <pc:sldMk cId="4209385373" sldId="298"/>
            <ac:spMk id="2" creationId="{6A465510-7CF3-3E5B-68DA-72BC750A168E}"/>
          </ac:spMkLst>
        </pc:spChg>
        <pc:spChg chg="mod">
          <ac:chgData name="Byrd, Andrew M." userId="S::amby222@uky.edu::2d5836b5-4a72-4fdb-bd90-63723c1cd390" providerId="AD" clId="Web-{25364D5E-A6BE-0B6C-06CB-6D80BC429D84}" dt="2024-08-15T16:51:25.425" v="82" actId="20577"/>
          <ac:spMkLst>
            <pc:docMk/>
            <pc:sldMk cId="4209385373" sldId="298"/>
            <ac:spMk id="3" creationId="{AB5E20CE-2BF5-FEB8-46A4-5521C4EEA5D2}"/>
          </ac:spMkLst>
        </pc:spChg>
      </pc:sldChg>
    </pc:docChg>
  </pc:docChgLst>
  <pc:docChgLst>
    <pc:chgData name="Byrd, Andrew M." userId="S::amby222@uky.edu::2d5836b5-4a72-4fdb-bd90-63723c1cd390" providerId="AD" clId="Web-{D0736907-E651-D2DF-4A63-5434588B0D34}"/>
    <pc:docChg chg="addSld">
      <pc:chgData name="Byrd, Andrew M." userId="S::amby222@uky.edu::2d5836b5-4a72-4fdb-bd90-63723c1cd390" providerId="AD" clId="Web-{D0736907-E651-D2DF-4A63-5434588B0D34}" dt="2024-08-15T16:42:11.303" v="0"/>
      <pc:docMkLst>
        <pc:docMk/>
      </pc:docMkLst>
      <pc:sldChg chg="add">
        <pc:chgData name="Byrd, Andrew M." userId="S::amby222@uky.edu::2d5836b5-4a72-4fdb-bd90-63723c1cd390" providerId="AD" clId="Web-{D0736907-E651-D2DF-4A63-5434588B0D34}" dt="2024-08-15T16:42:11.303" v="0"/>
        <pc:sldMkLst>
          <pc:docMk/>
          <pc:sldMk cId="1150101023" sldId="297"/>
        </pc:sldMkLst>
      </pc:sldChg>
    </pc:docChg>
  </pc:docChgLst>
  <pc:docChgLst>
    <pc:chgData name="Byrd, Andrew M." userId="S::amby222@uky.edu::2d5836b5-4a72-4fdb-bd90-63723c1cd390" providerId="AD" clId="Web-{130B827C-3B29-51F3-8AE4-7882BE6407B2}"/>
    <pc:docChg chg="addSld modSld sldOrd">
      <pc:chgData name="Byrd, Andrew M." userId="S::amby222@uky.edu::2d5836b5-4a72-4fdb-bd90-63723c1cd390" providerId="AD" clId="Web-{130B827C-3B29-51F3-8AE4-7882BE6407B2}" dt="2024-09-06T13:44:16.563" v="23"/>
      <pc:docMkLst>
        <pc:docMk/>
      </pc:docMkLst>
      <pc:sldChg chg="delSp modSp new ord">
        <pc:chgData name="Byrd, Andrew M." userId="S::amby222@uky.edu::2d5836b5-4a72-4fdb-bd90-63723c1cd390" providerId="AD" clId="Web-{130B827C-3B29-51F3-8AE4-7882BE6407B2}" dt="2024-09-06T13:44:16.563" v="23"/>
        <pc:sldMkLst>
          <pc:docMk/>
          <pc:sldMk cId="3645977991" sldId="301"/>
        </pc:sldMkLst>
        <pc:spChg chg="mod">
          <ac:chgData name="Byrd, Andrew M." userId="S::amby222@uky.edu::2d5836b5-4a72-4fdb-bd90-63723c1cd390" providerId="AD" clId="Web-{130B827C-3B29-51F3-8AE4-7882BE6407B2}" dt="2024-09-06T13:44:15.266" v="22" actId="20577"/>
          <ac:spMkLst>
            <pc:docMk/>
            <pc:sldMk cId="3645977991" sldId="301"/>
            <ac:spMk id="2" creationId="{18C47357-9E1E-C964-7C14-BB5C722E4BBD}"/>
          </ac:spMkLst>
        </pc:spChg>
        <pc:spChg chg="del">
          <ac:chgData name="Byrd, Andrew M." userId="S::amby222@uky.edu::2d5836b5-4a72-4fdb-bd90-63723c1cd390" providerId="AD" clId="Web-{130B827C-3B29-51F3-8AE4-7882BE6407B2}" dt="2024-09-06T13:44:16.563" v="23"/>
          <ac:spMkLst>
            <pc:docMk/>
            <pc:sldMk cId="3645977991" sldId="301"/>
            <ac:spMk id="3" creationId="{B6F548A5-23CE-6DBF-DF05-020CDFD45B7F}"/>
          </ac:spMkLst>
        </pc:spChg>
      </pc:sldChg>
    </pc:docChg>
  </pc:docChgLst>
  <pc:docChgLst>
    <pc:chgData name="Byrd, Andrew M." userId="S::amby222@uky.edu::2d5836b5-4a72-4fdb-bd90-63723c1cd390" providerId="AD" clId="Web-{990DCACA-1FD6-4591-7B64-D62883D0E078}"/>
    <pc:docChg chg="addSld delSld modSld">
      <pc:chgData name="Byrd, Andrew M." userId="S::amby222@uky.edu::2d5836b5-4a72-4fdb-bd90-63723c1cd390" providerId="AD" clId="Web-{990DCACA-1FD6-4591-7B64-D62883D0E078}" dt="2024-08-14T17:06:39.307" v="10" actId="20577"/>
      <pc:docMkLst>
        <pc:docMk/>
      </pc:docMkLst>
      <pc:sldChg chg="modSp">
        <pc:chgData name="Byrd, Andrew M." userId="S::amby222@uky.edu::2d5836b5-4a72-4fdb-bd90-63723c1cd390" providerId="AD" clId="Web-{990DCACA-1FD6-4591-7B64-D62883D0E078}" dt="2024-08-14T17:06:39.307" v="10" actId="20577"/>
        <pc:sldMkLst>
          <pc:docMk/>
          <pc:sldMk cId="0" sldId="258"/>
        </pc:sldMkLst>
        <pc:spChg chg="mod">
          <ac:chgData name="Byrd, Andrew M." userId="S::amby222@uky.edu::2d5836b5-4a72-4fdb-bd90-63723c1cd390" providerId="AD" clId="Web-{990DCACA-1FD6-4591-7B64-D62883D0E078}" dt="2024-08-14T17:06:39.307" v="10" actId="20577"/>
          <ac:spMkLst>
            <pc:docMk/>
            <pc:sldMk cId="0" sldId="258"/>
            <ac:spMk id="79" creationId="{00000000-0000-0000-0000-000000000000}"/>
          </ac:spMkLst>
        </pc:spChg>
      </pc:sldChg>
      <pc:sldChg chg="del">
        <pc:chgData name="Byrd, Andrew M." userId="S::amby222@uky.edu::2d5836b5-4a72-4fdb-bd90-63723c1cd390" providerId="AD" clId="Web-{990DCACA-1FD6-4591-7B64-D62883D0E078}" dt="2024-08-14T17:05:38.932" v="0"/>
        <pc:sldMkLst>
          <pc:docMk/>
          <pc:sldMk cId="0" sldId="266"/>
        </pc:sldMkLst>
      </pc:sldChg>
      <pc:sldChg chg="addSp delSp modSp add replId">
        <pc:chgData name="Byrd, Andrew M." userId="S::amby222@uky.edu::2d5836b5-4a72-4fdb-bd90-63723c1cd390" providerId="AD" clId="Web-{990DCACA-1FD6-4591-7B64-D62883D0E078}" dt="2024-08-14T17:06:15.963" v="8"/>
        <pc:sldMkLst>
          <pc:docMk/>
          <pc:sldMk cId="242746361" sldId="268"/>
        </pc:sldMkLst>
        <pc:spChg chg="add del mod">
          <ac:chgData name="Byrd, Andrew M." userId="S::amby222@uky.edu::2d5836b5-4a72-4fdb-bd90-63723c1cd390" providerId="AD" clId="Web-{990DCACA-1FD6-4591-7B64-D62883D0E078}" dt="2024-08-14T17:06:15.963" v="8"/>
          <ac:spMkLst>
            <pc:docMk/>
            <pc:sldMk cId="242746361" sldId="268"/>
            <ac:spMk id="3" creationId="{8B265987-6746-ADB9-6ADD-2F41F53BE427}"/>
          </ac:spMkLst>
        </pc:spChg>
        <pc:spChg chg="mod">
          <ac:chgData name="Byrd, Andrew M." userId="S::amby222@uky.edu::2d5836b5-4a72-4fdb-bd90-63723c1cd390" providerId="AD" clId="Web-{990DCACA-1FD6-4591-7B64-D62883D0E078}" dt="2024-08-14T17:06:08.776" v="5" actId="20577"/>
          <ac:spMkLst>
            <pc:docMk/>
            <pc:sldMk cId="242746361" sldId="268"/>
            <ac:spMk id="78" creationId="{00000000-0000-0000-0000-000000000000}"/>
          </ac:spMkLst>
        </pc:spChg>
        <pc:spChg chg="del mod">
          <ac:chgData name="Byrd, Andrew M." userId="S::amby222@uky.edu::2d5836b5-4a72-4fdb-bd90-63723c1cd390" providerId="AD" clId="Web-{990DCACA-1FD6-4591-7B64-D62883D0E078}" dt="2024-08-14T17:06:14.229" v="7"/>
          <ac:spMkLst>
            <pc:docMk/>
            <pc:sldMk cId="242746361" sldId="268"/>
            <ac:spMk id="79" creationId="{00000000-0000-0000-0000-000000000000}"/>
          </ac:spMkLst>
        </pc:spChg>
      </pc:sldChg>
    </pc:docChg>
  </pc:docChgLst>
  <pc:docChgLst>
    <pc:chgData name="Byrd, Andrew M." userId="S::amby222@uky.edu::2d5836b5-4a72-4fdb-bd90-63723c1cd390" providerId="AD" clId="Web-{1E8D2B0B-B9FC-799B-DC9A-F482DE2520A2}"/>
    <pc:docChg chg="addSld delSld modSld sldOrd">
      <pc:chgData name="Byrd, Andrew M." userId="S::amby222@uky.edu::2d5836b5-4a72-4fdb-bd90-63723c1cd390" providerId="AD" clId="Web-{1E8D2B0B-B9FC-799B-DC9A-F482DE2520A2}" dt="2024-08-15T16:41:27.253" v="98" actId="20577"/>
      <pc:docMkLst>
        <pc:docMk/>
      </pc:docMkLst>
      <pc:sldChg chg="modSp">
        <pc:chgData name="Byrd, Andrew M." userId="S::amby222@uky.edu::2d5836b5-4a72-4fdb-bd90-63723c1cd390" providerId="AD" clId="Web-{1E8D2B0B-B9FC-799B-DC9A-F482DE2520A2}" dt="2024-08-15T16:41:27.253" v="98" actId="20577"/>
        <pc:sldMkLst>
          <pc:docMk/>
          <pc:sldMk cId="0" sldId="263"/>
        </pc:sldMkLst>
        <pc:spChg chg="mod">
          <ac:chgData name="Byrd, Andrew M." userId="S::amby222@uky.edu::2d5836b5-4a72-4fdb-bd90-63723c1cd390" providerId="AD" clId="Web-{1E8D2B0B-B9FC-799B-DC9A-F482DE2520A2}" dt="2024-08-15T16:41:27.253" v="98" actId="20577"/>
          <ac:spMkLst>
            <pc:docMk/>
            <pc:sldMk cId="0" sldId="263"/>
            <ac:spMk id="109" creationId="{00000000-0000-0000-0000-000000000000}"/>
          </ac:spMkLst>
        </pc:spChg>
      </pc:sldChg>
      <pc:sldChg chg="ord">
        <pc:chgData name="Byrd, Andrew M." userId="S::amby222@uky.edu::2d5836b5-4a72-4fdb-bd90-63723c1cd390" providerId="AD" clId="Web-{1E8D2B0B-B9FC-799B-DC9A-F482DE2520A2}" dt="2024-08-15T16:41:06.112" v="81"/>
        <pc:sldMkLst>
          <pc:docMk/>
          <pc:sldMk cId="242746361" sldId="268"/>
        </pc:sldMkLst>
      </pc:sldChg>
      <pc:sldChg chg="modSp new">
        <pc:chgData name="Byrd, Andrew M." userId="S::amby222@uky.edu::2d5836b5-4a72-4fdb-bd90-63723c1cd390" providerId="AD" clId="Web-{1E8D2B0B-B9FC-799B-DC9A-F482DE2520A2}" dt="2024-08-15T16:39:44.500" v="60" actId="20577"/>
        <pc:sldMkLst>
          <pc:docMk/>
          <pc:sldMk cId="3808979150" sldId="269"/>
        </pc:sldMkLst>
        <pc:spChg chg="mod">
          <ac:chgData name="Byrd, Andrew M." userId="S::amby222@uky.edu::2d5836b5-4a72-4fdb-bd90-63723c1cd390" providerId="AD" clId="Web-{1E8D2B0B-B9FC-799B-DC9A-F482DE2520A2}" dt="2024-08-15T16:36:56.777" v="31" actId="1076"/>
          <ac:spMkLst>
            <pc:docMk/>
            <pc:sldMk cId="3808979150" sldId="269"/>
            <ac:spMk id="2" creationId="{729FABCD-EF9F-3886-1ADA-E50CD15BC32F}"/>
          </ac:spMkLst>
        </pc:spChg>
        <pc:spChg chg="mod">
          <ac:chgData name="Byrd, Andrew M." userId="S::amby222@uky.edu::2d5836b5-4a72-4fdb-bd90-63723c1cd390" providerId="AD" clId="Web-{1E8D2B0B-B9FC-799B-DC9A-F482DE2520A2}" dt="2024-08-15T16:39:44.500" v="60" actId="20577"/>
          <ac:spMkLst>
            <pc:docMk/>
            <pc:sldMk cId="3808979150" sldId="269"/>
            <ac:spMk id="3" creationId="{52881D6B-435C-A07E-45AA-2B8AD65EFADD}"/>
          </ac:spMkLst>
        </pc:spChg>
      </pc:sldChg>
      <pc:sldChg chg="modSp add">
        <pc:chgData name="Byrd, Andrew M." userId="S::amby222@uky.edu::2d5836b5-4a72-4fdb-bd90-63723c1cd390" providerId="AD" clId="Web-{1E8D2B0B-B9FC-799B-DC9A-F482DE2520A2}" dt="2024-08-15T16:30:47.942" v="9" actId="20577"/>
        <pc:sldMkLst>
          <pc:docMk/>
          <pc:sldMk cId="3696117519" sldId="294"/>
        </pc:sldMkLst>
        <pc:spChg chg="mod">
          <ac:chgData name="Byrd, Andrew M." userId="S::amby222@uky.edu::2d5836b5-4a72-4fdb-bd90-63723c1cd390" providerId="AD" clId="Web-{1E8D2B0B-B9FC-799B-DC9A-F482DE2520A2}" dt="2024-08-15T16:30:47.942" v="9" actId="20577"/>
          <ac:spMkLst>
            <pc:docMk/>
            <pc:sldMk cId="3696117519" sldId="294"/>
            <ac:spMk id="152" creationId="{00000000-0000-0000-0000-000000000000}"/>
          </ac:spMkLst>
        </pc:spChg>
      </pc:sldChg>
      <pc:sldChg chg="modSp new del">
        <pc:chgData name="Byrd, Andrew M." userId="S::amby222@uky.edu::2d5836b5-4a72-4fdb-bd90-63723c1cd390" providerId="AD" clId="Web-{1E8D2B0B-B9FC-799B-DC9A-F482DE2520A2}" dt="2024-08-15T16:40:09.501" v="75"/>
        <pc:sldMkLst>
          <pc:docMk/>
          <pc:sldMk cId="793255532" sldId="295"/>
        </pc:sldMkLst>
        <pc:spChg chg="mod">
          <ac:chgData name="Byrd, Andrew M." userId="S::amby222@uky.edu::2d5836b5-4a72-4fdb-bd90-63723c1cd390" providerId="AD" clId="Web-{1E8D2B0B-B9FC-799B-DC9A-F482DE2520A2}" dt="2024-08-15T16:39:57.469" v="74" actId="20577"/>
          <ac:spMkLst>
            <pc:docMk/>
            <pc:sldMk cId="793255532" sldId="295"/>
            <ac:spMk id="2" creationId="{FA620495-01B8-8228-F2B8-AC56E4823017}"/>
          </ac:spMkLst>
        </pc:spChg>
      </pc:sldChg>
      <pc:sldChg chg="new del">
        <pc:chgData name="Byrd, Andrew M." userId="S::amby222@uky.edu::2d5836b5-4a72-4fdb-bd90-63723c1cd390" providerId="AD" clId="Web-{1E8D2B0B-B9FC-799B-DC9A-F482DE2520A2}" dt="2024-08-15T16:41:13.612" v="82"/>
        <pc:sldMkLst>
          <pc:docMk/>
          <pc:sldMk cId="4089228536" sldId="295"/>
        </pc:sldMkLst>
      </pc:sldChg>
      <pc:sldChg chg="modSp add replId">
        <pc:chgData name="Byrd, Andrew M." userId="S::amby222@uky.edu::2d5836b5-4a72-4fdb-bd90-63723c1cd390" providerId="AD" clId="Web-{1E8D2B0B-B9FC-799B-DC9A-F482DE2520A2}" dt="2024-08-15T16:40:30.720" v="80" actId="20577"/>
        <pc:sldMkLst>
          <pc:docMk/>
          <pc:sldMk cId="1127945334" sldId="296"/>
        </pc:sldMkLst>
        <pc:spChg chg="mod">
          <ac:chgData name="Byrd, Andrew M." userId="S::amby222@uky.edu::2d5836b5-4a72-4fdb-bd90-63723c1cd390" providerId="AD" clId="Web-{1E8D2B0B-B9FC-799B-DC9A-F482DE2520A2}" dt="2024-08-15T16:40:30.720" v="80" actId="20577"/>
          <ac:spMkLst>
            <pc:docMk/>
            <pc:sldMk cId="1127945334" sldId="296"/>
            <ac:spMk id="2" creationId="{729FABCD-EF9F-3886-1ADA-E50CD15BC32F}"/>
          </ac:spMkLst>
        </pc:spChg>
      </pc:sldChg>
    </pc:docChg>
  </pc:docChgLst>
  <pc:docChgLst>
    <pc:chgData name="Byrd, Andrew M." userId="S::amby222@uky.edu::2d5836b5-4a72-4fdb-bd90-63723c1cd390" providerId="AD" clId="Web-{1775B14B-E14F-DDB3-24EE-040CEAA97B67}"/>
    <pc:docChg chg="addSld modSld sldOrd">
      <pc:chgData name="Byrd, Andrew M." userId="S::amby222@uky.edu::2d5836b5-4a72-4fdb-bd90-63723c1cd390" providerId="AD" clId="Web-{1775B14B-E14F-DDB3-24EE-040CEAA97B67}" dt="2024-07-30T17:16:59.873" v="90" actId="20577"/>
      <pc:docMkLst>
        <pc:docMk/>
      </pc:docMkLst>
      <pc:sldChg chg="modSp">
        <pc:chgData name="Byrd, Andrew M." userId="S::amby222@uky.edu::2d5836b5-4a72-4fdb-bd90-63723c1cd390" providerId="AD" clId="Web-{1775B14B-E14F-DDB3-24EE-040CEAA97B67}" dt="2024-07-30T17:16:07.637" v="39" actId="20577"/>
        <pc:sldMkLst>
          <pc:docMk/>
          <pc:sldMk cId="0" sldId="258"/>
        </pc:sldMkLst>
        <pc:spChg chg="mod">
          <ac:chgData name="Byrd, Andrew M." userId="S::amby222@uky.edu::2d5836b5-4a72-4fdb-bd90-63723c1cd390" providerId="AD" clId="Web-{1775B14B-E14F-DDB3-24EE-040CEAA97B67}" dt="2024-07-30T17:16:07.637" v="39" actId="20577"/>
          <ac:spMkLst>
            <pc:docMk/>
            <pc:sldMk cId="0" sldId="258"/>
            <ac:spMk id="79" creationId="{00000000-0000-0000-0000-000000000000}"/>
          </ac:spMkLst>
        </pc:spChg>
      </pc:sldChg>
      <pc:sldChg chg="modSp add ord replId">
        <pc:chgData name="Byrd, Andrew M." userId="S::amby222@uky.edu::2d5836b5-4a72-4fdb-bd90-63723c1cd390" providerId="AD" clId="Web-{1775B14B-E14F-DDB3-24EE-040CEAA97B67}" dt="2024-07-30T17:16:59.873" v="90" actId="20577"/>
        <pc:sldMkLst>
          <pc:docMk/>
          <pc:sldMk cId="2931871811" sldId="267"/>
        </pc:sldMkLst>
        <pc:spChg chg="mod">
          <ac:chgData name="Byrd, Andrew M." userId="S::amby222@uky.edu::2d5836b5-4a72-4fdb-bd90-63723c1cd390" providerId="AD" clId="Web-{1775B14B-E14F-DDB3-24EE-040CEAA97B67}" dt="2024-07-30T17:16:59.873" v="90" actId="20577"/>
          <ac:spMkLst>
            <pc:docMk/>
            <pc:sldMk cId="2931871811" sldId="267"/>
            <ac:spMk id="79" creationId="{00000000-0000-0000-0000-000000000000}"/>
          </ac:spMkLst>
        </pc:spChg>
      </pc:sldChg>
    </pc:docChg>
  </pc:docChgLst>
  <pc:docChgLst>
    <pc:chgData name="Byrd, Andrew M." userId="S::amby222@uky.edu::2d5836b5-4a72-4fdb-bd90-63723c1cd390" providerId="AD" clId="Web-{910366BB-FED4-F599-1B4F-099617A26E89}"/>
    <pc:docChg chg="addSld modSld sldOrd">
      <pc:chgData name="Byrd, Andrew M." userId="S::amby222@uky.edu::2d5836b5-4a72-4fdb-bd90-63723c1cd390" providerId="AD" clId="Web-{910366BB-FED4-F599-1B4F-099617A26E89}" dt="2024-09-04T13:32:23.104" v="24" actId="20577"/>
      <pc:docMkLst>
        <pc:docMk/>
      </pc:docMkLst>
      <pc:sldChg chg="modSp">
        <pc:chgData name="Byrd, Andrew M." userId="S::amby222@uky.edu::2d5836b5-4a72-4fdb-bd90-63723c1cd390" providerId="AD" clId="Web-{910366BB-FED4-F599-1B4F-099617A26E89}" dt="2024-09-04T13:32:23.104" v="24" actId="20577"/>
        <pc:sldMkLst>
          <pc:docMk/>
          <pc:sldMk cId="0" sldId="258"/>
        </pc:sldMkLst>
        <pc:spChg chg="mod">
          <ac:chgData name="Byrd, Andrew M." userId="S::amby222@uky.edu::2d5836b5-4a72-4fdb-bd90-63723c1cd390" providerId="AD" clId="Web-{910366BB-FED4-F599-1B4F-099617A26E89}" dt="2024-09-04T13:32:23.104" v="24" actId="20577"/>
          <ac:spMkLst>
            <pc:docMk/>
            <pc:sldMk cId="0" sldId="258"/>
            <ac:spMk id="79" creationId="{00000000-0000-0000-0000-000000000000}"/>
          </ac:spMkLst>
        </pc:spChg>
      </pc:sldChg>
      <pc:sldChg chg="modSp">
        <pc:chgData name="Byrd, Andrew M." userId="S::amby222@uky.edu::2d5836b5-4a72-4fdb-bd90-63723c1cd390" providerId="AD" clId="Web-{910366BB-FED4-F599-1B4F-099617A26E89}" dt="2024-09-04T13:31:42.649" v="13" actId="20577"/>
        <pc:sldMkLst>
          <pc:docMk/>
          <pc:sldMk cId="4209385373" sldId="298"/>
        </pc:sldMkLst>
        <pc:spChg chg="mod">
          <ac:chgData name="Byrd, Andrew M." userId="S::amby222@uky.edu::2d5836b5-4a72-4fdb-bd90-63723c1cd390" providerId="AD" clId="Web-{910366BB-FED4-F599-1B4F-099617A26E89}" dt="2024-09-04T13:31:42.649" v="13" actId="20577"/>
          <ac:spMkLst>
            <pc:docMk/>
            <pc:sldMk cId="4209385373" sldId="298"/>
            <ac:spMk id="3" creationId="{AB5E20CE-2BF5-FEB8-46A4-5521C4EEA5D2}"/>
          </ac:spMkLst>
        </pc:spChg>
      </pc:sldChg>
      <pc:sldChg chg="modSp add replId">
        <pc:chgData name="Byrd, Andrew M." userId="S::amby222@uky.edu::2d5836b5-4a72-4fdb-bd90-63723c1cd390" providerId="AD" clId="Web-{910366BB-FED4-F599-1B4F-099617A26E89}" dt="2024-09-04T13:31:36.008" v="7" actId="20577"/>
        <pc:sldMkLst>
          <pc:docMk/>
          <pc:sldMk cId="827006954" sldId="299"/>
        </pc:sldMkLst>
        <pc:spChg chg="mod">
          <ac:chgData name="Byrd, Andrew M." userId="S::amby222@uky.edu::2d5836b5-4a72-4fdb-bd90-63723c1cd390" providerId="AD" clId="Web-{910366BB-FED4-F599-1B4F-099617A26E89}" dt="2024-09-04T13:31:36.008" v="7" actId="20577"/>
          <ac:spMkLst>
            <pc:docMk/>
            <pc:sldMk cId="827006954" sldId="299"/>
            <ac:spMk id="2" creationId="{6A465510-7CF3-3E5B-68DA-72BC750A168E}"/>
          </ac:spMkLst>
        </pc:spChg>
        <pc:spChg chg="mod">
          <ac:chgData name="Byrd, Andrew M." userId="S::amby222@uky.edu::2d5836b5-4a72-4fdb-bd90-63723c1cd390" providerId="AD" clId="Web-{910366BB-FED4-F599-1B4F-099617A26E89}" dt="2024-09-04T13:31:32.977" v="6" actId="20577"/>
          <ac:spMkLst>
            <pc:docMk/>
            <pc:sldMk cId="827006954" sldId="299"/>
            <ac:spMk id="3" creationId="{AB5E20CE-2BF5-FEB8-46A4-5521C4EEA5D2}"/>
          </ac:spMkLst>
        </pc:spChg>
      </pc:sldChg>
      <pc:sldChg chg="modSp add ord replId">
        <pc:chgData name="Byrd, Andrew M." userId="S::amby222@uky.edu::2d5836b5-4a72-4fdb-bd90-63723c1cd390" providerId="AD" clId="Web-{910366BB-FED4-F599-1B4F-099617A26E89}" dt="2024-09-04T13:32:15.338" v="21"/>
        <pc:sldMkLst>
          <pc:docMk/>
          <pc:sldMk cId="3349335949" sldId="300"/>
        </pc:sldMkLst>
        <pc:spChg chg="mod">
          <ac:chgData name="Byrd, Andrew M." userId="S::amby222@uky.edu::2d5836b5-4a72-4fdb-bd90-63723c1cd390" providerId="AD" clId="Web-{910366BB-FED4-F599-1B4F-099617A26E89}" dt="2024-09-04T13:32:03.541" v="15" actId="20577"/>
          <ac:spMkLst>
            <pc:docMk/>
            <pc:sldMk cId="3349335949" sldId="300"/>
            <ac:spMk id="78" creationId="{00000000-0000-0000-0000-000000000000}"/>
          </ac:spMkLst>
        </pc:spChg>
        <pc:spChg chg="mod">
          <ac:chgData name="Byrd, Andrew M." userId="S::amby222@uky.edu::2d5836b5-4a72-4fdb-bd90-63723c1cd390" providerId="AD" clId="Web-{910366BB-FED4-F599-1B4F-099617A26E89}" dt="2024-09-04T13:32:11.791" v="20" actId="20577"/>
          <ac:spMkLst>
            <pc:docMk/>
            <pc:sldMk cId="3349335949" sldId="300"/>
            <ac:spMk id="79" creationId="{00000000-0000-0000-0000-000000000000}"/>
          </ac:spMkLst>
        </pc:spChg>
      </pc:sldChg>
    </pc:docChg>
  </pc:docChgLst>
  <pc:docChgLst>
    <pc:chgData name="Byrd, Andrew M." userId="S::amby222@uky.edu::2d5836b5-4a72-4fdb-bd90-63723c1cd390" providerId="AD" clId="Web-{2C824B78-D199-67E6-F5EC-A9236BDB33DE}"/>
    <pc:docChg chg="delSld sldOrd">
      <pc:chgData name="Byrd, Andrew M." userId="S::amby222@uky.edu::2d5836b5-4a72-4fdb-bd90-63723c1cd390" providerId="AD" clId="Web-{2C824B78-D199-67E6-F5EC-A9236BDB33DE}" dt="2024-09-05T23:40:33.277" v="1"/>
      <pc:docMkLst>
        <pc:docMk/>
      </pc:docMkLst>
      <pc:sldChg chg="del">
        <pc:chgData name="Byrd, Andrew M." userId="S::amby222@uky.edu::2d5836b5-4a72-4fdb-bd90-63723c1cd390" providerId="AD" clId="Web-{2C824B78-D199-67E6-F5EC-A9236BDB33DE}" dt="2024-09-05T23:40:33.277" v="1"/>
        <pc:sldMkLst>
          <pc:docMk/>
          <pc:sldMk cId="242746361" sldId="268"/>
        </pc:sldMkLst>
      </pc:sldChg>
      <pc:sldChg chg="ord">
        <pc:chgData name="Byrd, Andrew M." userId="S::amby222@uky.edu::2d5836b5-4a72-4fdb-bd90-63723c1cd390" providerId="AD" clId="Web-{2C824B78-D199-67E6-F5EC-A9236BDB33DE}" dt="2024-09-05T23:40:13.089" v="0"/>
        <pc:sldMkLst>
          <pc:docMk/>
          <pc:sldMk cId="1150101023" sldId="2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918261e1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918261e1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918261e1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918261e1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3815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c37ccb5f06_1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c37ccb5f06_1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01027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ea2260399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ea2260399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ca37ef4b59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ca37ef4b59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918261e14f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918261e14f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14752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c997047dc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c997047dc3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uk.instructure.com/courses/2111202/modules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uky-my.sharepoint.com/:wb:/g/personal/amby222_uky_edu/EVFWbM1YvWdMnfOMHgnR22kBRi0wCRN2sL_ErC17A71JHw?e=4jsIXq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luky-my.sharepoint.com/:f:/r/personal/amby222_uky_edu/Documents/Teaching/UK/200/Honors/Project%20Documents%20(Fall%202024)?csf=1&amp;web=1&amp;e=6Qya2R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luky-my.sharepoint.com/:f:/r/personal/amby222_uky_edu/Documents/Teaching/UK/200/Honors/Project%20Documents%20(Fall%202024)?csf=1&amp;web=1&amp;e=6Qya2R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uk.instructure.com/courses/2111202/modules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Linguistics 200, Day 4</a:t>
            </a:r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Culture Pitches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we’ll doing today</a:t>
            </a:r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2148075"/>
            <a:ext cx="8520600" cy="24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" dirty="0"/>
              <a:t>Briefly present your culture to the class</a:t>
            </a:r>
            <a:endParaRPr lang="en-US"/>
          </a:p>
          <a:p>
            <a:pPr>
              <a:lnSpc>
                <a:spcPct val="150000"/>
              </a:lnSpc>
            </a:pPr>
            <a:r>
              <a:rPr lang="en" dirty="0"/>
              <a:t>Overview of Component 1 -- what will it look like?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dirty="0"/>
              <a:t>What we’ll doing next time</a:t>
            </a:r>
            <a:endParaRPr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2148075"/>
            <a:ext cx="8520600" cy="24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" dirty="0"/>
              <a:t>Developing your culture further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" dirty="0"/>
              <a:t>Work on a short story, poem, song, or any form of short media about your culture (due next Monday)</a:t>
            </a:r>
          </a:p>
        </p:txBody>
      </p:sp>
    </p:spTree>
    <p:extLst>
      <p:ext uri="{BB962C8B-B14F-4D97-AF65-F5344CB8AC3E}">
        <p14:creationId xmlns:p14="http://schemas.microsoft.com/office/powerpoint/2010/main" val="3349335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65510-7CF3-3E5B-68DA-72BC750A1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Monday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E20CE-2BF5-FEB8-46A4-5521C4EEA5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sure to watch all three intro videos &amp; do the readings!</a:t>
            </a:r>
          </a:p>
          <a:p>
            <a:pPr>
              <a:lnSpc>
                <a:spcPct val="114999"/>
              </a:lnSpc>
            </a:pPr>
            <a:endParaRPr lang="en-US"/>
          </a:p>
          <a:p>
            <a:pPr>
              <a:lnSpc>
                <a:spcPct val="114999"/>
              </a:lnSpc>
            </a:pPr>
            <a:endParaRPr lang="en-US"/>
          </a:p>
          <a:p>
            <a:pPr marL="114300" indent="0">
              <a:lnSpc>
                <a:spcPct val="114999"/>
              </a:lnSpc>
              <a:buNone/>
            </a:pPr>
            <a:endParaRPr lang="en-US"/>
          </a:p>
          <a:p>
            <a:pPr marL="114300" indent="0" algn="ctr">
              <a:lnSpc>
                <a:spcPct val="114999"/>
              </a:lnSpc>
              <a:buNone/>
            </a:pPr>
            <a:r>
              <a:rPr lang="en-US" dirty="0">
                <a:hlinkClick r:id="rId2"/>
              </a:rPr>
              <a:t>https://uk.instructure.com/courses/2111202/modules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27006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/>
              <a:t>Culture Pitches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FACF51-A375-1944-65B1-CD0F4615A9BC}"/>
              </a:ext>
            </a:extLst>
          </p:cNvPr>
          <p:cNvSpPr txBox="1"/>
          <p:nvPr/>
        </p:nvSpPr>
        <p:spPr>
          <a:xfrm>
            <a:off x="1764130" y="2313071"/>
            <a:ext cx="562325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hlinkClick r:id="rId3"/>
              </a:rPr>
              <a:t>LIN 200 Honors (F24).whiteboard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696117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FABCD-EF9F-3886-1ADA-E50CD15BC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719" y="-3494"/>
            <a:ext cx="8520600" cy="707400"/>
          </a:xfrm>
        </p:spPr>
        <p:txBody>
          <a:bodyPr/>
          <a:lstStyle/>
          <a:p>
            <a:r>
              <a:rPr lang="en-US"/>
              <a:t>Component One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81D6B-435C-A07E-45AA-2B8AD65EF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8719" y="803337"/>
            <a:ext cx="8441024" cy="3280998"/>
          </a:xfrm>
        </p:spPr>
        <p:txBody>
          <a:bodyPr/>
          <a:lstStyle/>
          <a:p>
            <a:pPr marL="114300" indent="0">
              <a:buNone/>
            </a:pPr>
            <a:r>
              <a:rPr lang="en-US"/>
              <a:t>In this component, you'll be establishing the world in which your </a:t>
            </a:r>
            <a:r>
              <a:rPr lang="en-US" err="1"/>
              <a:t>ConLang</a:t>
            </a:r>
            <a:r>
              <a:rPr lang="en-US"/>
              <a:t> exists. Now is the time to get creative!</a:t>
            </a:r>
          </a:p>
          <a:p>
            <a:pPr marL="114300" indent="0">
              <a:lnSpc>
                <a:spcPct val="114999"/>
              </a:lnSpc>
              <a:buNone/>
            </a:pPr>
            <a:endParaRPr lang="en-US"/>
          </a:p>
          <a:p>
            <a:pPr marL="114300" indent="0">
              <a:lnSpc>
                <a:spcPct val="114999"/>
              </a:lnSpc>
              <a:buNone/>
            </a:pPr>
            <a:r>
              <a:rPr lang="en-US"/>
              <a:t>For each project component, you'll be working within a </a:t>
            </a:r>
            <a:r>
              <a:rPr lang="en-US" err="1"/>
              <a:t>Onedrive</a:t>
            </a:r>
            <a:r>
              <a:rPr lang="en-US"/>
              <a:t> doc, which you'll access </a:t>
            </a:r>
            <a:r>
              <a:rPr lang="en-US">
                <a:hlinkClick r:id="rId2"/>
              </a:rPr>
              <a:t>here</a:t>
            </a:r>
            <a:r>
              <a:rPr lang="en-US"/>
              <a:t>.</a:t>
            </a:r>
          </a:p>
          <a:p>
            <a:pPr marL="114300" indent="0">
              <a:lnSpc>
                <a:spcPct val="114999"/>
              </a:lnSpc>
              <a:buNone/>
            </a:pPr>
            <a:endParaRPr lang="en-US"/>
          </a:p>
          <a:p>
            <a:pPr marL="114300" indent="0">
              <a:lnSpc>
                <a:spcPct val="114999"/>
              </a:lnSpc>
              <a:buNone/>
            </a:pPr>
            <a:r>
              <a:rPr lang="en-US"/>
              <a:t>For this component you will:</a:t>
            </a:r>
          </a:p>
          <a:p>
            <a:pPr>
              <a:lnSpc>
                <a:spcPct val="114999"/>
              </a:lnSpc>
            </a:pPr>
            <a:r>
              <a:rPr lang="en-US"/>
              <a:t>Edit the docx to answer the questions listed in "Component 1". There is no need (or way) to submit a file on Canvas. </a:t>
            </a:r>
          </a:p>
          <a:p>
            <a:pPr>
              <a:lnSpc>
                <a:spcPct val="114999"/>
              </a:lnSpc>
            </a:pPr>
            <a:r>
              <a:rPr lang="en-US"/>
              <a:t>Delete any instructions so that each number only includes your answers.</a:t>
            </a:r>
          </a:p>
          <a:p>
            <a:pPr marL="114300" indent="0">
              <a:lnSpc>
                <a:spcPct val="114999"/>
              </a:lnSpc>
              <a:buNone/>
            </a:pPr>
            <a:endParaRPr lang="en-US"/>
          </a:p>
          <a:p>
            <a:pPr marL="114300" indent="0">
              <a:lnSpc>
                <a:spcPct val="114999"/>
              </a:lnSpc>
              <a:buNone/>
            </a:pPr>
            <a:r>
              <a:rPr lang="en-US"/>
              <a:t>If you have a question, @ Dr. Byrd in the docx or in Discord.</a:t>
            </a:r>
          </a:p>
          <a:p>
            <a:pPr>
              <a:lnSpc>
                <a:spcPct val="114999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979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"/>
              <a:t>Linguistics 200, Day 5</a:t>
            </a:r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/>
              <a:t>Developing Your Culture Further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47357-9E1E-C964-7C14-BB5C722E4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Friendly reminder about assignments &amp; presentations</a:t>
            </a:r>
          </a:p>
        </p:txBody>
      </p:sp>
    </p:spTree>
    <p:extLst>
      <p:ext uri="{BB962C8B-B14F-4D97-AF65-F5344CB8AC3E}">
        <p14:creationId xmlns:p14="http://schemas.microsoft.com/office/powerpoint/2010/main" val="3645977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32750"/>
            <a:ext cx="8839199" cy="27825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0101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FABCD-EF9F-3886-1ADA-E50CD15BC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719" y="-3494"/>
            <a:ext cx="8520600" cy="707400"/>
          </a:xfrm>
        </p:spPr>
        <p:txBody>
          <a:bodyPr/>
          <a:lstStyle/>
          <a:p>
            <a:r>
              <a:rPr lang="en-US"/>
              <a:t>Reminder: Component One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81D6B-435C-A07E-45AA-2B8AD65EF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8719" y="803337"/>
            <a:ext cx="8441024" cy="3280998"/>
          </a:xfrm>
        </p:spPr>
        <p:txBody>
          <a:bodyPr/>
          <a:lstStyle/>
          <a:p>
            <a:pPr marL="114300" indent="0">
              <a:buNone/>
            </a:pPr>
            <a:r>
              <a:rPr lang="en-US"/>
              <a:t>In this component, you'll be establishing the world in which your </a:t>
            </a:r>
            <a:r>
              <a:rPr lang="en-US" err="1"/>
              <a:t>ConLang</a:t>
            </a:r>
            <a:r>
              <a:rPr lang="en-US"/>
              <a:t> exists. Now is the time to get creative!</a:t>
            </a:r>
          </a:p>
          <a:p>
            <a:pPr marL="114300" indent="0">
              <a:lnSpc>
                <a:spcPct val="114999"/>
              </a:lnSpc>
              <a:buNone/>
            </a:pPr>
            <a:endParaRPr lang="en-US"/>
          </a:p>
          <a:p>
            <a:pPr marL="114300" indent="0">
              <a:lnSpc>
                <a:spcPct val="114999"/>
              </a:lnSpc>
              <a:buNone/>
            </a:pPr>
            <a:r>
              <a:rPr lang="en-US"/>
              <a:t>For each project component, you'll be working within a </a:t>
            </a:r>
            <a:r>
              <a:rPr lang="en-US" err="1"/>
              <a:t>Onedrive</a:t>
            </a:r>
            <a:r>
              <a:rPr lang="en-US"/>
              <a:t> doc, which you'll access </a:t>
            </a:r>
            <a:r>
              <a:rPr lang="en-US">
                <a:hlinkClick r:id="rId2"/>
              </a:rPr>
              <a:t>here</a:t>
            </a:r>
            <a:r>
              <a:rPr lang="en-US"/>
              <a:t>.</a:t>
            </a:r>
          </a:p>
          <a:p>
            <a:pPr marL="114300" indent="0">
              <a:lnSpc>
                <a:spcPct val="114999"/>
              </a:lnSpc>
              <a:buNone/>
            </a:pPr>
            <a:endParaRPr lang="en-US"/>
          </a:p>
          <a:p>
            <a:pPr marL="114300" indent="0">
              <a:lnSpc>
                <a:spcPct val="114999"/>
              </a:lnSpc>
              <a:buNone/>
            </a:pPr>
            <a:r>
              <a:rPr lang="en-US"/>
              <a:t>For this component you will:</a:t>
            </a:r>
          </a:p>
          <a:p>
            <a:pPr>
              <a:lnSpc>
                <a:spcPct val="114999"/>
              </a:lnSpc>
            </a:pPr>
            <a:r>
              <a:rPr lang="en-US"/>
              <a:t>Edit the docx to answer the questions listed in "Component 1". There is no need (or way) to submit a file on Canvas. </a:t>
            </a:r>
          </a:p>
          <a:p>
            <a:pPr>
              <a:lnSpc>
                <a:spcPct val="114999"/>
              </a:lnSpc>
            </a:pPr>
            <a:r>
              <a:rPr lang="en-US"/>
              <a:t>Delete any instructions so that each number only includes your answers.</a:t>
            </a:r>
          </a:p>
          <a:p>
            <a:pPr marL="114300" indent="0">
              <a:lnSpc>
                <a:spcPct val="114999"/>
              </a:lnSpc>
              <a:buNone/>
            </a:pPr>
            <a:endParaRPr lang="en-US"/>
          </a:p>
          <a:p>
            <a:pPr marL="114300" indent="0">
              <a:lnSpc>
                <a:spcPct val="114999"/>
              </a:lnSpc>
              <a:buNone/>
            </a:pPr>
            <a:r>
              <a:rPr lang="en-US"/>
              <a:t>If you have a question, @ Dr. Byrd in the docx or in Discord.</a:t>
            </a:r>
          </a:p>
          <a:p>
            <a:pPr>
              <a:lnSpc>
                <a:spcPct val="114999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945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65510-7CF3-3E5B-68DA-72BC750A1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 next time (Monday)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E20CE-2BF5-FEB8-46A4-5521C4EEA5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sure to watch all three intro videos and do the readings! </a:t>
            </a:r>
          </a:p>
          <a:p>
            <a:pPr>
              <a:lnSpc>
                <a:spcPct val="114999"/>
              </a:lnSpc>
            </a:pPr>
            <a:endParaRPr lang="en-US"/>
          </a:p>
          <a:p>
            <a:pPr>
              <a:lnSpc>
                <a:spcPct val="114999"/>
              </a:lnSpc>
            </a:pPr>
            <a:endParaRPr lang="en-US"/>
          </a:p>
          <a:p>
            <a:pPr marL="114300" indent="0">
              <a:lnSpc>
                <a:spcPct val="114999"/>
              </a:lnSpc>
              <a:buNone/>
            </a:pPr>
            <a:endParaRPr lang="en-US"/>
          </a:p>
          <a:p>
            <a:pPr marL="114300" indent="0" algn="ctr">
              <a:lnSpc>
                <a:spcPct val="114999"/>
              </a:lnSpc>
              <a:buNone/>
            </a:pPr>
            <a:r>
              <a:rPr lang="en-US" dirty="0">
                <a:hlinkClick r:id="rId2"/>
              </a:rPr>
              <a:t>https://uk.instructure.com/courses/2111202/modules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09385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we’ll doing today</a:t>
            </a:r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2148075"/>
            <a:ext cx="8520600" cy="24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"/>
              <a:t>Developing your culture further</a:t>
            </a:r>
            <a:endParaRPr lang="en-US"/>
          </a:p>
          <a:p>
            <a:pPr>
              <a:lnSpc>
                <a:spcPct val="150000"/>
              </a:lnSpc>
            </a:pPr>
            <a:r>
              <a:rPr lang="en"/>
              <a:t>Beginning work on a short story, poem, song, or any form of short media about your culture (due next Monday)</a:t>
            </a:r>
          </a:p>
        </p:txBody>
      </p:sp>
    </p:spTree>
    <p:extLst>
      <p:ext uri="{BB962C8B-B14F-4D97-AF65-F5344CB8AC3E}">
        <p14:creationId xmlns:p14="http://schemas.microsoft.com/office/powerpoint/2010/main" val="2931871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3"/>
          <p:cNvPicPr preferRelativeResize="0"/>
          <p:nvPr/>
        </p:nvPicPr>
        <p:blipFill>
          <a:blip r:embed="rId3">
            <a:alphaModFix/>
          </a:blip>
          <a:srcRect t="21305"/>
          <a:stretch/>
        </p:blipFill>
        <p:spPr>
          <a:xfrm>
            <a:off x="3757183" y="394277"/>
            <a:ext cx="5462025" cy="2968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4399" y="3361807"/>
            <a:ext cx="1643525" cy="85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3"/>
          <p:cNvSpPr txBox="1"/>
          <p:nvPr/>
        </p:nvSpPr>
        <p:spPr>
          <a:xfrm>
            <a:off x="167325" y="235125"/>
            <a:ext cx="68850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" sz="3600">
                <a:solidFill>
                  <a:srgbClr val="EF6C00"/>
                </a:solidFill>
                <a:ea typeface="Open Sans"/>
                <a:sym typeface="Open Sans"/>
              </a:rPr>
              <a:t>If there's time...</a:t>
            </a:r>
            <a:endParaRPr lang="en-US">
              <a:ea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43261E1A16A147A2466AA19A77A585" ma:contentTypeVersion="12" ma:contentTypeDescription="Create a new document." ma:contentTypeScope="" ma:versionID="78b5a87685d01fcb4ebdb64e7562154b">
  <xsd:schema xmlns:xsd="http://www.w3.org/2001/XMLSchema" xmlns:xs="http://www.w3.org/2001/XMLSchema" xmlns:p="http://schemas.microsoft.com/office/2006/metadata/properties" xmlns:ns2="3e067b83-0621-4377-b1f9-3cbd7d70ef02" xmlns:ns3="094ebba0-f250-498f-82c1-8c3cc4fdf0d5" targetNamespace="http://schemas.microsoft.com/office/2006/metadata/properties" ma:root="true" ma:fieldsID="cfe6b21c5e5ef5eafd7f8f5576b9ddd7" ns2:_="" ns3:_="">
    <xsd:import namespace="3e067b83-0621-4377-b1f9-3cbd7d70ef02"/>
    <xsd:import namespace="094ebba0-f250-498f-82c1-8c3cc4fdf0d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067b83-0621-4377-b1f9-3cbd7d70ef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560d88b-9459-45c3-8a30-9c03b99f5b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4ebba0-f250-498f-82c1-8c3cc4fdf0d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2d0cfcc-8f92-45a5-b6cb-c3f5aa4c553e}" ma:internalName="TaxCatchAll" ma:showField="CatchAllData" ma:web="094ebba0-f250-498f-82c1-8c3cc4fdf0d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067b83-0621-4377-b1f9-3cbd7d70ef02">
      <Terms xmlns="http://schemas.microsoft.com/office/infopath/2007/PartnerControls"/>
    </lcf76f155ced4ddcb4097134ff3c332f>
    <TaxCatchAll xmlns="094ebba0-f250-498f-82c1-8c3cc4fdf0d5" xsi:nil="true"/>
  </documentManagement>
</p:properties>
</file>

<file path=customXml/itemProps1.xml><?xml version="1.0" encoding="utf-8"?>
<ds:datastoreItem xmlns:ds="http://schemas.openxmlformats.org/officeDocument/2006/customXml" ds:itemID="{D2347BAB-D577-41D1-A8C1-9A7DEA1D6D8F}"/>
</file>

<file path=customXml/itemProps2.xml><?xml version="1.0" encoding="utf-8"?>
<ds:datastoreItem xmlns:ds="http://schemas.openxmlformats.org/officeDocument/2006/customXml" ds:itemID="{4E293BBA-A432-461C-B7EA-17F50B234E05}"/>
</file>

<file path=customXml/itemProps3.xml><?xml version="1.0" encoding="utf-8"?>
<ds:datastoreItem xmlns:ds="http://schemas.openxmlformats.org/officeDocument/2006/customXml" ds:itemID="{BF245616-F548-4B64-B34C-D905F99981B3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13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Tropic</vt:lpstr>
      <vt:lpstr>Linguistics 200, Day 4</vt:lpstr>
      <vt:lpstr>What we’ll doing today</vt:lpstr>
      <vt:lpstr>What we’ll doing next time</vt:lpstr>
      <vt:lpstr>For Monday</vt:lpstr>
      <vt:lpstr>Culture Pitches</vt:lpstr>
      <vt:lpstr>Component One</vt:lpstr>
      <vt:lpstr>Linguistics 200, Day 5</vt:lpstr>
      <vt:lpstr>Friendly reminder about assignments &amp; presentations</vt:lpstr>
      <vt:lpstr>PowerPoint Presentation</vt:lpstr>
      <vt:lpstr>Reminder: Component One</vt:lpstr>
      <vt:lpstr>For next time (Monday)</vt:lpstr>
      <vt:lpstr>What we’ll doing today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Linguistics 200, Week 2</dc:title>
  <cp:revision>17</cp:revision>
  <dcterms:modified xsi:type="dcterms:W3CDTF">2024-09-06T13:44:19Z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0x0101002943261E1A16A147A2466AA19A77A585</vt:lpwstr>
  </property>
</Properties>
</file>