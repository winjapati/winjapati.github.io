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8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0"/>
  </p:notesMasterIdLst>
  <p:sldIdLst>
    <p:sldId id="28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6" r:id="rId10"/>
    <p:sldId id="321" r:id="rId11"/>
    <p:sldId id="297" r:id="rId12"/>
    <p:sldId id="322" r:id="rId13"/>
    <p:sldId id="323" r:id="rId14"/>
    <p:sldId id="298" r:id="rId15"/>
    <p:sldId id="299" r:id="rId16"/>
    <p:sldId id="324" r:id="rId17"/>
    <p:sldId id="300" r:id="rId18"/>
    <p:sldId id="326" r:id="rId19"/>
    <p:sldId id="330" r:id="rId20"/>
    <p:sldId id="325" r:id="rId21"/>
    <p:sldId id="327" r:id="rId22"/>
    <p:sldId id="328" r:id="rId23"/>
    <p:sldId id="331" r:id="rId24"/>
    <p:sldId id="301" r:id="rId25"/>
    <p:sldId id="332" r:id="rId26"/>
    <p:sldId id="304" r:id="rId27"/>
    <p:sldId id="302" r:id="rId28"/>
    <p:sldId id="303" r:id="rId29"/>
    <p:sldId id="335" r:id="rId30"/>
    <p:sldId id="337" r:id="rId31"/>
    <p:sldId id="336" r:id="rId32"/>
    <p:sldId id="338" r:id="rId33"/>
    <p:sldId id="305" r:id="rId34"/>
    <p:sldId id="306" r:id="rId35"/>
    <p:sldId id="307" r:id="rId36"/>
    <p:sldId id="308" r:id="rId37"/>
    <p:sldId id="334" r:id="rId38"/>
    <p:sldId id="309" r:id="rId39"/>
    <p:sldId id="329" r:id="rId40"/>
    <p:sldId id="339" r:id="rId41"/>
    <p:sldId id="357" r:id="rId42"/>
    <p:sldId id="340" r:id="rId43"/>
    <p:sldId id="341" r:id="rId44"/>
    <p:sldId id="343" r:id="rId45"/>
    <p:sldId id="344" r:id="rId46"/>
    <p:sldId id="342" r:id="rId47"/>
    <p:sldId id="310" r:id="rId48"/>
    <p:sldId id="311" r:id="rId49"/>
    <p:sldId id="347" r:id="rId50"/>
    <p:sldId id="346" r:id="rId51"/>
    <p:sldId id="345" r:id="rId52"/>
    <p:sldId id="312" r:id="rId53"/>
    <p:sldId id="313" r:id="rId54"/>
    <p:sldId id="350" r:id="rId55"/>
    <p:sldId id="351" r:id="rId56"/>
    <p:sldId id="353" r:id="rId57"/>
    <p:sldId id="352" r:id="rId58"/>
    <p:sldId id="349" r:id="rId59"/>
    <p:sldId id="348" r:id="rId60"/>
    <p:sldId id="314" r:id="rId61"/>
    <p:sldId id="315" r:id="rId62"/>
    <p:sldId id="320" r:id="rId63"/>
    <p:sldId id="316" r:id="rId64"/>
    <p:sldId id="355" r:id="rId65"/>
    <p:sldId id="356" r:id="rId66"/>
    <p:sldId id="354" r:id="rId67"/>
    <p:sldId id="317" r:id="rId68"/>
    <p:sldId id="318" r:id="rId69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71"/>
      <p:bold r:id="rId72"/>
      <p:italic r:id="rId73"/>
      <p:boldItalic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488DE7-CB88-4109-84E1-1CAA4E8FBAB4}" v="1100" dt="2024-10-17T18:26:24.039"/>
    <p1510:client id="{3B561CF1-FE5A-AD96-E42A-DD974330C888}" v="90" dt="2024-10-18T12:22:15.882"/>
    <p1510:client id="{5FD02041-B1E1-3351-B646-7BB9F06B7375}" v="11" dt="2024-10-17T00:36:41.835"/>
    <p1510:client id="{9EEA083A-B590-7D56-3B97-2F2169D77611}" v="241" dt="2024-10-16T18:45:24.788"/>
    <p1510:client id="{F6C81923-2344-A734-6A38-C2DCFB6CCA1B}" v="121" dt="2024-10-18T14:36:06.437"/>
  </p1510:revLst>
</p1510:revInfo>
</file>

<file path=ppt/tableStyles.xml><?xml version="1.0" encoding="utf-8"?>
<a:tblStyleLst xmlns:a="http://schemas.openxmlformats.org/drawingml/2006/main" def="{551FF74E-6355-449B-BC1B-A7D15285559B}">
  <a:tblStyle styleId="{551FF74E-6355-449B-BC1B-A7D1528555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102" y="14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4.fntdata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customXml" Target="../customXml/item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83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tableStyles" Target="tableStyles.xml"/><Relationship Id="rId8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rd, Andrew M." userId="S::amby222@uky.edu::2d5836b5-4a72-4fdb-bd90-63723c1cd390" providerId="AD" clId="Web-{0C952880-1576-4DAA-F3C2-1D7ABF5C4CB0}"/>
    <pc:docChg chg="addSld modSld">
      <pc:chgData name="Byrd, Andrew M." userId="S::amby222@uky.edu::2d5836b5-4a72-4fdb-bd90-63723c1cd390" providerId="AD" clId="Web-{0C952880-1576-4DAA-F3C2-1D7ABF5C4CB0}" dt="2024-10-14T13:19:51.379" v="35" actId="20577"/>
      <pc:docMkLst>
        <pc:docMk/>
      </pc:docMkLst>
      <pc:sldChg chg="modSp new">
        <pc:chgData name="Byrd, Andrew M." userId="S::amby222@uky.edu::2d5836b5-4a72-4fdb-bd90-63723c1cd390" providerId="AD" clId="Web-{0C952880-1576-4DAA-F3C2-1D7ABF5C4CB0}" dt="2024-10-14T13:19:51.379" v="35" actId="20577"/>
        <pc:sldMkLst>
          <pc:docMk/>
          <pc:sldMk cId="709126763" sldId="330"/>
        </pc:sldMkLst>
        <pc:spChg chg="mod">
          <ac:chgData name="Byrd, Andrew M." userId="S::amby222@uky.edu::2d5836b5-4a72-4fdb-bd90-63723c1cd390" providerId="AD" clId="Web-{0C952880-1576-4DAA-F3C2-1D7ABF5C4CB0}" dt="2024-10-14T13:19:17.972" v="7" actId="20577"/>
          <ac:spMkLst>
            <pc:docMk/>
            <pc:sldMk cId="709126763" sldId="330"/>
            <ac:spMk id="2" creationId="{20013A53-7CDC-2F1F-641B-CDD58908A3D9}"/>
          </ac:spMkLst>
        </pc:spChg>
        <pc:spChg chg="mod">
          <ac:chgData name="Byrd, Andrew M." userId="S::amby222@uky.edu::2d5836b5-4a72-4fdb-bd90-63723c1cd390" providerId="AD" clId="Web-{0C952880-1576-4DAA-F3C2-1D7ABF5C4CB0}" dt="2024-10-14T13:19:51.379" v="35" actId="20577"/>
          <ac:spMkLst>
            <pc:docMk/>
            <pc:sldMk cId="709126763" sldId="330"/>
            <ac:spMk id="3" creationId="{CA451151-5E5A-EB4B-4983-679847EA5AC5}"/>
          </ac:spMkLst>
        </pc:spChg>
      </pc:sldChg>
    </pc:docChg>
  </pc:docChgLst>
  <pc:docChgLst>
    <pc:chgData name="Byrd, Andrew M." userId="S::amby222@uky.edu::2d5836b5-4a72-4fdb-bd90-63723c1cd390" providerId="AD" clId="Web-{2F47F497-FE87-ABA0-7780-61DA49A44424}"/>
    <pc:docChg chg="delSld modSld">
      <pc:chgData name="Byrd, Andrew M." userId="S::amby222@uky.edu::2d5836b5-4a72-4fdb-bd90-63723c1cd390" providerId="AD" clId="Web-{2F47F497-FE87-ABA0-7780-61DA49A44424}" dt="2024-10-11T15:30:46.334" v="18" actId="20577"/>
      <pc:docMkLst>
        <pc:docMk/>
      </pc:docMkLst>
      <pc:sldChg chg="del">
        <pc:chgData name="Byrd, Andrew M." userId="S::amby222@uky.edu::2d5836b5-4a72-4fdb-bd90-63723c1cd390" providerId="AD" clId="Web-{2F47F497-FE87-ABA0-7780-61DA49A44424}" dt="2024-10-11T15:29:13.740" v="0"/>
        <pc:sldMkLst>
          <pc:docMk/>
          <pc:sldMk cId="0" sldId="256"/>
        </pc:sldMkLst>
      </pc:sldChg>
      <pc:sldChg chg="modSp">
        <pc:chgData name="Byrd, Andrew M." userId="S::amby222@uky.edu::2d5836b5-4a72-4fdb-bd90-63723c1cd390" providerId="AD" clId="Web-{2F47F497-FE87-ABA0-7780-61DA49A44424}" dt="2024-10-11T15:29:22.225" v="3" actId="20577"/>
        <pc:sldMkLst>
          <pc:docMk/>
          <pc:sldMk cId="3278631795" sldId="287"/>
        </pc:sldMkLst>
        <pc:spChg chg="mod">
          <ac:chgData name="Byrd, Andrew M." userId="S::amby222@uky.edu::2d5836b5-4a72-4fdb-bd90-63723c1cd390" providerId="AD" clId="Web-{2F47F497-FE87-ABA0-7780-61DA49A44424}" dt="2024-10-11T15:29:18.412" v="2" actId="20577"/>
          <ac:spMkLst>
            <pc:docMk/>
            <pc:sldMk cId="3278631795" sldId="287"/>
            <ac:spMk id="137" creationId="{00000000-0000-0000-0000-000000000000}"/>
          </ac:spMkLst>
        </pc:spChg>
        <pc:spChg chg="mod">
          <ac:chgData name="Byrd, Andrew M." userId="S::amby222@uky.edu::2d5836b5-4a72-4fdb-bd90-63723c1cd390" providerId="AD" clId="Web-{2F47F497-FE87-ABA0-7780-61DA49A44424}" dt="2024-10-11T15:29:22.225" v="3" actId="20577"/>
          <ac:spMkLst>
            <pc:docMk/>
            <pc:sldMk cId="3278631795" sldId="287"/>
            <ac:spMk id="138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2F47F497-FE87-ABA0-7780-61DA49A44424}" dt="2024-10-11T15:30:16.959" v="14" actId="20577"/>
        <pc:sldMkLst>
          <pc:docMk/>
          <pc:sldMk cId="1561285975" sldId="293"/>
        </pc:sldMkLst>
        <pc:spChg chg="mod">
          <ac:chgData name="Byrd, Andrew M." userId="S::amby222@uky.edu::2d5836b5-4a72-4fdb-bd90-63723c1cd390" providerId="AD" clId="Web-{2F47F497-FE87-ABA0-7780-61DA49A44424}" dt="2024-10-11T15:30:16.959" v="14" actId="20577"/>
          <ac:spMkLst>
            <pc:docMk/>
            <pc:sldMk cId="1561285975" sldId="293"/>
            <ac:spMk id="180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2F47F497-FE87-ABA0-7780-61DA49A44424}" dt="2024-10-11T15:30:46.334" v="18" actId="20577"/>
        <pc:sldMkLst>
          <pc:docMk/>
          <pc:sldMk cId="1959256724" sldId="294"/>
        </pc:sldMkLst>
        <pc:spChg chg="mod">
          <ac:chgData name="Byrd, Andrew M." userId="S::amby222@uky.edu::2d5836b5-4a72-4fdb-bd90-63723c1cd390" providerId="AD" clId="Web-{2F47F497-FE87-ABA0-7780-61DA49A44424}" dt="2024-10-11T15:30:46.334" v="18" actId="20577"/>
          <ac:spMkLst>
            <pc:docMk/>
            <pc:sldMk cId="1959256724" sldId="294"/>
            <ac:spMk id="185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3A6AE77A-E44D-D77E-D190-BED5D2CF84D7}"/>
    <pc:docChg chg="addSld delSld modSld">
      <pc:chgData name="Byrd, Andrew M." userId="S::amby222@uky.edu::2d5836b5-4a72-4fdb-bd90-63723c1cd390" providerId="AD" clId="Web-{3A6AE77A-E44D-D77E-D190-BED5D2CF84D7}" dt="2024-10-14T13:05:05.103" v="135" actId="20577"/>
      <pc:docMkLst>
        <pc:docMk/>
      </pc:docMkLst>
      <pc:sldChg chg="modSp">
        <pc:chgData name="Byrd, Andrew M." userId="S::amby222@uky.edu::2d5836b5-4a72-4fdb-bd90-63723c1cd390" providerId="AD" clId="Web-{3A6AE77A-E44D-D77E-D190-BED5D2CF84D7}" dt="2024-10-14T12:58:59.138" v="6" actId="20577"/>
        <pc:sldMkLst>
          <pc:docMk/>
          <pc:sldMk cId="1561285975" sldId="293"/>
        </pc:sldMkLst>
        <pc:spChg chg="mod">
          <ac:chgData name="Byrd, Andrew M." userId="S::amby222@uky.edu::2d5836b5-4a72-4fdb-bd90-63723c1cd390" providerId="AD" clId="Web-{3A6AE77A-E44D-D77E-D190-BED5D2CF84D7}" dt="2024-10-14T12:58:59.138" v="6" actId="20577"/>
          <ac:spMkLst>
            <pc:docMk/>
            <pc:sldMk cId="1561285975" sldId="293"/>
            <ac:spMk id="180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3A6AE77A-E44D-D77E-D190-BED5D2CF84D7}" dt="2024-10-14T12:59:13.107" v="22" actId="20577"/>
        <pc:sldMkLst>
          <pc:docMk/>
          <pc:sldMk cId="1959256724" sldId="294"/>
        </pc:sldMkLst>
        <pc:spChg chg="mod">
          <ac:chgData name="Byrd, Andrew M." userId="S::amby222@uky.edu::2d5836b5-4a72-4fdb-bd90-63723c1cd390" providerId="AD" clId="Web-{3A6AE77A-E44D-D77E-D190-BED5D2CF84D7}" dt="2024-10-14T12:59:13.107" v="22" actId="20577"/>
          <ac:spMkLst>
            <pc:docMk/>
            <pc:sldMk cId="1959256724" sldId="294"/>
            <ac:spMk id="186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3A6AE77A-E44D-D77E-D190-BED5D2CF84D7}" dt="2024-10-14T12:59:19.405" v="23"/>
        <pc:sldMkLst>
          <pc:docMk/>
          <pc:sldMk cId="1197944192" sldId="295"/>
        </pc:sldMkLst>
      </pc:sldChg>
      <pc:sldChg chg="modSp new">
        <pc:chgData name="Byrd, Andrew M." userId="S::amby222@uky.edu::2d5836b5-4a72-4fdb-bd90-63723c1cd390" providerId="AD" clId="Web-{3A6AE77A-E44D-D77E-D190-BED5D2CF84D7}" dt="2024-10-14T13:04:32.320" v="120" actId="20577"/>
        <pc:sldMkLst>
          <pc:docMk/>
          <pc:sldMk cId="2220009990" sldId="321"/>
        </pc:sldMkLst>
        <pc:spChg chg="mod">
          <ac:chgData name="Byrd, Andrew M." userId="S::amby222@uky.edu::2d5836b5-4a72-4fdb-bd90-63723c1cd390" providerId="AD" clId="Web-{3A6AE77A-E44D-D77E-D190-BED5D2CF84D7}" dt="2024-10-14T13:04:22.179" v="113" actId="1076"/>
          <ac:spMkLst>
            <pc:docMk/>
            <pc:sldMk cId="2220009990" sldId="321"/>
            <ac:spMk id="2" creationId="{C2A58952-71C5-6559-AE12-BFDCEF742A8E}"/>
          </ac:spMkLst>
        </pc:spChg>
        <pc:spChg chg="mod">
          <ac:chgData name="Byrd, Andrew M." userId="S::amby222@uky.edu::2d5836b5-4a72-4fdb-bd90-63723c1cd390" providerId="AD" clId="Web-{3A6AE77A-E44D-D77E-D190-BED5D2CF84D7}" dt="2024-10-14T13:04:32.320" v="120" actId="20577"/>
          <ac:spMkLst>
            <pc:docMk/>
            <pc:sldMk cId="2220009990" sldId="321"/>
            <ac:spMk id="3" creationId="{E9721C43-B847-FC06-614E-EFDEC22D5402}"/>
          </ac:spMkLst>
        </pc:spChg>
      </pc:sldChg>
      <pc:sldChg chg="modSp add replId">
        <pc:chgData name="Byrd, Andrew M." userId="S::amby222@uky.edu::2d5836b5-4a72-4fdb-bd90-63723c1cd390" providerId="AD" clId="Web-{3A6AE77A-E44D-D77E-D190-BED5D2CF84D7}" dt="2024-10-14T13:05:05.103" v="135" actId="20577"/>
        <pc:sldMkLst>
          <pc:docMk/>
          <pc:sldMk cId="1735415786" sldId="322"/>
        </pc:sldMkLst>
        <pc:spChg chg="mod">
          <ac:chgData name="Byrd, Andrew M." userId="S::amby222@uky.edu::2d5836b5-4a72-4fdb-bd90-63723c1cd390" providerId="AD" clId="Web-{3A6AE77A-E44D-D77E-D190-BED5D2CF84D7}" dt="2024-10-14T13:05:05.103" v="135" actId="20577"/>
          <ac:spMkLst>
            <pc:docMk/>
            <pc:sldMk cId="1735415786" sldId="322"/>
            <ac:spMk id="204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5FD02041-B1E1-3351-B646-7BB9F06B7375}"/>
    <pc:docChg chg="modSld">
      <pc:chgData name="Byrd, Andrew M." userId="S::amby222@uky.edu::2d5836b5-4a72-4fdb-bd90-63723c1cd390" providerId="AD" clId="Web-{5FD02041-B1E1-3351-B646-7BB9F06B7375}" dt="2024-10-17T00:36:40.757" v="8" actId="20577"/>
      <pc:docMkLst>
        <pc:docMk/>
      </pc:docMkLst>
      <pc:sldChg chg="modSp">
        <pc:chgData name="Byrd, Andrew M." userId="S::amby222@uky.edu::2d5836b5-4a72-4fdb-bd90-63723c1cd390" providerId="AD" clId="Web-{5FD02041-B1E1-3351-B646-7BB9F06B7375}" dt="2024-10-17T00:36:40.757" v="8" actId="20577"/>
        <pc:sldMkLst>
          <pc:docMk/>
          <pc:sldMk cId="1967888852" sldId="352"/>
        </pc:sldMkLst>
        <pc:spChg chg="mod">
          <ac:chgData name="Byrd, Andrew M." userId="S::amby222@uky.edu::2d5836b5-4a72-4fdb-bd90-63723c1cd390" providerId="AD" clId="Web-{5FD02041-B1E1-3351-B646-7BB9F06B7375}" dt="2024-10-17T00:36:40.757" v="8" actId="20577"/>
          <ac:spMkLst>
            <pc:docMk/>
            <pc:sldMk cId="1967888852" sldId="352"/>
            <ac:spMk id="301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5FD02041-B1E1-3351-B646-7BB9F06B7375}" dt="2024-10-17T00:36:14.225" v="6" actId="20577"/>
        <pc:sldMkLst>
          <pc:docMk/>
          <pc:sldMk cId="1737574517" sldId="353"/>
        </pc:sldMkLst>
        <pc:spChg chg="mod">
          <ac:chgData name="Byrd, Andrew M." userId="S::amby222@uky.edu::2d5836b5-4a72-4fdb-bd90-63723c1cd390" providerId="AD" clId="Web-{5FD02041-B1E1-3351-B646-7BB9F06B7375}" dt="2024-10-17T00:36:14.225" v="6" actId="20577"/>
          <ac:spMkLst>
            <pc:docMk/>
            <pc:sldMk cId="1737574517" sldId="353"/>
            <ac:spMk id="301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3B561CF1-FE5A-AD96-E42A-DD974330C888}"/>
    <pc:docChg chg="addSld modSld sldOrd">
      <pc:chgData name="Byrd, Andrew M." userId="S::amby222@uky.edu::2d5836b5-4a72-4fdb-bd90-63723c1cd390" providerId="AD" clId="Web-{3B561CF1-FE5A-AD96-E42A-DD974330C888}" dt="2024-10-18T12:22:15.882" v="84" actId="20577"/>
      <pc:docMkLst>
        <pc:docMk/>
      </pc:docMkLst>
      <pc:sldChg chg="modSp">
        <pc:chgData name="Byrd, Andrew M." userId="S::amby222@uky.edu::2d5836b5-4a72-4fdb-bd90-63723c1cd390" providerId="AD" clId="Web-{3B561CF1-FE5A-AD96-E42A-DD974330C888}" dt="2024-10-18T12:20:46.662" v="69" actId="20577"/>
        <pc:sldMkLst>
          <pc:docMk/>
          <pc:sldMk cId="31027512" sldId="310"/>
        </pc:sldMkLst>
        <pc:spChg chg="mod">
          <ac:chgData name="Byrd, Andrew M." userId="S::amby222@uky.edu::2d5836b5-4a72-4fdb-bd90-63723c1cd390" providerId="AD" clId="Web-{3B561CF1-FE5A-AD96-E42A-DD974330C888}" dt="2024-10-18T12:20:46.662" v="69" actId="20577"/>
          <ac:spMkLst>
            <pc:docMk/>
            <pc:sldMk cId="31027512" sldId="310"/>
            <ac:spMk id="282" creationId="{00000000-0000-0000-0000-000000000000}"/>
          </ac:spMkLst>
        </pc:spChg>
        <pc:spChg chg="mod">
          <ac:chgData name="Byrd, Andrew M." userId="S::amby222@uky.edu::2d5836b5-4a72-4fdb-bd90-63723c1cd390" providerId="AD" clId="Web-{3B561CF1-FE5A-AD96-E42A-DD974330C888}" dt="2024-10-18T12:20:35.865" v="58" actId="20577"/>
          <ac:spMkLst>
            <pc:docMk/>
            <pc:sldMk cId="31027512" sldId="310"/>
            <ac:spMk id="283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3B561CF1-FE5A-AD96-E42A-DD974330C888}" dt="2024-10-18T12:19:58.176" v="55" actId="20577"/>
        <pc:sldMkLst>
          <pc:docMk/>
          <pc:sldMk cId="932825960" sldId="311"/>
        </pc:sldMkLst>
        <pc:spChg chg="mod">
          <ac:chgData name="Byrd, Andrew M." userId="S::amby222@uky.edu::2d5836b5-4a72-4fdb-bd90-63723c1cd390" providerId="AD" clId="Web-{3B561CF1-FE5A-AD96-E42A-DD974330C888}" dt="2024-10-18T12:19:58.176" v="55" actId="20577"/>
          <ac:spMkLst>
            <pc:docMk/>
            <pc:sldMk cId="932825960" sldId="311"/>
            <ac:spMk id="289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3B561CF1-FE5A-AD96-E42A-DD974330C888}" dt="2024-10-18T12:21:05.209" v="78" actId="20577"/>
        <pc:sldMkLst>
          <pc:docMk/>
          <pc:sldMk cId="3044576326" sldId="312"/>
        </pc:sldMkLst>
        <pc:spChg chg="mod">
          <ac:chgData name="Byrd, Andrew M." userId="S::amby222@uky.edu::2d5836b5-4a72-4fdb-bd90-63723c1cd390" providerId="AD" clId="Web-{3B561CF1-FE5A-AD96-E42A-DD974330C888}" dt="2024-10-18T12:21:05.209" v="78" actId="20577"/>
          <ac:spMkLst>
            <pc:docMk/>
            <pc:sldMk cId="3044576326" sldId="312"/>
            <ac:spMk id="294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3B561CF1-FE5A-AD96-E42A-DD974330C888}" dt="2024-10-18T12:22:15.882" v="84" actId="20577"/>
        <pc:sldMkLst>
          <pc:docMk/>
          <pc:sldMk cId="2296745883" sldId="314"/>
        </pc:sldMkLst>
        <pc:spChg chg="mod">
          <ac:chgData name="Byrd, Andrew M." userId="S::amby222@uky.edu::2d5836b5-4a72-4fdb-bd90-63723c1cd390" providerId="AD" clId="Web-{3B561CF1-FE5A-AD96-E42A-DD974330C888}" dt="2024-10-18T12:22:15.882" v="84" actId="20577"/>
          <ac:spMkLst>
            <pc:docMk/>
            <pc:sldMk cId="2296745883" sldId="314"/>
            <ac:spMk id="307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3B561CF1-FE5A-AD96-E42A-DD974330C888}" dt="2024-10-18T12:22:05.179" v="81" actId="20577"/>
        <pc:sldMkLst>
          <pc:docMk/>
          <pc:sldMk cId="2556252431" sldId="349"/>
        </pc:sldMkLst>
        <pc:spChg chg="mod">
          <ac:chgData name="Byrd, Andrew M." userId="S::amby222@uky.edu::2d5836b5-4a72-4fdb-bd90-63723c1cd390" providerId="AD" clId="Web-{3B561CF1-FE5A-AD96-E42A-DD974330C888}" dt="2024-10-18T12:22:05.179" v="81" actId="20577"/>
          <ac:spMkLst>
            <pc:docMk/>
            <pc:sldMk cId="2556252431" sldId="349"/>
            <ac:spMk id="301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3B561CF1-FE5A-AD96-E42A-DD974330C888}" dt="2024-10-18T12:21:28.944" v="80" actId="20577"/>
        <pc:sldMkLst>
          <pc:docMk/>
          <pc:sldMk cId="1299048244" sldId="351"/>
        </pc:sldMkLst>
        <pc:spChg chg="mod">
          <ac:chgData name="Byrd, Andrew M." userId="S::amby222@uky.edu::2d5836b5-4a72-4fdb-bd90-63723c1cd390" providerId="AD" clId="Web-{3B561CF1-FE5A-AD96-E42A-DD974330C888}" dt="2024-10-18T12:21:28.944" v="80" actId="20577"/>
          <ac:spMkLst>
            <pc:docMk/>
            <pc:sldMk cId="1299048244" sldId="351"/>
            <ac:spMk id="301" creationId="{00000000-0000-0000-0000-000000000000}"/>
          </ac:spMkLst>
        </pc:spChg>
      </pc:sldChg>
      <pc:sldChg chg="modSp new ord">
        <pc:chgData name="Byrd, Andrew M." userId="S::amby222@uky.edu::2d5836b5-4a72-4fdb-bd90-63723c1cd390" providerId="AD" clId="Web-{3B561CF1-FE5A-AD96-E42A-DD974330C888}" dt="2024-10-18T12:18:34.706" v="52" actId="14100"/>
        <pc:sldMkLst>
          <pc:docMk/>
          <pc:sldMk cId="3198176607" sldId="357"/>
        </pc:sldMkLst>
        <pc:spChg chg="mod">
          <ac:chgData name="Byrd, Andrew M." userId="S::amby222@uky.edu::2d5836b5-4a72-4fdb-bd90-63723c1cd390" providerId="AD" clId="Web-{3B561CF1-FE5A-AD96-E42A-DD974330C888}" dt="2024-10-18T12:18:13.049" v="5" actId="20577"/>
          <ac:spMkLst>
            <pc:docMk/>
            <pc:sldMk cId="3198176607" sldId="357"/>
            <ac:spMk id="2" creationId="{1E247D2A-4B55-A020-E697-7676EB47B22C}"/>
          </ac:spMkLst>
        </pc:spChg>
        <pc:spChg chg="mod">
          <ac:chgData name="Byrd, Andrew M." userId="S::amby222@uky.edu::2d5836b5-4a72-4fdb-bd90-63723c1cd390" providerId="AD" clId="Web-{3B561CF1-FE5A-AD96-E42A-DD974330C888}" dt="2024-10-18T12:18:34.706" v="52" actId="14100"/>
          <ac:spMkLst>
            <pc:docMk/>
            <pc:sldMk cId="3198176607" sldId="357"/>
            <ac:spMk id="3" creationId="{49C148BC-583C-1F09-87AB-BD88B397900D}"/>
          </ac:spMkLst>
        </pc:spChg>
      </pc:sldChg>
    </pc:docChg>
  </pc:docChgLst>
  <pc:docChgLst>
    <pc:chgData name="Byrd, Andrew M." userId="2d5836b5-4a72-4fdb-bd90-63723c1cd390" providerId="ADAL" clId="{78CD908F-A682-4501-9584-C9CE5649B0F9}"/>
    <pc:docChg chg="undo custSel addSld delSld modSld sldOrd">
      <pc:chgData name="Byrd, Andrew M." userId="2d5836b5-4a72-4fdb-bd90-63723c1cd390" providerId="ADAL" clId="{78CD908F-A682-4501-9584-C9CE5649B0F9}" dt="2024-10-11T15:40:03.037" v="246" actId="47"/>
      <pc:docMkLst>
        <pc:docMk/>
      </pc:docMkLst>
      <pc:sldChg chg="del">
        <pc:chgData name="Byrd, Andrew M." userId="2d5836b5-4a72-4fdb-bd90-63723c1cd390" providerId="ADAL" clId="{78CD908F-A682-4501-9584-C9CE5649B0F9}" dt="2024-10-11T15:40:03.037" v="246" actId="47"/>
        <pc:sldMkLst>
          <pc:docMk/>
          <pc:sldMk cId="0" sldId="257"/>
        </pc:sldMkLst>
      </pc:sldChg>
      <pc:sldChg chg="del">
        <pc:chgData name="Byrd, Andrew M." userId="2d5836b5-4a72-4fdb-bd90-63723c1cd390" providerId="ADAL" clId="{78CD908F-A682-4501-9584-C9CE5649B0F9}" dt="2024-10-11T15:40:03.037" v="246" actId="47"/>
        <pc:sldMkLst>
          <pc:docMk/>
          <pc:sldMk cId="0" sldId="258"/>
        </pc:sldMkLst>
      </pc:sldChg>
      <pc:sldChg chg="del">
        <pc:chgData name="Byrd, Andrew M." userId="2d5836b5-4a72-4fdb-bd90-63723c1cd390" providerId="ADAL" clId="{78CD908F-A682-4501-9584-C9CE5649B0F9}" dt="2024-10-11T15:40:03.037" v="246" actId="47"/>
        <pc:sldMkLst>
          <pc:docMk/>
          <pc:sldMk cId="0" sldId="259"/>
        </pc:sldMkLst>
      </pc:sldChg>
      <pc:sldChg chg="del">
        <pc:chgData name="Byrd, Andrew M." userId="2d5836b5-4a72-4fdb-bd90-63723c1cd390" providerId="ADAL" clId="{78CD908F-A682-4501-9584-C9CE5649B0F9}" dt="2024-10-11T15:40:03.037" v="246" actId="47"/>
        <pc:sldMkLst>
          <pc:docMk/>
          <pc:sldMk cId="0" sldId="260"/>
        </pc:sldMkLst>
      </pc:sldChg>
      <pc:sldChg chg="del">
        <pc:chgData name="Byrd, Andrew M." userId="2d5836b5-4a72-4fdb-bd90-63723c1cd390" providerId="ADAL" clId="{78CD908F-A682-4501-9584-C9CE5649B0F9}" dt="2024-10-11T15:39:57.929" v="245" actId="47"/>
        <pc:sldMkLst>
          <pc:docMk/>
          <pc:sldMk cId="0" sldId="261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62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63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64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65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66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67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68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69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70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71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72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73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74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75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76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77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78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79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80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81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82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83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84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85"/>
        </pc:sldMkLst>
      </pc:sldChg>
      <pc:sldChg chg="del">
        <pc:chgData name="Byrd, Andrew M." userId="2d5836b5-4a72-4fdb-bd90-63723c1cd390" providerId="ADAL" clId="{78CD908F-A682-4501-9584-C9CE5649B0F9}" dt="2024-10-11T15:39:56.758" v="244" actId="47"/>
        <pc:sldMkLst>
          <pc:docMk/>
          <pc:sldMk cId="0" sldId="286"/>
        </pc:sldMkLst>
      </pc:sldChg>
      <pc:sldChg chg="modSp mod">
        <pc:chgData name="Byrd, Andrew M." userId="2d5836b5-4a72-4fdb-bd90-63723c1cd390" providerId="ADAL" clId="{78CD908F-A682-4501-9584-C9CE5649B0F9}" dt="2024-10-11T15:32:21.387" v="25" actId="6549"/>
        <pc:sldMkLst>
          <pc:docMk/>
          <pc:sldMk cId="3631013619" sldId="297"/>
        </pc:sldMkLst>
        <pc:spChg chg="mod">
          <ac:chgData name="Byrd, Andrew M." userId="2d5836b5-4a72-4fdb-bd90-63723c1cd390" providerId="ADAL" clId="{78CD908F-A682-4501-9584-C9CE5649B0F9}" dt="2024-10-11T15:32:21.387" v="25" actId="6549"/>
          <ac:spMkLst>
            <pc:docMk/>
            <pc:sldMk cId="3631013619" sldId="297"/>
            <ac:spMk id="204" creationId="{00000000-0000-0000-0000-000000000000}"/>
          </ac:spMkLst>
        </pc:spChg>
      </pc:sldChg>
      <pc:sldChg chg="modSp mod">
        <pc:chgData name="Byrd, Andrew M." userId="2d5836b5-4a72-4fdb-bd90-63723c1cd390" providerId="ADAL" clId="{78CD908F-A682-4501-9584-C9CE5649B0F9}" dt="2024-10-11T15:32:02.142" v="20" actId="20577"/>
        <pc:sldMkLst>
          <pc:docMk/>
          <pc:sldMk cId="1876187682" sldId="298"/>
        </pc:sldMkLst>
        <pc:spChg chg="mod">
          <ac:chgData name="Byrd, Andrew M." userId="2d5836b5-4a72-4fdb-bd90-63723c1cd390" providerId="ADAL" clId="{78CD908F-A682-4501-9584-C9CE5649B0F9}" dt="2024-10-11T15:32:02.142" v="20" actId="20577"/>
          <ac:spMkLst>
            <pc:docMk/>
            <pc:sldMk cId="1876187682" sldId="298"/>
            <ac:spMk id="210" creationId="{00000000-0000-0000-0000-000000000000}"/>
          </ac:spMkLst>
        </pc:spChg>
      </pc:sldChg>
      <pc:sldChg chg="modSp mod">
        <pc:chgData name="Byrd, Andrew M." userId="2d5836b5-4a72-4fdb-bd90-63723c1cd390" providerId="ADAL" clId="{78CD908F-A682-4501-9584-C9CE5649B0F9}" dt="2024-10-11T15:33:00.745" v="40" actId="20577"/>
        <pc:sldMkLst>
          <pc:docMk/>
          <pc:sldMk cId="945444209" sldId="300"/>
        </pc:sldMkLst>
        <pc:spChg chg="mod">
          <ac:chgData name="Byrd, Andrew M." userId="2d5836b5-4a72-4fdb-bd90-63723c1cd390" providerId="ADAL" clId="{78CD908F-A682-4501-9584-C9CE5649B0F9}" dt="2024-10-11T15:33:00.745" v="40" actId="20577"/>
          <ac:spMkLst>
            <pc:docMk/>
            <pc:sldMk cId="945444209" sldId="300"/>
            <ac:spMk id="223" creationId="{00000000-0000-0000-0000-000000000000}"/>
          </ac:spMkLst>
        </pc:spChg>
      </pc:sldChg>
      <pc:sldChg chg="modSp mod">
        <pc:chgData name="Byrd, Andrew M." userId="2d5836b5-4a72-4fdb-bd90-63723c1cd390" providerId="ADAL" clId="{78CD908F-A682-4501-9584-C9CE5649B0F9}" dt="2024-10-11T15:33:39.396" v="56" actId="20577"/>
        <pc:sldMkLst>
          <pc:docMk/>
          <pc:sldMk cId="40042967" sldId="302"/>
        </pc:sldMkLst>
        <pc:spChg chg="mod">
          <ac:chgData name="Byrd, Andrew M." userId="2d5836b5-4a72-4fdb-bd90-63723c1cd390" providerId="ADAL" clId="{78CD908F-A682-4501-9584-C9CE5649B0F9}" dt="2024-10-11T15:33:39.396" v="56" actId="20577"/>
          <ac:spMkLst>
            <pc:docMk/>
            <pc:sldMk cId="40042967" sldId="302"/>
            <ac:spMk id="235" creationId="{00000000-0000-0000-0000-000000000000}"/>
          </ac:spMkLst>
        </pc:spChg>
      </pc:sldChg>
      <pc:sldChg chg="modSp mod">
        <pc:chgData name="Byrd, Andrew M." userId="2d5836b5-4a72-4fdb-bd90-63723c1cd390" providerId="ADAL" clId="{78CD908F-A682-4501-9584-C9CE5649B0F9}" dt="2024-10-11T15:33:46.377" v="59" actId="6549"/>
        <pc:sldMkLst>
          <pc:docMk/>
          <pc:sldMk cId="1433348047" sldId="303"/>
        </pc:sldMkLst>
        <pc:spChg chg="mod">
          <ac:chgData name="Byrd, Andrew M." userId="2d5836b5-4a72-4fdb-bd90-63723c1cd390" providerId="ADAL" clId="{78CD908F-A682-4501-9584-C9CE5649B0F9}" dt="2024-10-11T15:33:46.377" v="59" actId="6549"/>
          <ac:spMkLst>
            <pc:docMk/>
            <pc:sldMk cId="1433348047" sldId="303"/>
            <ac:spMk id="241" creationId="{00000000-0000-0000-0000-000000000000}"/>
          </ac:spMkLst>
        </pc:spChg>
      </pc:sldChg>
      <pc:sldChg chg="modSp mod">
        <pc:chgData name="Byrd, Andrew M." userId="2d5836b5-4a72-4fdb-bd90-63723c1cd390" providerId="ADAL" clId="{78CD908F-A682-4501-9584-C9CE5649B0F9}" dt="2024-10-11T15:39:01.344" v="243" actId="6549"/>
        <pc:sldMkLst>
          <pc:docMk/>
          <pc:sldMk cId="2473105433" sldId="308"/>
        </pc:sldMkLst>
        <pc:spChg chg="mod">
          <ac:chgData name="Byrd, Andrew M." userId="2d5836b5-4a72-4fdb-bd90-63723c1cd390" providerId="ADAL" clId="{78CD908F-A682-4501-9584-C9CE5649B0F9}" dt="2024-10-11T15:39:01.344" v="243" actId="6549"/>
          <ac:spMkLst>
            <pc:docMk/>
            <pc:sldMk cId="2473105433" sldId="308"/>
            <ac:spMk id="271" creationId="{00000000-0000-0000-0000-000000000000}"/>
          </ac:spMkLst>
        </pc:spChg>
      </pc:sldChg>
      <pc:sldChg chg="modSp mod">
        <pc:chgData name="Byrd, Andrew M." userId="2d5836b5-4a72-4fdb-bd90-63723c1cd390" providerId="ADAL" clId="{78CD908F-A682-4501-9584-C9CE5649B0F9}" dt="2024-10-11T15:35:48.107" v="165" actId="6549"/>
        <pc:sldMkLst>
          <pc:docMk/>
          <pc:sldMk cId="3044576326" sldId="312"/>
        </pc:sldMkLst>
        <pc:spChg chg="mod">
          <ac:chgData name="Byrd, Andrew M." userId="2d5836b5-4a72-4fdb-bd90-63723c1cd390" providerId="ADAL" clId="{78CD908F-A682-4501-9584-C9CE5649B0F9}" dt="2024-10-11T15:35:48.107" v="165" actId="6549"/>
          <ac:spMkLst>
            <pc:docMk/>
            <pc:sldMk cId="3044576326" sldId="312"/>
            <ac:spMk id="295" creationId="{00000000-0000-0000-0000-000000000000}"/>
          </ac:spMkLst>
        </pc:spChg>
      </pc:sldChg>
      <pc:sldChg chg="modSp mod">
        <pc:chgData name="Byrd, Andrew M." userId="2d5836b5-4a72-4fdb-bd90-63723c1cd390" providerId="ADAL" clId="{78CD908F-A682-4501-9584-C9CE5649B0F9}" dt="2024-10-11T15:37:16.417" v="212" actId="6549"/>
        <pc:sldMkLst>
          <pc:docMk/>
          <pc:sldMk cId="2542602228" sldId="315"/>
        </pc:sldMkLst>
        <pc:spChg chg="mod">
          <ac:chgData name="Byrd, Andrew M." userId="2d5836b5-4a72-4fdb-bd90-63723c1cd390" providerId="ADAL" clId="{78CD908F-A682-4501-9584-C9CE5649B0F9}" dt="2024-10-11T15:37:16.417" v="212" actId="6549"/>
          <ac:spMkLst>
            <pc:docMk/>
            <pc:sldMk cId="2542602228" sldId="315"/>
            <ac:spMk id="313" creationId="{00000000-0000-0000-0000-000000000000}"/>
          </ac:spMkLst>
        </pc:spChg>
      </pc:sldChg>
      <pc:sldChg chg="delSp modSp new mod ord">
        <pc:chgData name="Byrd, Andrew M." userId="2d5836b5-4a72-4fdb-bd90-63723c1cd390" providerId="ADAL" clId="{78CD908F-A682-4501-9584-C9CE5649B0F9}" dt="2024-10-11T15:34:22.974" v="159" actId="478"/>
        <pc:sldMkLst>
          <pc:docMk/>
          <pc:sldMk cId="3639431103" sldId="319"/>
        </pc:sldMkLst>
        <pc:spChg chg="mod">
          <ac:chgData name="Byrd, Andrew M." userId="2d5836b5-4a72-4fdb-bd90-63723c1cd390" providerId="ADAL" clId="{78CD908F-A682-4501-9584-C9CE5649B0F9}" dt="2024-10-11T15:34:18.861" v="158" actId="20577"/>
          <ac:spMkLst>
            <pc:docMk/>
            <pc:sldMk cId="3639431103" sldId="319"/>
            <ac:spMk id="2" creationId="{3199E723-52F4-8CA5-5C6F-9E036935C1C2}"/>
          </ac:spMkLst>
        </pc:spChg>
        <pc:spChg chg="del">
          <ac:chgData name="Byrd, Andrew M." userId="2d5836b5-4a72-4fdb-bd90-63723c1cd390" providerId="ADAL" clId="{78CD908F-A682-4501-9584-C9CE5649B0F9}" dt="2024-10-11T15:34:22.974" v="159" actId="478"/>
          <ac:spMkLst>
            <pc:docMk/>
            <pc:sldMk cId="3639431103" sldId="319"/>
            <ac:spMk id="3" creationId="{EA2DC30F-DE86-FC15-026F-938D7CEB333F}"/>
          </ac:spMkLst>
        </pc:spChg>
      </pc:sldChg>
      <pc:sldChg chg="addSp modSp add mod">
        <pc:chgData name="Byrd, Andrew M." userId="2d5836b5-4a72-4fdb-bd90-63723c1cd390" providerId="ADAL" clId="{78CD908F-A682-4501-9584-C9CE5649B0F9}" dt="2024-10-11T15:38:32.085" v="242" actId="1076"/>
        <pc:sldMkLst>
          <pc:docMk/>
          <pc:sldMk cId="3042135472" sldId="320"/>
        </pc:sldMkLst>
        <pc:spChg chg="add mod">
          <ac:chgData name="Byrd, Andrew M." userId="2d5836b5-4a72-4fdb-bd90-63723c1cd390" providerId="ADAL" clId="{78CD908F-A682-4501-9584-C9CE5649B0F9}" dt="2024-10-11T15:38:23.689" v="237" actId="1076"/>
          <ac:spMkLst>
            <pc:docMk/>
            <pc:sldMk cId="3042135472" sldId="320"/>
            <ac:spMk id="2" creationId="{CAD7EF10-8D54-B537-2540-2FFC40281C35}"/>
          </ac:spMkLst>
        </pc:spChg>
        <pc:spChg chg="mod">
          <ac:chgData name="Byrd, Andrew M." userId="2d5836b5-4a72-4fdb-bd90-63723c1cd390" providerId="ADAL" clId="{78CD908F-A682-4501-9584-C9CE5649B0F9}" dt="2024-10-11T15:37:46.542" v="224" actId="5793"/>
          <ac:spMkLst>
            <pc:docMk/>
            <pc:sldMk cId="3042135472" sldId="320"/>
            <ac:spMk id="312" creationId="{00000000-0000-0000-0000-000000000000}"/>
          </ac:spMkLst>
        </pc:spChg>
        <pc:spChg chg="mod">
          <ac:chgData name="Byrd, Andrew M." userId="2d5836b5-4a72-4fdb-bd90-63723c1cd390" providerId="ADAL" clId="{78CD908F-A682-4501-9584-C9CE5649B0F9}" dt="2024-10-11T15:38:32.085" v="242" actId="1076"/>
          <ac:spMkLst>
            <pc:docMk/>
            <pc:sldMk cId="3042135472" sldId="320"/>
            <ac:spMk id="313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B24486AF-EBDA-0F71-A0F5-63BDF181BE2B}"/>
    <pc:docChg chg="addSld">
      <pc:chgData name="Byrd, Andrew M." userId="S::amby222@uky.edu::2d5836b5-4a72-4fdb-bd90-63723c1cd390" providerId="AD" clId="Web-{B24486AF-EBDA-0F71-A0F5-63BDF181BE2B}" dt="2024-10-07T12:02:13.310" v="31"/>
      <pc:docMkLst>
        <pc:docMk/>
      </pc:docMkLst>
      <pc:sldChg chg="add">
        <pc:chgData name="Byrd, Andrew M." userId="S::amby222@uky.edu::2d5836b5-4a72-4fdb-bd90-63723c1cd390" providerId="AD" clId="Web-{B24486AF-EBDA-0F71-A0F5-63BDF181BE2B}" dt="2024-10-07T12:02:13.029" v="0"/>
        <pc:sldMkLst>
          <pc:docMk/>
          <pc:sldMk cId="3278631795" sldId="287"/>
        </pc:sldMkLst>
      </pc:sldChg>
      <pc:sldChg chg="add">
        <pc:chgData name="Byrd, Andrew M." userId="S::amby222@uky.edu::2d5836b5-4a72-4fdb-bd90-63723c1cd390" providerId="AD" clId="Web-{B24486AF-EBDA-0F71-A0F5-63BDF181BE2B}" dt="2024-10-07T12:02:13.044" v="1"/>
        <pc:sldMkLst>
          <pc:docMk/>
          <pc:sldMk cId="3886582952" sldId="288"/>
        </pc:sldMkLst>
      </pc:sldChg>
      <pc:sldChg chg="add">
        <pc:chgData name="Byrd, Andrew M." userId="S::amby222@uky.edu::2d5836b5-4a72-4fdb-bd90-63723c1cd390" providerId="AD" clId="Web-{B24486AF-EBDA-0F71-A0F5-63BDF181BE2B}" dt="2024-10-07T12:02:13.044" v="2"/>
        <pc:sldMkLst>
          <pc:docMk/>
          <pc:sldMk cId="3130640130" sldId="289"/>
        </pc:sldMkLst>
      </pc:sldChg>
      <pc:sldChg chg="add">
        <pc:chgData name="Byrd, Andrew M." userId="S::amby222@uky.edu::2d5836b5-4a72-4fdb-bd90-63723c1cd390" providerId="AD" clId="Web-{B24486AF-EBDA-0F71-A0F5-63BDF181BE2B}" dt="2024-10-07T12:02:13.060" v="3"/>
        <pc:sldMkLst>
          <pc:docMk/>
          <pc:sldMk cId="153052163" sldId="290"/>
        </pc:sldMkLst>
      </pc:sldChg>
      <pc:sldChg chg="add">
        <pc:chgData name="Byrd, Andrew M." userId="S::amby222@uky.edu::2d5836b5-4a72-4fdb-bd90-63723c1cd390" providerId="AD" clId="Web-{B24486AF-EBDA-0F71-A0F5-63BDF181BE2B}" dt="2024-10-07T12:02:13.060" v="4"/>
        <pc:sldMkLst>
          <pc:docMk/>
          <pc:sldMk cId="2097298763" sldId="291"/>
        </pc:sldMkLst>
      </pc:sldChg>
      <pc:sldChg chg="add">
        <pc:chgData name="Byrd, Andrew M." userId="S::amby222@uky.edu::2d5836b5-4a72-4fdb-bd90-63723c1cd390" providerId="AD" clId="Web-{B24486AF-EBDA-0F71-A0F5-63BDF181BE2B}" dt="2024-10-07T12:02:13.075" v="5"/>
        <pc:sldMkLst>
          <pc:docMk/>
          <pc:sldMk cId="1742445506" sldId="292"/>
        </pc:sldMkLst>
      </pc:sldChg>
      <pc:sldChg chg="add">
        <pc:chgData name="Byrd, Andrew M." userId="S::amby222@uky.edu::2d5836b5-4a72-4fdb-bd90-63723c1cd390" providerId="AD" clId="Web-{B24486AF-EBDA-0F71-A0F5-63BDF181BE2B}" dt="2024-10-07T12:02:13.075" v="6"/>
        <pc:sldMkLst>
          <pc:docMk/>
          <pc:sldMk cId="1561285975" sldId="293"/>
        </pc:sldMkLst>
      </pc:sldChg>
      <pc:sldChg chg="add">
        <pc:chgData name="Byrd, Andrew M." userId="S::amby222@uky.edu::2d5836b5-4a72-4fdb-bd90-63723c1cd390" providerId="AD" clId="Web-{B24486AF-EBDA-0F71-A0F5-63BDF181BE2B}" dt="2024-10-07T12:02:13.091" v="7"/>
        <pc:sldMkLst>
          <pc:docMk/>
          <pc:sldMk cId="1959256724" sldId="294"/>
        </pc:sldMkLst>
      </pc:sldChg>
      <pc:sldChg chg="add">
        <pc:chgData name="Byrd, Andrew M." userId="S::amby222@uky.edu::2d5836b5-4a72-4fdb-bd90-63723c1cd390" providerId="AD" clId="Web-{B24486AF-EBDA-0F71-A0F5-63BDF181BE2B}" dt="2024-10-07T12:02:13.091" v="8"/>
        <pc:sldMkLst>
          <pc:docMk/>
          <pc:sldMk cId="1197944192" sldId="295"/>
        </pc:sldMkLst>
      </pc:sldChg>
      <pc:sldChg chg="add">
        <pc:chgData name="Byrd, Andrew M." userId="S::amby222@uky.edu::2d5836b5-4a72-4fdb-bd90-63723c1cd390" providerId="AD" clId="Web-{B24486AF-EBDA-0F71-A0F5-63BDF181BE2B}" dt="2024-10-07T12:02:13.107" v="9"/>
        <pc:sldMkLst>
          <pc:docMk/>
          <pc:sldMk cId="3393129626" sldId="296"/>
        </pc:sldMkLst>
      </pc:sldChg>
      <pc:sldChg chg="add">
        <pc:chgData name="Byrd, Andrew M." userId="S::amby222@uky.edu::2d5836b5-4a72-4fdb-bd90-63723c1cd390" providerId="AD" clId="Web-{B24486AF-EBDA-0F71-A0F5-63BDF181BE2B}" dt="2024-10-07T12:02:13.107" v="10"/>
        <pc:sldMkLst>
          <pc:docMk/>
          <pc:sldMk cId="3631013619" sldId="297"/>
        </pc:sldMkLst>
      </pc:sldChg>
      <pc:sldChg chg="add">
        <pc:chgData name="Byrd, Andrew M." userId="S::amby222@uky.edu::2d5836b5-4a72-4fdb-bd90-63723c1cd390" providerId="AD" clId="Web-{B24486AF-EBDA-0F71-A0F5-63BDF181BE2B}" dt="2024-10-07T12:02:13.122" v="11"/>
        <pc:sldMkLst>
          <pc:docMk/>
          <pc:sldMk cId="1876187682" sldId="298"/>
        </pc:sldMkLst>
      </pc:sldChg>
      <pc:sldChg chg="add">
        <pc:chgData name="Byrd, Andrew M." userId="S::amby222@uky.edu::2d5836b5-4a72-4fdb-bd90-63723c1cd390" providerId="AD" clId="Web-{B24486AF-EBDA-0F71-A0F5-63BDF181BE2B}" dt="2024-10-07T12:02:13.138" v="12"/>
        <pc:sldMkLst>
          <pc:docMk/>
          <pc:sldMk cId="4132220145" sldId="299"/>
        </pc:sldMkLst>
      </pc:sldChg>
      <pc:sldChg chg="add">
        <pc:chgData name="Byrd, Andrew M." userId="S::amby222@uky.edu::2d5836b5-4a72-4fdb-bd90-63723c1cd390" providerId="AD" clId="Web-{B24486AF-EBDA-0F71-A0F5-63BDF181BE2B}" dt="2024-10-07T12:02:13.138" v="13"/>
        <pc:sldMkLst>
          <pc:docMk/>
          <pc:sldMk cId="945444209" sldId="300"/>
        </pc:sldMkLst>
      </pc:sldChg>
      <pc:sldChg chg="add">
        <pc:chgData name="Byrd, Andrew M." userId="S::amby222@uky.edu::2d5836b5-4a72-4fdb-bd90-63723c1cd390" providerId="AD" clId="Web-{B24486AF-EBDA-0F71-A0F5-63BDF181BE2B}" dt="2024-10-07T12:02:13.154" v="14"/>
        <pc:sldMkLst>
          <pc:docMk/>
          <pc:sldMk cId="2826730297" sldId="301"/>
        </pc:sldMkLst>
      </pc:sldChg>
      <pc:sldChg chg="add">
        <pc:chgData name="Byrd, Andrew M." userId="S::amby222@uky.edu::2d5836b5-4a72-4fdb-bd90-63723c1cd390" providerId="AD" clId="Web-{B24486AF-EBDA-0F71-A0F5-63BDF181BE2B}" dt="2024-10-07T12:02:13.154" v="15"/>
        <pc:sldMkLst>
          <pc:docMk/>
          <pc:sldMk cId="40042967" sldId="302"/>
        </pc:sldMkLst>
      </pc:sldChg>
      <pc:sldChg chg="add">
        <pc:chgData name="Byrd, Andrew M." userId="S::amby222@uky.edu::2d5836b5-4a72-4fdb-bd90-63723c1cd390" providerId="AD" clId="Web-{B24486AF-EBDA-0F71-A0F5-63BDF181BE2B}" dt="2024-10-07T12:02:13.169" v="16"/>
        <pc:sldMkLst>
          <pc:docMk/>
          <pc:sldMk cId="1433348047" sldId="303"/>
        </pc:sldMkLst>
      </pc:sldChg>
      <pc:sldChg chg="add">
        <pc:chgData name="Byrd, Andrew M." userId="S::amby222@uky.edu::2d5836b5-4a72-4fdb-bd90-63723c1cd390" providerId="AD" clId="Web-{B24486AF-EBDA-0F71-A0F5-63BDF181BE2B}" dt="2024-10-07T12:02:13.169" v="17"/>
        <pc:sldMkLst>
          <pc:docMk/>
          <pc:sldMk cId="427037001" sldId="304"/>
        </pc:sldMkLst>
      </pc:sldChg>
      <pc:sldChg chg="add">
        <pc:chgData name="Byrd, Andrew M." userId="S::amby222@uky.edu::2d5836b5-4a72-4fdb-bd90-63723c1cd390" providerId="AD" clId="Web-{B24486AF-EBDA-0F71-A0F5-63BDF181BE2B}" dt="2024-10-07T12:02:13.185" v="18"/>
        <pc:sldMkLst>
          <pc:docMk/>
          <pc:sldMk cId="3912020859" sldId="305"/>
        </pc:sldMkLst>
      </pc:sldChg>
      <pc:sldChg chg="add">
        <pc:chgData name="Byrd, Andrew M." userId="S::amby222@uky.edu::2d5836b5-4a72-4fdb-bd90-63723c1cd390" providerId="AD" clId="Web-{B24486AF-EBDA-0F71-A0F5-63BDF181BE2B}" dt="2024-10-07T12:02:13.185" v="19"/>
        <pc:sldMkLst>
          <pc:docMk/>
          <pc:sldMk cId="2646349044" sldId="306"/>
        </pc:sldMkLst>
      </pc:sldChg>
      <pc:sldChg chg="add">
        <pc:chgData name="Byrd, Andrew M." userId="S::amby222@uky.edu::2d5836b5-4a72-4fdb-bd90-63723c1cd390" providerId="AD" clId="Web-{B24486AF-EBDA-0F71-A0F5-63BDF181BE2B}" dt="2024-10-07T12:02:13.200" v="20"/>
        <pc:sldMkLst>
          <pc:docMk/>
          <pc:sldMk cId="2477637066" sldId="307"/>
        </pc:sldMkLst>
      </pc:sldChg>
      <pc:sldChg chg="add">
        <pc:chgData name="Byrd, Andrew M." userId="S::amby222@uky.edu::2d5836b5-4a72-4fdb-bd90-63723c1cd390" providerId="AD" clId="Web-{B24486AF-EBDA-0F71-A0F5-63BDF181BE2B}" dt="2024-10-07T12:02:13.200" v="21"/>
        <pc:sldMkLst>
          <pc:docMk/>
          <pc:sldMk cId="2473105433" sldId="308"/>
        </pc:sldMkLst>
      </pc:sldChg>
      <pc:sldChg chg="add">
        <pc:chgData name="Byrd, Andrew M." userId="S::amby222@uky.edu::2d5836b5-4a72-4fdb-bd90-63723c1cd390" providerId="AD" clId="Web-{B24486AF-EBDA-0F71-A0F5-63BDF181BE2B}" dt="2024-10-07T12:02:13.216" v="22"/>
        <pc:sldMkLst>
          <pc:docMk/>
          <pc:sldMk cId="1279525149" sldId="309"/>
        </pc:sldMkLst>
      </pc:sldChg>
      <pc:sldChg chg="add">
        <pc:chgData name="Byrd, Andrew M." userId="S::amby222@uky.edu::2d5836b5-4a72-4fdb-bd90-63723c1cd390" providerId="AD" clId="Web-{B24486AF-EBDA-0F71-A0F5-63BDF181BE2B}" dt="2024-10-07T12:02:13.216" v="23"/>
        <pc:sldMkLst>
          <pc:docMk/>
          <pc:sldMk cId="31027512" sldId="310"/>
        </pc:sldMkLst>
      </pc:sldChg>
      <pc:sldChg chg="add">
        <pc:chgData name="Byrd, Andrew M." userId="S::amby222@uky.edu::2d5836b5-4a72-4fdb-bd90-63723c1cd390" providerId="AD" clId="Web-{B24486AF-EBDA-0F71-A0F5-63BDF181BE2B}" dt="2024-10-07T12:02:13.232" v="24"/>
        <pc:sldMkLst>
          <pc:docMk/>
          <pc:sldMk cId="932825960" sldId="311"/>
        </pc:sldMkLst>
      </pc:sldChg>
      <pc:sldChg chg="add">
        <pc:chgData name="Byrd, Andrew M." userId="S::amby222@uky.edu::2d5836b5-4a72-4fdb-bd90-63723c1cd390" providerId="AD" clId="Web-{B24486AF-EBDA-0F71-A0F5-63BDF181BE2B}" dt="2024-10-07T12:02:13.232" v="25"/>
        <pc:sldMkLst>
          <pc:docMk/>
          <pc:sldMk cId="3044576326" sldId="312"/>
        </pc:sldMkLst>
      </pc:sldChg>
      <pc:sldChg chg="add">
        <pc:chgData name="Byrd, Andrew M." userId="S::amby222@uky.edu::2d5836b5-4a72-4fdb-bd90-63723c1cd390" providerId="AD" clId="Web-{B24486AF-EBDA-0F71-A0F5-63BDF181BE2B}" dt="2024-10-07T12:02:13.247" v="26"/>
        <pc:sldMkLst>
          <pc:docMk/>
          <pc:sldMk cId="661892570" sldId="313"/>
        </pc:sldMkLst>
      </pc:sldChg>
      <pc:sldChg chg="add">
        <pc:chgData name="Byrd, Andrew M." userId="S::amby222@uky.edu::2d5836b5-4a72-4fdb-bd90-63723c1cd390" providerId="AD" clId="Web-{B24486AF-EBDA-0F71-A0F5-63BDF181BE2B}" dt="2024-10-07T12:02:13.263" v="27"/>
        <pc:sldMkLst>
          <pc:docMk/>
          <pc:sldMk cId="2296745883" sldId="314"/>
        </pc:sldMkLst>
      </pc:sldChg>
      <pc:sldChg chg="add">
        <pc:chgData name="Byrd, Andrew M." userId="S::amby222@uky.edu::2d5836b5-4a72-4fdb-bd90-63723c1cd390" providerId="AD" clId="Web-{B24486AF-EBDA-0F71-A0F5-63BDF181BE2B}" dt="2024-10-07T12:02:13.263" v="28"/>
        <pc:sldMkLst>
          <pc:docMk/>
          <pc:sldMk cId="2542602228" sldId="315"/>
        </pc:sldMkLst>
      </pc:sldChg>
      <pc:sldChg chg="add">
        <pc:chgData name="Byrd, Andrew M." userId="S::amby222@uky.edu::2d5836b5-4a72-4fdb-bd90-63723c1cd390" providerId="AD" clId="Web-{B24486AF-EBDA-0F71-A0F5-63BDF181BE2B}" dt="2024-10-07T12:02:13.279" v="29"/>
        <pc:sldMkLst>
          <pc:docMk/>
          <pc:sldMk cId="870299714" sldId="316"/>
        </pc:sldMkLst>
      </pc:sldChg>
      <pc:sldChg chg="add">
        <pc:chgData name="Byrd, Andrew M." userId="S::amby222@uky.edu::2d5836b5-4a72-4fdb-bd90-63723c1cd390" providerId="AD" clId="Web-{B24486AF-EBDA-0F71-A0F5-63BDF181BE2B}" dt="2024-10-07T12:02:13.279" v="30"/>
        <pc:sldMkLst>
          <pc:docMk/>
          <pc:sldMk cId="3385573469" sldId="317"/>
        </pc:sldMkLst>
      </pc:sldChg>
      <pc:sldChg chg="add">
        <pc:chgData name="Byrd, Andrew M." userId="S::amby222@uky.edu::2d5836b5-4a72-4fdb-bd90-63723c1cd390" providerId="AD" clId="Web-{B24486AF-EBDA-0F71-A0F5-63BDF181BE2B}" dt="2024-10-07T12:02:13.310" v="31"/>
        <pc:sldMkLst>
          <pc:docMk/>
          <pc:sldMk cId="3245985203" sldId="318"/>
        </pc:sldMkLst>
      </pc:sldChg>
    </pc:docChg>
  </pc:docChgLst>
  <pc:docChgLst>
    <pc:chgData name="Byrd, Andrew M." userId="S::amby222@uky.edu::2d5836b5-4a72-4fdb-bd90-63723c1cd390" providerId="AD" clId="Web-{B736A344-CB4E-8669-C21B-7008ACC8DEDC}"/>
    <pc:docChg chg="addSld delSld modSld sldOrd">
      <pc:chgData name="Byrd, Andrew M." userId="S::amby222@uky.edu::2d5836b5-4a72-4fdb-bd90-63723c1cd390" providerId="AD" clId="Web-{B736A344-CB4E-8669-C21B-7008ACC8DEDC}" dt="2024-10-15T13:45:01.681" v="251" actId="14100"/>
      <pc:docMkLst>
        <pc:docMk/>
      </pc:docMkLst>
      <pc:sldChg chg="ord">
        <pc:chgData name="Byrd, Andrew M." userId="S::amby222@uky.edu::2d5836b5-4a72-4fdb-bd90-63723c1cd390" providerId="AD" clId="Web-{B736A344-CB4E-8669-C21B-7008ACC8DEDC}" dt="2024-10-15T13:40:44.671" v="76"/>
        <pc:sldMkLst>
          <pc:docMk/>
          <pc:sldMk cId="427037001" sldId="304"/>
        </pc:sldMkLst>
      </pc:sldChg>
      <pc:sldChg chg="modSp">
        <pc:chgData name="Byrd, Andrew M." userId="S::amby222@uky.edu::2d5836b5-4a72-4fdb-bd90-63723c1cd390" providerId="AD" clId="Web-{B736A344-CB4E-8669-C21B-7008ACC8DEDC}" dt="2024-10-15T13:40:53.859" v="79" actId="20577"/>
        <pc:sldMkLst>
          <pc:docMk/>
          <pc:sldMk cId="3912020859" sldId="305"/>
        </pc:sldMkLst>
        <pc:spChg chg="mod">
          <ac:chgData name="Byrd, Andrew M." userId="S::amby222@uky.edu::2d5836b5-4a72-4fdb-bd90-63723c1cd390" providerId="AD" clId="Web-{B736A344-CB4E-8669-C21B-7008ACC8DEDC}" dt="2024-10-15T13:40:53.859" v="79" actId="20577"/>
          <ac:spMkLst>
            <pc:docMk/>
            <pc:sldMk cId="3912020859" sldId="305"/>
            <ac:spMk id="253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B736A344-CB4E-8669-C21B-7008ACC8DEDC}" dt="2024-10-15T13:40:40.889" v="75"/>
        <pc:sldMkLst>
          <pc:docMk/>
          <pc:sldMk cId="3639431103" sldId="319"/>
        </pc:sldMkLst>
      </pc:sldChg>
      <pc:sldChg chg="modSp new ord">
        <pc:chgData name="Byrd, Andrew M." userId="S::amby222@uky.edu::2d5836b5-4a72-4fdb-bd90-63723c1cd390" providerId="AD" clId="Web-{B736A344-CB4E-8669-C21B-7008ACC8DEDC}" dt="2024-10-15T13:39:48.106" v="17" actId="14100"/>
        <pc:sldMkLst>
          <pc:docMk/>
          <pc:sldMk cId="210489150" sldId="331"/>
        </pc:sldMkLst>
        <pc:spChg chg="mod">
          <ac:chgData name="Byrd, Andrew M." userId="S::amby222@uky.edu::2d5836b5-4a72-4fdb-bd90-63723c1cd390" providerId="AD" clId="Web-{B736A344-CB4E-8669-C21B-7008ACC8DEDC}" dt="2024-10-15T13:39:32.152" v="3" actId="20577"/>
          <ac:spMkLst>
            <pc:docMk/>
            <pc:sldMk cId="210489150" sldId="331"/>
            <ac:spMk id="2" creationId="{81A8EE8C-106F-62BA-A77C-954E8441EB8D}"/>
          </ac:spMkLst>
        </pc:spChg>
        <pc:spChg chg="mod">
          <ac:chgData name="Byrd, Andrew M." userId="S::amby222@uky.edu::2d5836b5-4a72-4fdb-bd90-63723c1cd390" providerId="AD" clId="Web-{B736A344-CB4E-8669-C21B-7008ACC8DEDC}" dt="2024-10-15T13:39:48.106" v="17" actId="14100"/>
          <ac:spMkLst>
            <pc:docMk/>
            <pc:sldMk cId="210489150" sldId="331"/>
            <ac:spMk id="3" creationId="{D054CFD8-CC98-6258-DF87-F3BBE3D99311}"/>
          </ac:spMkLst>
        </pc:spChg>
      </pc:sldChg>
      <pc:sldChg chg="delSp modSp new">
        <pc:chgData name="Byrd, Andrew M." userId="S::amby222@uky.edu::2d5836b5-4a72-4fdb-bd90-63723c1cd390" providerId="AD" clId="Web-{B736A344-CB4E-8669-C21B-7008ACC8DEDC}" dt="2024-10-15T13:40:15.826" v="74"/>
        <pc:sldMkLst>
          <pc:docMk/>
          <pc:sldMk cId="3523425562" sldId="332"/>
        </pc:sldMkLst>
        <pc:spChg chg="mod">
          <ac:chgData name="Byrd, Andrew M." userId="S::amby222@uky.edu::2d5836b5-4a72-4fdb-bd90-63723c1cd390" providerId="AD" clId="Web-{B736A344-CB4E-8669-C21B-7008ACC8DEDC}" dt="2024-10-15T13:40:15.029" v="73" actId="20577"/>
          <ac:spMkLst>
            <pc:docMk/>
            <pc:sldMk cId="3523425562" sldId="332"/>
            <ac:spMk id="2" creationId="{C9B7166F-6C13-5F10-433A-F2C10853749A}"/>
          </ac:spMkLst>
        </pc:spChg>
        <pc:spChg chg="del">
          <ac:chgData name="Byrd, Andrew M." userId="S::amby222@uky.edu::2d5836b5-4a72-4fdb-bd90-63723c1cd390" providerId="AD" clId="Web-{B736A344-CB4E-8669-C21B-7008ACC8DEDC}" dt="2024-10-15T13:40:15.826" v="74"/>
          <ac:spMkLst>
            <pc:docMk/>
            <pc:sldMk cId="3523425562" sldId="332"/>
            <ac:spMk id="3" creationId="{F1BD7DB7-AD70-9A9D-7B11-76ECFA42DC75}"/>
          </ac:spMkLst>
        </pc:spChg>
      </pc:sldChg>
      <pc:sldChg chg="modSp new">
        <pc:chgData name="Byrd, Andrew M." userId="S::amby222@uky.edu::2d5836b5-4a72-4fdb-bd90-63723c1cd390" providerId="AD" clId="Web-{B736A344-CB4E-8669-C21B-7008ACC8DEDC}" dt="2024-10-15T13:43:04.832" v="169" actId="20577"/>
        <pc:sldMkLst>
          <pc:docMk/>
          <pc:sldMk cId="2076168026" sldId="333"/>
        </pc:sldMkLst>
        <pc:spChg chg="mod">
          <ac:chgData name="Byrd, Andrew M." userId="S::amby222@uky.edu::2d5836b5-4a72-4fdb-bd90-63723c1cd390" providerId="AD" clId="Web-{B736A344-CB4E-8669-C21B-7008ACC8DEDC}" dt="2024-10-15T13:43:04.832" v="169" actId="20577"/>
          <ac:spMkLst>
            <pc:docMk/>
            <pc:sldMk cId="2076168026" sldId="333"/>
            <ac:spMk id="2" creationId="{61850A74-7981-5CE0-069E-AAA185645602}"/>
          </ac:spMkLst>
        </pc:spChg>
        <pc:spChg chg="mod">
          <ac:chgData name="Byrd, Andrew M." userId="S::amby222@uky.edu::2d5836b5-4a72-4fdb-bd90-63723c1cd390" providerId="AD" clId="Web-{B736A344-CB4E-8669-C21B-7008ACC8DEDC}" dt="2024-10-15T13:42:58.676" v="163" actId="20577"/>
          <ac:spMkLst>
            <pc:docMk/>
            <pc:sldMk cId="2076168026" sldId="333"/>
            <ac:spMk id="3" creationId="{49A2541D-C5CD-2066-067A-6F2F7E6072E2}"/>
          </ac:spMkLst>
        </pc:spChg>
      </pc:sldChg>
      <pc:sldChg chg="new">
        <pc:chgData name="Byrd, Andrew M." userId="S::amby222@uky.edu::2d5836b5-4a72-4fdb-bd90-63723c1cd390" providerId="AD" clId="Web-{B736A344-CB4E-8669-C21B-7008ACC8DEDC}" dt="2024-10-15T13:43:14.130" v="170"/>
        <pc:sldMkLst>
          <pc:docMk/>
          <pc:sldMk cId="4208426887" sldId="334"/>
        </pc:sldMkLst>
      </pc:sldChg>
      <pc:sldChg chg="modSp new">
        <pc:chgData name="Byrd, Andrew M." userId="S::amby222@uky.edu::2d5836b5-4a72-4fdb-bd90-63723c1cd390" providerId="AD" clId="Web-{B736A344-CB4E-8669-C21B-7008ACC8DEDC}" dt="2024-10-15T13:45:01.681" v="251" actId="14100"/>
        <pc:sldMkLst>
          <pc:docMk/>
          <pc:sldMk cId="618834530" sldId="335"/>
        </pc:sldMkLst>
        <pc:spChg chg="mod">
          <ac:chgData name="Byrd, Andrew M." userId="S::amby222@uky.edu::2d5836b5-4a72-4fdb-bd90-63723c1cd390" providerId="AD" clId="Web-{B736A344-CB4E-8669-C21B-7008ACC8DEDC}" dt="2024-10-15T13:43:48.944" v="189" actId="20577"/>
          <ac:spMkLst>
            <pc:docMk/>
            <pc:sldMk cId="618834530" sldId="335"/>
            <ac:spMk id="2" creationId="{2201299D-A01B-0AB7-E0AA-F088AF10213A}"/>
          </ac:spMkLst>
        </pc:spChg>
        <pc:spChg chg="mod">
          <ac:chgData name="Byrd, Andrew M." userId="S::amby222@uky.edu::2d5836b5-4a72-4fdb-bd90-63723c1cd390" providerId="AD" clId="Web-{B736A344-CB4E-8669-C21B-7008ACC8DEDC}" dt="2024-10-15T13:45:01.681" v="251" actId="14100"/>
          <ac:spMkLst>
            <pc:docMk/>
            <pc:sldMk cId="618834530" sldId="335"/>
            <ac:spMk id="3" creationId="{7C8AD862-5784-F69B-0E3A-B25627D19148}"/>
          </ac:spMkLst>
        </pc:spChg>
      </pc:sldChg>
    </pc:docChg>
  </pc:docChgLst>
  <pc:docChgLst>
    <pc:chgData name="Byrd, Andrew M." userId="S::amby222@uky.edu::2d5836b5-4a72-4fdb-bd90-63723c1cd390" providerId="AD" clId="Web-{F6C81923-2344-A734-6A38-C2DCFB6CCA1B}"/>
    <pc:docChg chg="modSld">
      <pc:chgData name="Byrd, Andrew M." userId="S::amby222@uky.edu::2d5836b5-4a72-4fdb-bd90-63723c1cd390" providerId="AD" clId="Web-{F6C81923-2344-A734-6A38-C2DCFB6CCA1B}" dt="2024-10-18T14:36:06.437" v="106" actId="20577"/>
      <pc:docMkLst>
        <pc:docMk/>
      </pc:docMkLst>
      <pc:sldChg chg="addSp delSp modSp">
        <pc:chgData name="Byrd, Andrew M." userId="S::amby222@uky.edu::2d5836b5-4a72-4fdb-bd90-63723c1cd390" providerId="AD" clId="Web-{F6C81923-2344-A734-6A38-C2DCFB6CCA1B}" dt="2024-10-18T14:34:41.952" v="103"/>
        <pc:sldMkLst>
          <pc:docMk/>
          <pc:sldMk cId="870299714" sldId="316"/>
        </pc:sldMkLst>
        <pc:spChg chg="add del mod">
          <ac:chgData name="Byrd, Andrew M." userId="S::amby222@uky.edu::2d5836b5-4a72-4fdb-bd90-63723c1cd390" providerId="AD" clId="Web-{F6C81923-2344-A734-6A38-C2DCFB6CCA1B}" dt="2024-10-18T14:34:41.952" v="103"/>
          <ac:spMkLst>
            <pc:docMk/>
            <pc:sldMk cId="870299714" sldId="316"/>
            <ac:spMk id="3" creationId="{9155CA9B-47B4-B48A-5E43-86111452CD3F}"/>
          </ac:spMkLst>
        </pc:spChg>
        <pc:spChg chg="add del">
          <ac:chgData name="Byrd, Andrew M." userId="S::amby222@uky.edu::2d5836b5-4a72-4fdb-bd90-63723c1cd390" providerId="AD" clId="Web-{F6C81923-2344-A734-6A38-C2DCFB6CCA1B}" dt="2024-10-18T14:34:41.952" v="103"/>
          <ac:spMkLst>
            <pc:docMk/>
            <pc:sldMk cId="870299714" sldId="316"/>
            <ac:spMk id="319" creationId="{00000000-0000-0000-0000-000000000000}"/>
          </ac:spMkLst>
        </pc:spChg>
        <pc:graphicFrameChg chg="mod modGraphic">
          <ac:chgData name="Byrd, Andrew M." userId="S::amby222@uky.edu::2d5836b5-4a72-4fdb-bd90-63723c1cd390" providerId="AD" clId="Web-{F6C81923-2344-A734-6A38-C2DCFB6CCA1B}" dt="2024-10-18T14:34:34.358" v="101"/>
          <ac:graphicFrameMkLst>
            <pc:docMk/>
            <pc:sldMk cId="870299714" sldId="316"/>
            <ac:graphicFrameMk id="320" creationId="{00000000-0000-0000-0000-000000000000}"/>
          </ac:graphicFrameMkLst>
        </pc:graphicFrameChg>
      </pc:sldChg>
      <pc:sldChg chg="modSp">
        <pc:chgData name="Byrd, Andrew M." userId="S::amby222@uky.edu::2d5836b5-4a72-4fdb-bd90-63723c1cd390" providerId="AD" clId="Web-{F6C81923-2344-A734-6A38-C2DCFB6CCA1B}" dt="2024-10-18T14:36:06.437" v="106" actId="20577"/>
        <pc:sldMkLst>
          <pc:docMk/>
          <pc:sldMk cId="3039025479" sldId="356"/>
        </pc:sldMkLst>
        <pc:spChg chg="mod">
          <ac:chgData name="Byrd, Andrew M." userId="S::amby222@uky.edu::2d5836b5-4a72-4fdb-bd90-63723c1cd390" providerId="AD" clId="Web-{F6C81923-2344-A734-6A38-C2DCFB6CCA1B}" dt="2024-10-18T14:36:06.437" v="106" actId="20577"/>
          <ac:spMkLst>
            <pc:docMk/>
            <pc:sldMk cId="3039025479" sldId="356"/>
            <ac:spMk id="3" creationId="{3EFB1D9D-337A-CF9B-47A1-2E0A4E573155}"/>
          </ac:spMkLst>
        </pc:spChg>
      </pc:sldChg>
    </pc:docChg>
  </pc:docChgLst>
  <pc:docChgLst>
    <pc:chgData name="Byrd, Andrew M." userId="2d5836b5-4a72-4fdb-bd90-63723c1cd390" providerId="ADAL" clId="{0B488DE7-CB88-4109-84E1-1CAA4E8FBAB4}"/>
    <pc:docChg chg="undo redo custSel addSld delSld modSld sldOrd">
      <pc:chgData name="Byrd, Andrew M." userId="2d5836b5-4a72-4fdb-bd90-63723c1cd390" providerId="ADAL" clId="{0B488DE7-CB88-4109-84E1-1CAA4E8FBAB4}" dt="2024-10-17T18:26:34.977" v="4016" actId="1076"/>
      <pc:docMkLst>
        <pc:docMk/>
      </pc:docMkLst>
      <pc:sldChg chg="modSp mod">
        <pc:chgData name="Byrd, Andrew M." userId="2d5836b5-4a72-4fdb-bd90-63723c1cd390" providerId="ADAL" clId="{0B488DE7-CB88-4109-84E1-1CAA4E8FBAB4}" dt="2024-10-14T13:06:52.283" v="71" actId="20577"/>
        <pc:sldMkLst>
          <pc:docMk/>
          <pc:sldMk cId="1876187682" sldId="298"/>
        </pc:sldMkLst>
        <pc:spChg chg="mod">
          <ac:chgData name="Byrd, Andrew M." userId="2d5836b5-4a72-4fdb-bd90-63723c1cd390" providerId="ADAL" clId="{0B488DE7-CB88-4109-84E1-1CAA4E8FBAB4}" dt="2024-10-14T13:06:52.283" v="71" actId="20577"/>
          <ac:spMkLst>
            <pc:docMk/>
            <pc:sldMk cId="1876187682" sldId="298"/>
            <ac:spMk id="209" creationId="{00000000-0000-0000-0000-000000000000}"/>
          </ac:spMkLst>
        </pc:spChg>
      </pc:sldChg>
      <pc:sldChg chg="addSp modSp mod">
        <pc:chgData name="Byrd, Andrew M." userId="2d5836b5-4a72-4fdb-bd90-63723c1cd390" providerId="ADAL" clId="{0B488DE7-CB88-4109-84E1-1CAA4E8FBAB4}" dt="2024-10-14T13:07:37.306" v="78" actId="1076"/>
        <pc:sldMkLst>
          <pc:docMk/>
          <pc:sldMk cId="4132220145" sldId="299"/>
        </pc:sldMkLst>
        <pc:spChg chg="add mod">
          <ac:chgData name="Byrd, Andrew M." userId="2d5836b5-4a72-4fdb-bd90-63723c1cd390" providerId="ADAL" clId="{0B488DE7-CB88-4109-84E1-1CAA4E8FBAB4}" dt="2024-10-14T13:07:30.364" v="75" actId="14100"/>
          <ac:spMkLst>
            <pc:docMk/>
            <pc:sldMk cId="4132220145" sldId="299"/>
            <ac:spMk id="2" creationId="{A319777F-18F0-2CCC-4628-77BBE9ED41B3}"/>
          </ac:spMkLst>
        </pc:spChg>
        <pc:spChg chg="add mod">
          <ac:chgData name="Byrd, Andrew M." userId="2d5836b5-4a72-4fdb-bd90-63723c1cd390" providerId="ADAL" clId="{0B488DE7-CB88-4109-84E1-1CAA4E8FBAB4}" dt="2024-10-14T13:07:37.306" v="78" actId="1076"/>
          <ac:spMkLst>
            <pc:docMk/>
            <pc:sldMk cId="4132220145" sldId="299"/>
            <ac:spMk id="3" creationId="{72620F4E-EB06-28C7-1C6C-8A2AA73CE883}"/>
          </ac:spMkLst>
        </pc:spChg>
        <pc:picChg chg="mod">
          <ac:chgData name="Byrd, Andrew M." userId="2d5836b5-4a72-4fdb-bd90-63723c1cd390" providerId="ADAL" clId="{0B488DE7-CB88-4109-84E1-1CAA4E8FBAB4}" dt="2024-10-14T13:07:32.257" v="76" actId="1076"/>
          <ac:picMkLst>
            <pc:docMk/>
            <pc:sldMk cId="4132220145" sldId="299"/>
            <ac:picMk id="217" creationId="{00000000-0000-0000-0000-000000000000}"/>
          </ac:picMkLst>
        </pc:picChg>
      </pc:sldChg>
      <pc:sldChg chg="modSp mod">
        <pc:chgData name="Byrd, Andrew M." userId="2d5836b5-4a72-4fdb-bd90-63723c1cd390" providerId="ADAL" clId="{0B488DE7-CB88-4109-84E1-1CAA4E8FBAB4}" dt="2024-10-14T13:09:25.748" v="240" actId="20577"/>
        <pc:sldMkLst>
          <pc:docMk/>
          <pc:sldMk cId="945444209" sldId="300"/>
        </pc:sldMkLst>
        <pc:spChg chg="mod">
          <ac:chgData name="Byrd, Andrew M." userId="2d5836b5-4a72-4fdb-bd90-63723c1cd390" providerId="ADAL" clId="{0B488DE7-CB88-4109-84E1-1CAA4E8FBAB4}" dt="2024-10-14T13:09:06.022" v="191" actId="20577"/>
          <ac:spMkLst>
            <pc:docMk/>
            <pc:sldMk cId="945444209" sldId="300"/>
            <ac:spMk id="222" creationId="{00000000-0000-0000-0000-000000000000}"/>
          </ac:spMkLst>
        </pc:spChg>
        <pc:spChg chg="mod">
          <ac:chgData name="Byrd, Andrew M." userId="2d5836b5-4a72-4fdb-bd90-63723c1cd390" providerId="ADAL" clId="{0B488DE7-CB88-4109-84E1-1CAA4E8FBAB4}" dt="2024-10-14T13:09:25.748" v="240" actId="20577"/>
          <ac:spMkLst>
            <pc:docMk/>
            <pc:sldMk cId="945444209" sldId="300"/>
            <ac:spMk id="223" creationId="{00000000-0000-0000-0000-000000000000}"/>
          </ac:spMkLst>
        </pc:spChg>
      </pc:sldChg>
      <pc:sldChg chg="modSp mod">
        <pc:chgData name="Byrd, Andrew M." userId="2d5836b5-4a72-4fdb-bd90-63723c1cd390" providerId="ADAL" clId="{0B488DE7-CB88-4109-84E1-1CAA4E8FBAB4}" dt="2024-10-15T13:55:09.060" v="652" actId="14100"/>
        <pc:sldMkLst>
          <pc:docMk/>
          <pc:sldMk cId="2477637066" sldId="307"/>
        </pc:sldMkLst>
        <pc:spChg chg="mod">
          <ac:chgData name="Byrd, Andrew M." userId="2d5836b5-4a72-4fdb-bd90-63723c1cd390" providerId="ADAL" clId="{0B488DE7-CB88-4109-84E1-1CAA4E8FBAB4}" dt="2024-10-15T13:54:54.493" v="616" actId="20577"/>
          <ac:spMkLst>
            <pc:docMk/>
            <pc:sldMk cId="2477637066" sldId="307"/>
            <ac:spMk id="264" creationId="{00000000-0000-0000-0000-000000000000}"/>
          </ac:spMkLst>
        </pc:spChg>
        <pc:spChg chg="mod">
          <ac:chgData name="Byrd, Andrew M." userId="2d5836b5-4a72-4fdb-bd90-63723c1cd390" providerId="ADAL" clId="{0B488DE7-CB88-4109-84E1-1CAA4E8FBAB4}" dt="2024-10-15T13:55:09.060" v="652" actId="14100"/>
          <ac:spMkLst>
            <pc:docMk/>
            <pc:sldMk cId="2477637066" sldId="307"/>
            <ac:spMk id="265" creationId="{00000000-0000-0000-0000-000000000000}"/>
          </ac:spMkLst>
        </pc:spChg>
      </pc:sldChg>
      <pc:sldChg chg="modSp mod">
        <pc:chgData name="Byrd, Andrew M." userId="2d5836b5-4a72-4fdb-bd90-63723c1cd390" providerId="ADAL" clId="{0B488DE7-CB88-4109-84E1-1CAA4E8FBAB4}" dt="2024-10-16T19:06:01.687" v="1424" actId="14100"/>
        <pc:sldMkLst>
          <pc:docMk/>
          <pc:sldMk cId="31027512" sldId="310"/>
        </pc:sldMkLst>
        <pc:spChg chg="mod">
          <ac:chgData name="Byrd, Andrew M." userId="2d5836b5-4a72-4fdb-bd90-63723c1cd390" providerId="ADAL" clId="{0B488DE7-CB88-4109-84E1-1CAA4E8FBAB4}" dt="2024-10-16T19:06:01.687" v="1424" actId="14100"/>
          <ac:spMkLst>
            <pc:docMk/>
            <pc:sldMk cId="31027512" sldId="310"/>
            <ac:spMk id="283" creationId="{00000000-0000-0000-0000-000000000000}"/>
          </ac:spMkLst>
        </pc:spChg>
      </pc:sldChg>
      <pc:sldChg chg="modSp mod">
        <pc:chgData name="Byrd, Andrew M." userId="2d5836b5-4a72-4fdb-bd90-63723c1cd390" providerId="ADAL" clId="{0B488DE7-CB88-4109-84E1-1CAA4E8FBAB4}" dt="2024-10-16T19:11:56.066" v="1664" actId="20577"/>
        <pc:sldMkLst>
          <pc:docMk/>
          <pc:sldMk cId="932825960" sldId="311"/>
        </pc:sldMkLst>
        <pc:spChg chg="mod">
          <ac:chgData name="Byrd, Andrew M." userId="2d5836b5-4a72-4fdb-bd90-63723c1cd390" providerId="ADAL" clId="{0B488DE7-CB88-4109-84E1-1CAA4E8FBAB4}" dt="2024-10-16T19:11:56.066" v="1664" actId="20577"/>
          <ac:spMkLst>
            <pc:docMk/>
            <pc:sldMk cId="932825960" sldId="311"/>
            <ac:spMk id="288" creationId="{00000000-0000-0000-0000-000000000000}"/>
          </ac:spMkLst>
        </pc:spChg>
        <pc:spChg chg="mod">
          <ac:chgData name="Byrd, Andrew M." userId="2d5836b5-4a72-4fdb-bd90-63723c1cd390" providerId="ADAL" clId="{0B488DE7-CB88-4109-84E1-1CAA4E8FBAB4}" dt="2024-10-16T19:11:48.429" v="1653" actId="6549"/>
          <ac:spMkLst>
            <pc:docMk/>
            <pc:sldMk cId="932825960" sldId="311"/>
            <ac:spMk id="289" creationId="{00000000-0000-0000-0000-000000000000}"/>
          </ac:spMkLst>
        </pc:spChg>
      </pc:sldChg>
      <pc:sldChg chg="modSp mod">
        <pc:chgData name="Byrd, Andrew M." userId="2d5836b5-4a72-4fdb-bd90-63723c1cd390" providerId="ADAL" clId="{0B488DE7-CB88-4109-84E1-1CAA4E8FBAB4}" dt="2024-10-16T19:17:17.202" v="1916" actId="1076"/>
        <pc:sldMkLst>
          <pc:docMk/>
          <pc:sldMk cId="3044576326" sldId="312"/>
        </pc:sldMkLst>
        <pc:spChg chg="mod">
          <ac:chgData name="Byrd, Andrew M." userId="2d5836b5-4a72-4fdb-bd90-63723c1cd390" providerId="ADAL" clId="{0B488DE7-CB88-4109-84E1-1CAA4E8FBAB4}" dt="2024-10-16T19:17:17.202" v="1916" actId="1076"/>
          <ac:spMkLst>
            <pc:docMk/>
            <pc:sldMk cId="3044576326" sldId="312"/>
            <ac:spMk id="295" creationId="{00000000-0000-0000-0000-000000000000}"/>
          </ac:spMkLst>
        </pc:spChg>
      </pc:sldChg>
      <pc:sldChg chg="addSp delSp modSp mod">
        <pc:chgData name="Byrd, Andrew M." userId="2d5836b5-4a72-4fdb-bd90-63723c1cd390" providerId="ADAL" clId="{0B488DE7-CB88-4109-84E1-1CAA4E8FBAB4}" dt="2024-10-16T19:16:38.820" v="1910" actId="313"/>
        <pc:sldMkLst>
          <pc:docMk/>
          <pc:sldMk cId="661892570" sldId="313"/>
        </pc:sldMkLst>
        <pc:spChg chg="mod">
          <ac:chgData name="Byrd, Andrew M." userId="2d5836b5-4a72-4fdb-bd90-63723c1cd390" providerId="ADAL" clId="{0B488DE7-CB88-4109-84E1-1CAA4E8FBAB4}" dt="2024-10-16T19:15:07.529" v="1770" actId="20577"/>
          <ac:spMkLst>
            <pc:docMk/>
            <pc:sldMk cId="661892570" sldId="313"/>
            <ac:spMk id="300" creationId="{00000000-0000-0000-0000-000000000000}"/>
          </ac:spMkLst>
        </pc:spChg>
        <pc:spChg chg="mod">
          <ac:chgData name="Byrd, Andrew M." userId="2d5836b5-4a72-4fdb-bd90-63723c1cd390" providerId="ADAL" clId="{0B488DE7-CB88-4109-84E1-1CAA4E8FBAB4}" dt="2024-10-16T19:16:38.820" v="1910" actId="313"/>
          <ac:spMkLst>
            <pc:docMk/>
            <pc:sldMk cId="661892570" sldId="313"/>
            <ac:spMk id="301" creationId="{00000000-0000-0000-0000-000000000000}"/>
          </ac:spMkLst>
        </pc:spChg>
        <pc:picChg chg="add del mod">
          <ac:chgData name="Byrd, Andrew M." userId="2d5836b5-4a72-4fdb-bd90-63723c1cd390" providerId="ADAL" clId="{0B488DE7-CB88-4109-84E1-1CAA4E8FBAB4}" dt="2024-10-16T19:16:04.084" v="1868" actId="478"/>
          <ac:picMkLst>
            <pc:docMk/>
            <pc:sldMk cId="661892570" sldId="313"/>
            <ac:picMk id="3" creationId="{20DE16F8-1D4F-9474-F087-BD253845A5B5}"/>
          </ac:picMkLst>
        </pc:picChg>
      </pc:sldChg>
      <pc:sldChg chg="modSp mod">
        <pc:chgData name="Byrd, Andrew M." userId="2d5836b5-4a72-4fdb-bd90-63723c1cd390" providerId="ADAL" clId="{0B488DE7-CB88-4109-84E1-1CAA4E8FBAB4}" dt="2024-10-16T19:36:33.283" v="3083" actId="403"/>
        <pc:sldMkLst>
          <pc:docMk/>
          <pc:sldMk cId="2296745883" sldId="314"/>
        </pc:sldMkLst>
        <pc:spChg chg="mod">
          <ac:chgData name="Byrd, Andrew M." userId="2d5836b5-4a72-4fdb-bd90-63723c1cd390" providerId="ADAL" clId="{0B488DE7-CB88-4109-84E1-1CAA4E8FBAB4}" dt="2024-10-16T19:36:33.283" v="3083" actId="403"/>
          <ac:spMkLst>
            <pc:docMk/>
            <pc:sldMk cId="2296745883" sldId="314"/>
            <ac:spMk id="307" creationId="{00000000-0000-0000-0000-000000000000}"/>
          </ac:spMkLst>
        </pc:spChg>
      </pc:sldChg>
      <pc:sldChg chg="modSp mod">
        <pc:chgData name="Byrd, Andrew M." userId="2d5836b5-4a72-4fdb-bd90-63723c1cd390" providerId="ADAL" clId="{0B488DE7-CB88-4109-84E1-1CAA4E8FBAB4}" dt="2024-10-16T19:45:23.925" v="3346" actId="114"/>
        <pc:sldMkLst>
          <pc:docMk/>
          <pc:sldMk cId="870299714" sldId="316"/>
        </pc:sldMkLst>
        <pc:spChg chg="mod">
          <ac:chgData name="Byrd, Andrew M." userId="2d5836b5-4a72-4fdb-bd90-63723c1cd390" providerId="ADAL" clId="{0B488DE7-CB88-4109-84E1-1CAA4E8FBAB4}" dt="2024-10-16T19:33:16.728" v="2804" actId="5793"/>
          <ac:spMkLst>
            <pc:docMk/>
            <pc:sldMk cId="870299714" sldId="316"/>
            <ac:spMk id="318" creationId="{00000000-0000-0000-0000-000000000000}"/>
          </ac:spMkLst>
        </pc:spChg>
        <pc:spChg chg="mod">
          <ac:chgData name="Byrd, Andrew M." userId="2d5836b5-4a72-4fdb-bd90-63723c1cd390" providerId="ADAL" clId="{0B488DE7-CB88-4109-84E1-1CAA4E8FBAB4}" dt="2024-10-16T19:41:58.905" v="3286" actId="20577"/>
          <ac:spMkLst>
            <pc:docMk/>
            <pc:sldMk cId="870299714" sldId="316"/>
            <ac:spMk id="319" creationId="{00000000-0000-0000-0000-000000000000}"/>
          </ac:spMkLst>
        </pc:spChg>
        <pc:graphicFrameChg chg="mod modGraphic">
          <ac:chgData name="Byrd, Andrew M." userId="2d5836b5-4a72-4fdb-bd90-63723c1cd390" providerId="ADAL" clId="{0B488DE7-CB88-4109-84E1-1CAA4E8FBAB4}" dt="2024-10-16T19:45:23.925" v="3346" actId="114"/>
          <ac:graphicFrameMkLst>
            <pc:docMk/>
            <pc:sldMk cId="870299714" sldId="316"/>
            <ac:graphicFrameMk id="320" creationId="{00000000-0000-0000-0000-000000000000}"/>
          </ac:graphicFrameMkLst>
        </pc:graphicFrameChg>
      </pc:sldChg>
      <pc:sldChg chg="modSp mod">
        <pc:chgData name="Byrd, Andrew M." userId="2d5836b5-4a72-4fdb-bd90-63723c1cd390" providerId="ADAL" clId="{0B488DE7-CB88-4109-84E1-1CAA4E8FBAB4}" dt="2024-10-16T19:36:01.341" v="3071" actId="207"/>
        <pc:sldMkLst>
          <pc:docMk/>
          <pc:sldMk cId="3385573469" sldId="317"/>
        </pc:sldMkLst>
        <pc:graphicFrameChg chg="modGraphic">
          <ac:chgData name="Byrd, Andrew M." userId="2d5836b5-4a72-4fdb-bd90-63723c1cd390" providerId="ADAL" clId="{0B488DE7-CB88-4109-84E1-1CAA4E8FBAB4}" dt="2024-10-16T19:36:01.341" v="3071" actId="207"/>
          <ac:graphicFrameMkLst>
            <pc:docMk/>
            <pc:sldMk cId="3385573469" sldId="317"/>
            <ac:graphicFrameMk id="326" creationId="{00000000-0000-0000-0000-000000000000}"/>
          </ac:graphicFrameMkLst>
        </pc:graphicFrameChg>
      </pc:sldChg>
      <pc:sldChg chg="modSp mod">
        <pc:chgData name="Byrd, Andrew M." userId="2d5836b5-4a72-4fdb-bd90-63723c1cd390" providerId="ADAL" clId="{0B488DE7-CB88-4109-84E1-1CAA4E8FBAB4}" dt="2024-10-17T18:25:18.372" v="3999" actId="20577"/>
        <pc:sldMkLst>
          <pc:docMk/>
          <pc:sldMk cId="3245985203" sldId="318"/>
        </pc:sldMkLst>
        <pc:spChg chg="mod">
          <ac:chgData name="Byrd, Andrew M." userId="2d5836b5-4a72-4fdb-bd90-63723c1cd390" providerId="ADAL" clId="{0B488DE7-CB88-4109-84E1-1CAA4E8FBAB4}" dt="2024-10-17T18:25:18.372" v="3999" actId="20577"/>
          <ac:spMkLst>
            <pc:docMk/>
            <pc:sldMk cId="3245985203" sldId="318"/>
            <ac:spMk id="331" creationId="{00000000-0000-0000-0000-000000000000}"/>
          </ac:spMkLst>
        </pc:spChg>
        <pc:graphicFrameChg chg="modGraphic">
          <ac:chgData name="Byrd, Andrew M." userId="2d5836b5-4a72-4fdb-bd90-63723c1cd390" providerId="ADAL" clId="{0B488DE7-CB88-4109-84E1-1CAA4E8FBAB4}" dt="2024-10-16T19:36:22.269" v="3082" actId="207"/>
          <ac:graphicFrameMkLst>
            <pc:docMk/>
            <pc:sldMk cId="3245985203" sldId="318"/>
            <ac:graphicFrameMk id="332" creationId="{00000000-0000-0000-0000-000000000000}"/>
          </ac:graphicFrameMkLst>
        </pc:graphicFrameChg>
      </pc:sldChg>
      <pc:sldChg chg="modSp mod">
        <pc:chgData name="Byrd, Andrew M." userId="2d5836b5-4a72-4fdb-bd90-63723c1cd390" providerId="ADAL" clId="{0B488DE7-CB88-4109-84E1-1CAA4E8FBAB4}" dt="2024-10-14T13:06:25.548" v="51" actId="6549"/>
        <pc:sldMkLst>
          <pc:docMk/>
          <pc:sldMk cId="1735415786" sldId="322"/>
        </pc:sldMkLst>
        <pc:spChg chg="mod">
          <ac:chgData name="Byrd, Andrew M." userId="2d5836b5-4a72-4fdb-bd90-63723c1cd390" providerId="ADAL" clId="{0B488DE7-CB88-4109-84E1-1CAA4E8FBAB4}" dt="2024-10-14T13:06:25.548" v="51" actId="6549"/>
          <ac:spMkLst>
            <pc:docMk/>
            <pc:sldMk cId="1735415786" sldId="322"/>
            <ac:spMk id="204" creationId="{00000000-0000-0000-0000-000000000000}"/>
          </ac:spMkLst>
        </pc:spChg>
      </pc:sldChg>
      <pc:sldChg chg="modSp add mod ord">
        <pc:chgData name="Byrd, Andrew M." userId="2d5836b5-4a72-4fdb-bd90-63723c1cd390" providerId="ADAL" clId="{0B488DE7-CB88-4109-84E1-1CAA4E8FBAB4}" dt="2024-10-14T13:06:09.964" v="46" actId="20577"/>
        <pc:sldMkLst>
          <pc:docMk/>
          <pc:sldMk cId="421076398" sldId="323"/>
        </pc:sldMkLst>
        <pc:spChg chg="mod">
          <ac:chgData name="Byrd, Andrew M." userId="2d5836b5-4a72-4fdb-bd90-63723c1cd390" providerId="ADAL" clId="{0B488DE7-CB88-4109-84E1-1CAA4E8FBAB4}" dt="2024-10-14T13:06:09.964" v="46" actId="20577"/>
          <ac:spMkLst>
            <pc:docMk/>
            <pc:sldMk cId="421076398" sldId="323"/>
            <ac:spMk id="204" creationId="{00000000-0000-0000-0000-000000000000}"/>
          </ac:spMkLst>
        </pc:spChg>
      </pc:sldChg>
      <pc:sldChg chg="addSp modSp add mod">
        <pc:chgData name="Byrd, Andrew M." userId="2d5836b5-4a72-4fdb-bd90-63723c1cd390" providerId="ADAL" clId="{0B488DE7-CB88-4109-84E1-1CAA4E8FBAB4}" dt="2024-10-14T13:08:24.141" v="149" actId="1076"/>
        <pc:sldMkLst>
          <pc:docMk/>
          <pc:sldMk cId="4088855388" sldId="324"/>
        </pc:sldMkLst>
        <pc:spChg chg="add mod">
          <ac:chgData name="Byrd, Andrew M." userId="2d5836b5-4a72-4fdb-bd90-63723c1cd390" providerId="ADAL" clId="{0B488DE7-CB88-4109-84E1-1CAA4E8FBAB4}" dt="2024-10-14T13:08:13.072" v="145" actId="1076"/>
          <ac:spMkLst>
            <pc:docMk/>
            <pc:sldMk cId="4088855388" sldId="324"/>
            <ac:spMk id="2" creationId="{E38AAB8B-A165-9F28-AD4F-8C6577A7522B}"/>
          </ac:spMkLst>
        </pc:spChg>
        <pc:spChg chg="add mod">
          <ac:chgData name="Byrd, Andrew M." userId="2d5836b5-4a72-4fdb-bd90-63723c1cd390" providerId="ADAL" clId="{0B488DE7-CB88-4109-84E1-1CAA4E8FBAB4}" dt="2024-10-14T13:08:18.671" v="147" actId="1076"/>
          <ac:spMkLst>
            <pc:docMk/>
            <pc:sldMk cId="4088855388" sldId="324"/>
            <ac:spMk id="3" creationId="{A5247BCC-C50A-4C66-9C29-0DA124299E41}"/>
          </ac:spMkLst>
        </pc:spChg>
        <pc:spChg chg="add mod">
          <ac:chgData name="Byrd, Andrew M." userId="2d5836b5-4a72-4fdb-bd90-63723c1cd390" providerId="ADAL" clId="{0B488DE7-CB88-4109-84E1-1CAA4E8FBAB4}" dt="2024-10-14T13:08:24.141" v="149" actId="1076"/>
          <ac:spMkLst>
            <pc:docMk/>
            <pc:sldMk cId="4088855388" sldId="324"/>
            <ac:spMk id="4" creationId="{57537526-7887-8310-117D-1661C47A6BB4}"/>
          </ac:spMkLst>
        </pc:spChg>
        <pc:spChg chg="mod">
          <ac:chgData name="Byrd, Andrew M." userId="2d5836b5-4a72-4fdb-bd90-63723c1cd390" providerId="ADAL" clId="{0B488DE7-CB88-4109-84E1-1CAA4E8FBAB4}" dt="2024-10-14T13:08:05.843" v="143" actId="20577"/>
          <ac:spMkLst>
            <pc:docMk/>
            <pc:sldMk cId="4088855388" sldId="324"/>
            <ac:spMk id="209" creationId="{00000000-0000-0000-0000-000000000000}"/>
          </ac:spMkLst>
        </pc:spChg>
      </pc:sldChg>
      <pc:sldChg chg="add">
        <pc:chgData name="Byrd, Andrew M." userId="2d5836b5-4a72-4fdb-bd90-63723c1cd390" providerId="ADAL" clId="{0B488DE7-CB88-4109-84E1-1CAA4E8FBAB4}" dt="2024-10-14T13:08:41.420" v="150" actId="2890"/>
        <pc:sldMkLst>
          <pc:docMk/>
          <pc:sldMk cId="1493630789" sldId="325"/>
        </pc:sldMkLst>
      </pc:sldChg>
      <pc:sldChg chg="addSp delSp modSp new mod">
        <pc:chgData name="Byrd, Andrew M." userId="2d5836b5-4a72-4fdb-bd90-63723c1cd390" providerId="ADAL" clId="{0B488DE7-CB88-4109-84E1-1CAA4E8FBAB4}" dt="2024-10-14T13:11:19.694" v="363" actId="1076"/>
        <pc:sldMkLst>
          <pc:docMk/>
          <pc:sldMk cId="4201850123" sldId="326"/>
        </pc:sldMkLst>
        <pc:spChg chg="mod">
          <ac:chgData name="Byrd, Andrew M." userId="2d5836b5-4a72-4fdb-bd90-63723c1cd390" providerId="ADAL" clId="{0B488DE7-CB88-4109-84E1-1CAA4E8FBAB4}" dt="2024-10-14T13:11:19.694" v="363" actId="1076"/>
          <ac:spMkLst>
            <pc:docMk/>
            <pc:sldMk cId="4201850123" sldId="326"/>
            <ac:spMk id="2" creationId="{9882E2D1-DC80-1C83-8A00-4AC59A142E4E}"/>
          </ac:spMkLst>
        </pc:spChg>
        <pc:spChg chg="del">
          <ac:chgData name="Byrd, Andrew M." userId="2d5836b5-4a72-4fdb-bd90-63723c1cd390" providerId="ADAL" clId="{0B488DE7-CB88-4109-84E1-1CAA4E8FBAB4}" dt="2024-10-14T13:09:53.232" v="339" actId="478"/>
          <ac:spMkLst>
            <pc:docMk/>
            <pc:sldMk cId="4201850123" sldId="326"/>
            <ac:spMk id="3" creationId="{1E8C0567-679B-ECE1-6873-4AFB6BE7EC6F}"/>
          </ac:spMkLst>
        </pc:spChg>
        <pc:picChg chg="add mod">
          <ac:chgData name="Byrd, Andrew M." userId="2d5836b5-4a72-4fdb-bd90-63723c1cd390" providerId="ADAL" clId="{0B488DE7-CB88-4109-84E1-1CAA4E8FBAB4}" dt="2024-10-14T13:11:06.014" v="342" actId="1076"/>
          <ac:picMkLst>
            <pc:docMk/>
            <pc:sldMk cId="4201850123" sldId="326"/>
            <ac:picMk id="5" creationId="{5302A97D-70F9-7F87-AE58-8D125E816F81}"/>
          </ac:picMkLst>
        </pc:picChg>
      </pc:sldChg>
      <pc:sldChg chg="modSp new mod">
        <pc:chgData name="Byrd, Andrew M." userId="2d5836b5-4a72-4fdb-bd90-63723c1cd390" providerId="ADAL" clId="{0B488DE7-CB88-4109-84E1-1CAA4E8FBAB4}" dt="2024-10-14T13:12:09.082" v="523" actId="14100"/>
        <pc:sldMkLst>
          <pc:docMk/>
          <pc:sldMk cId="2624838369" sldId="327"/>
        </pc:sldMkLst>
        <pc:spChg chg="mod">
          <ac:chgData name="Byrd, Andrew M." userId="2d5836b5-4a72-4fdb-bd90-63723c1cd390" providerId="ADAL" clId="{0B488DE7-CB88-4109-84E1-1CAA4E8FBAB4}" dt="2024-10-14T13:11:38.227" v="381" actId="20577"/>
          <ac:spMkLst>
            <pc:docMk/>
            <pc:sldMk cId="2624838369" sldId="327"/>
            <ac:spMk id="2" creationId="{7177341D-56E6-9FC9-8390-96CEA614246B}"/>
          </ac:spMkLst>
        </pc:spChg>
        <pc:spChg chg="mod">
          <ac:chgData name="Byrd, Andrew M." userId="2d5836b5-4a72-4fdb-bd90-63723c1cd390" providerId="ADAL" clId="{0B488DE7-CB88-4109-84E1-1CAA4E8FBAB4}" dt="2024-10-14T13:12:09.082" v="523" actId="14100"/>
          <ac:spMkLst>
            <pc:docMk/>
            <pc:sldMk cId="2624838369" sldId="327"/>
            <ac:spMk id="3" creationId="{5AFA4075-EA51-5265-839B-DCEEE239BF97}"/>
          </ac:spMkLst>
        </pc:spChg>
      </pc:sldChg>
      <pc:sldChg chg="add">
        <pc:chgData name="Byrd, Andrew M." userId="2d5836b5-4a72-4fdb-bd90-63723c1cd390" providerId="ADAL" clId="{0B488DE7-CB88-4109-84E1-1CAA4E8FBAB4}" dt="2024-10-14T13:12:16.797" v="524"/>
        <pc:sldMkLst>
          <pc:docMk/>
          <pc:sldMk cId="2130238187" sldId="328"/>
        </pc:sldMkLst>
      </pc:sldChg>
      <pc:sldChg chg="add">
        <pc:chgData name="Byrd, Andrew M." userId="2d5836b5-4a72-4fdb-bd90-63723c1cd390" providerId="ADAL" clId="{0B488DE7-CB88-4109-84E1-1CAA4E8FBAB4}" dt="2024-10-14T13:12:40.070" v="525"/>
        <pc:sldMkLst>
          <pc:docMk/>
          <pc:sldMk cId="2045564070" sldId="329"/>
        </pc:sldMkLst>
      </pc:sldChg>
      <pc:sldChg chg="modSp mod">
        <pc:chgData name="Byrd, Andrew M." userId="2d5836b5-4a72-4fdb-bd90-63723c1cd390" providerId="ADAL" clId="{0B488DE7-CB88-4109-84E1-1CAA4E8FBAB4}" dt="2024-10-14T13:20:29.811" v="568" actId="114"/>
        <pc:sldMkLst>
          <pc:docMk/>
          <pc:sldMk cId="709126763" sldId="330"/>
        </pc:sldMkLst>
        <pc:spChg chg="mod">
          <ac:chgData name="Byrd, Andrew M." userId="2d5836b5-4a72-4fdb-bd90-63723c1cd390" providerId="ADAL" clId="{0B488DE7-CB88-4109-84E1-1CAA4E8FBAB4}" dt="2024-10-14T13:20:29.811" v="568" actId="114"/>
          <ac:spMkLst>
            <pc:docMk/>
            <pc:sldMk cId="709126763" sldId="330"/>
            <ac:spMk id="3" creationId="{CA451151-5E5A-EB4B-4983-679847EA5AC5}"/>
          </ac:spMkLst>
        </pc:spChg>
      </pc:sldChg>
      <pc:sldChg chg="del">
        <pc:chgData name="Byrd, Andrew M." userId="2d5836b5-4a72-4fdb-bd90-63723c1cd390" providerId="ADAL" clId="{0B488DE7-CB88-4109-84E1-1CAA4E8FBAB4}" dt="2024-10-15T13:46:32.964" v="578" actId="47"/>
        <pc:sldMkLst>
          <pc:docMk/>
          <pc:sldMk cId="2076168026" sldId="333"/>
        </pc:sldMkLst>
      </pc:sldChg>
      <pc:sldChg chg="modSp mod">
        <pc:chgData name="Byrd, Andrew M." userId="2d5836b5-4a72-4fdb-bd90-63723c1cd390" providerId="ADAL" clId="{0B488DE7-CB88-4109-84E1-1CAA4E8FBAB4}" dt="2024-10-15T13:55:51.625" v="692" actId="20577"/>
        <pc:sldMkLst>
          <pc:docMk/>
          <pc:sldMk cId="4208426887" sldId="334"/>
        </pc:sldMkLst>
        <pc:spChg chg="mod">
          <ac:chgData name="Byrd, Andrew M." userId="2d5836b5-4a72-4fdb-bd90-63723c1cd390" providerId="ADAL" clId="{0B488DE7-CB88-4109-84E1-1CAA4E8FBAB4}" dt="2024-10-15T13:55:34.887" v="659" actId="20577"/>
          <ac:spMkLst>
            <pc:docMk/>
            <pc:sldMk cId="4208426887" sldId="334"/>
            <ac:spMk id="2" creationId="{71BD320E-A584-C85D-B82F-6B684722ADC3}"/>
          </ac:spMkLst>
        </pc:spChg>
        <pc:spChg chg="mod">
          <ac:chgData name="Byrd, Andrew M." userId="2d5836b5-4a72-4fdb-bd90-63723c1cd390" providerId="ADAL" clId="{0B488DE7-CB88-4109-84E1-1CAA4E8FBAB4}" dt="2024-10-15T13:55:51.625" v="692" actId="20577"/>
          <ac:spMkLst>
            <pc:docMk/>
            <pc:sldMk cId="4208426887" sldId="334"/>
            <ac:spMk id="3" creationId="{4308EC76-8D7B-8CD5-18AB-1737B385CA27}"/>
          </ac:spMkLst>
        </pc:spChg>
      </pc:sldChg>
      <pc:sldChg chg="modSp mod">
        <pc:chgData name="Byrd, Andrew M." userId="2d5836b5-4a72-4fdb-bd90-63723c1cd390" providerId="ADAL" clId="{0B488DE7-CB88-4109-84E1-1CAA4E8FBAB4}" dt="2024-10-16T19:40:35.176" v="3210" actId="6549"/>
        <pc:sldMkLst>
          <pc:docMk/>
          <pc:sldMk cId="618834530" sldId="335"/>
        </pc:sldMkLst>
        <pc:spChg chg="mod">
          <ac:chgData name="Byrd, Andrew M." userId="2d5836b5-4a72-4fdb-bd90-63723c1cd390" providerId="ADAL" clId="{0B488DE7-CB88-4109-84E1-1CAA4E8FBAB4}" dt="2024-10-15T13:51:52.386" v="604" actId="20577"/>
          <ac:spMkLst>
            <pc:docMk/>
            <pc:sldMk cId="618834530" sldId="335"/>
            <ac:spMk id="2" creationId="{2201299D-A01B-0AB7-E0AA-F088AF10213A}"/>
          </ac:spMkLst>
        </pc:spChg>
        <pc:spChg chg="mod">
          <ac:chgData name="Byrd, Andrew M." userId="2d5836b5-4a72-4fdb-bd90-63723c1cd390" providerId="ADAL" clId="{0B488DE7-CB88-4109-84E1-1CAA4E8FBAB4}" dt="2024-10-16T19:40:35.176" v="3210" actId="6549"/>
          <ac:spMkLst>
            <pc:docMk/>
            <pc:sldMk cId="618834530" sldId="335"/>
            <ac:spMk id="3" creationId="{7C8AD862-5784-F69B-0E3A-B25627D19148}"/>
          </ac:spMkLst>
        </pc:spChg>
      </pc:sldChg>
      <pc:sldChg chg="add">
        <pc:chgData name="Byrd, Andrew M." userId="2d5836b5-4a72-4fdb-bd90-63723c1cd390" providerId="ADAL" clId="{0B488DE7-CB88-4109-84E1-1CAA4E8FBAB4}" dt="2024-10-15T13:46:27.754" v="577"/>
        <pc:sldMkLst>
          <pc:docMk/>
          <pc:sldMk cId="1296400631" sldId="336"/>
        </pc:sldMkLst>
      </pc:sldChg>
      <pc:sldChg chg="addSp delSp modSp new mod">
        <pc:chgData name="Byrd, Andrew M." userId="2d5836b5-4a72-4fdb-bd90-63723c1cd390" providerId="ADAL" clId="{0B488DE7-CB88-4109-84E1-1CAA4E8FBAB4}" dt="2024-10-15T13:53:10.896" v="613" actId="403"/>
        <pc:sldMkLst>
          <pc:docMk/>
          <pc:sldMk cId="3853701890" sldId="337"/>
        </pc:sldMkLst>
        <pc:spChg chg="mod">
          <ac:chgData name="Byrd, Andrew M." userId="2d5836b5-4a72-4fdb-bd90-63723c1cd390" providerId="ADAL" clId="{0B488DE7-CB88-4109-84E1-1CAA4E8FBAB4}" dt="2024-10-15T13:51:44.023" v="581"/>
          <ac:spMkLst>
            <pc:docMk/>
            <pc:sldMk cId="3853701890" sldId="337"/>
            <ac:spMk id="2" creationId="{E1DC5BD4-95AA-77FE-EC9D-10D0E44D72AD}"/>
          </ac:spMkLst>
        </pc:spChg>
        <pc:spChg chg="del">
          <ac:chgData name="Byrd, Andrew M." userId="2d5836b5-4a72-4fdb-bd90-63723c1cd390" providerId="ADAL" clId="{0B488DE7-CB88-4109-84E1-1CAA4E8FBAB4}" dt="2024-10-15T13:51:34.320" v="580"/>
          <ac:spMkLst>
            <pc:docMk/>
            <pc:sldMk cId="3853701890" sldId="337"/>
            <ac:spMk id="3" creationId="{C019B6FF-BAEA-441A-88BE-4000D791318F}"/>
          </ac:spMkLst>
        </pc:spChg>
        <pc:spChg chg="add mod">
          <ac:chgData name="Byrd, Andrew M." userId="2d5836b5-4a72-4fdb-bd90-63723c1cd390" providerId="ADAL" clId="{0B488DE7-CB88-4109-84E1-1CAA4E8FBAB4}" dt="2024-10-15T13:53:10.896" v="613" actId="403"/>
          <ac:spMkLst>
            <pc:docMk/>
            <pc:sldMk cId="3853701890" sldId="337"/>
            <ac:spMk id="4" creationId="{B2C3FCC3-CEBD-2648-44A0-217900EC6B17}"/>
          </ac:spMkLst>
        </pc:spChg>
      </pc:sldChg>
      <pc:sldChg chg="add">
        <pc:chgData name="Byrd, Andrew M." userId="2d5836b5-4a72-4fdb-bd90-63723c1cd390" providerId="ADAL" clId="{0B488DE7-CB88-4109-84E1-1CAA4E8FBAB4}" dt="2024-10-15T13:54:07.870" v="614"/>
        <pc:sldMkLst>
          <pc:docMk/>
          <pc:sldMk cId="665302744" sldId="338"/>
        </pc:sldMkLst>
      </pc:sldChg>
      <pc:sldChg chg="addSp modSp mod">
        <pc:chgData name="Byrd, Andrew M." userId="2d5836b5-4a72-4fdb-bd90-63723c1cd390" providerId="ADAL" clId="{0B488DE7-CB88-4109-84E1-1CAA4E8FBAB4}" dt="2024-10-16T18:50:18.816" v="819" actId="1076"/>
        <pc:sldMkLst>
          <pc:docMk/>
          <pc:sldMk cId="1878599783" sldId="341"/>
        </pc:sldMkLst>
        <pc:spChg chg="mod">
          <ac:chgData name="Byrd, Andrew M." userId="2d5836b5-4a72-4fdb-bd90-63723c1cd390" providerId="ADAL" clId="{0B488DE7-CB88-4109-84E1-1CAA4E8FBAB4}" dt="2024-10-16T18:49:45.382" v="798" actId="20577"/>
          <ac:spMkLst>
            <pc:docMk/>
            <pc:sldMk cId="1878599783" sldId="341"/>
            <ac:spMk id="3" creationId="{C2DA33F5-FD8F-7FCF-CD7F-876ADE089157}"/>
          </ac:spMkLst>
        </pc:spChg>
        <pc:spChg chg="add mod">
          <ac:chgData name="Byrd, Andrew M." userId="2d5836b5-4a72-4fdb-bd90-63723c1cd390" providerId="ADAL" clId="{0B488DE7-CB88-4109-84E1-1CAA4E8FBAB4}" dt="2024-10-16T18:50:18.816" v="819" actId="1076"/>
          <ac:spMkLst>
            <pc:docMk/>
            <pc:sldMk cId="1878599783" sldId="341"/>
            <ac:spMk id="7" creationId="{2B4D64C4-CFAA-F24F-AE59-4AB7B6D768AB}"/>
          </ac:spMkLst>
        </pc:spChg>
        <pc:cxnChg chg="add mod">
          <ac:chgData name="Byrd, Andrew M." userId="2d5836b5-4a72-4fdb-bd90-63723c1cd390" providerId="ADAL" clId="{0B488DE7-CB88-4109-84E1-1CAA4E8FBAB4}" dt="2024-10-16T18:50:00.954" v="800" actId="14100"/>
          <ac:cxnSpMkLst>
            <pc:docMk/>
            <pc:sldMk cId="1878599783" sldId="341"/>
            <ac:cxnSpMk id="5" creationId="{9CCC61B5-1936-3C8D-6F92-4038F7E26756}"/>
          </ac:cxnSpMkLst>
        </pc:cxnChg>
      </pc:sldChg>
      <pc:sldChg chg="addSp modSp new mod">
        <pc:chgData name="Byrd, Andrew M." userId="2d5836b5-4a72-4fdb-bd90-63723c1cd390" providerId="ADAL" clId="{0B488DE7-CB88-4109-84E1-1CAA4E8FBAB4}" dt="2024-10-16T19:05:49.668" v="1423" actId="1076"/>
        <pc:sldMkLst>
          <pc:docMk/>
          <pc:sldMk cId="2585898830" sldId="342"/>
        </pc:sldMkLst>
        <pc:spChg chg="mod">
          <ac:chgData name="Byrd, Andrew M." userId="2d5836b5-4a72-4fdb-bd90-63723c1cd390" providerId="ADAL" clId="{0B488DE7-CB88-4109-84E1-1CAA4E8FBAB4}" dt="2024-10-16T18:50:51.694" v="840" actId="20577"/>
          <ac:spMkLst>
            <pc:docMk/>
            <pc:sldMk cId="2585898830" sldId="342"/>
            <ac:spMk id="2" creationId="{9CC9594A-5C5D-E8EE-1066-74D20A2C7416}"/>
          </ac:spMkLst>
        </pc:spChg>
        <pc:spChg chg="mod">
          <ac:chgData name="Byrd, Andrew M." userId="2d5836b5-4a72-4fdb-bd90-63723c1cd390" providerId="ADAL" clId="{0B488DE7-CB88-4109-84E1-1CAA4E8FBAB4}" dt="2024-10-16T19:05:44.876" v="1421" actId="403"/>
          <ac:spMkLst>
            <pc:docMk/>
            <pc:sldMk cId="2585898830" sldId="342"/>
            <ac:spMk id="3" creationId="{FD853AF9-C3EF-04AA-5B08-98DE0BA7D04D}"/>
          </ac:spMkLst>
        </pc:spChg>
        <pc:spChg chg="add mod">
          <ac:chgData name="Byrd, Andrew M." userId="2d5836b5-4a72-4fdb-bd90-63723c1cd390" providerId="ADAL" clId="{0B488DE7-CB88-4109-84E1-1CAA4E8FBAB4}" dt="2024-10-16T19:05:47.777" v="1422" actId="1076"/>
          <ac:spMkLst>
            <pc:docMk/>
            <pc:sldMk cId="2585898830" sldId="342"/>
            <ac:spMk id="4" creationId="{E67E934A-343C-3DBE-C429-7275A96E337B}"/>
          </ac:spMkLst>
        </pc:spChg>
        <pc:spChg chg="add mod">
          <ac:chgData name="Byrd, Andrew M." userId="2d5836b5-4a72-4fdb-bd90-63723c1cd390" providerId="ADAL" clId="{0B488DE7-CB88-4109-84E1-1CAA4E8FBAB4}" dt="2024-10-16T19:05:49.668" v="1423" actId="1076"/>
          <ac:spMkLst>
            <pc:docMk/>
            <pc:sldMk cId="2585898830" sldId="342"/>
            <ac:spMk id="5" creationId="{2C38C818-9532-35E3-A9DE-82487112790D}"/>
          </ac:spMkLst>
        </pc:spChg>
      </pc:sldChg>
      <pc:sldChg chg="addSp modSp add mod">
        <pc:chgData name="Byrd, Andrew M." userId="2d5836b5-4a72-4fdb-bd90-63723c1cd390" providerId="ADAL" clId="{0B488DE7-CB88-4109-84E1-1CAA4E8FBAB4}" dt="2024-10-16T19:02:28.899" v="1303" actId="1076"/>
        <pc:sldMkLst>
          <pc:docMk/>
          <pc:sldMk cId="836107382" sldId="343"/>
        </pc:sldMkLst>
        <pc:spChg chg="mod">
          <ac:chgData name="Byrd, Andrew M." userId="2d5836b5-4a72-4fdb-bd90-63723c1cd390" providerId="ADAL" clId="{0B488DE7-CB88-4109-84E1-1CAA4E8FBAB4}" dt="2024-10-16T19:00:46.954" v="1281" actId="20577"/>
          <ac:spMkLst>
            <pc:docMk/>
            <pc:sldMk cId="836107382" sldId="343"/>
            <ac:spMk id="2" creationId="{FADE592D-70F0-D7AD-75BF-24ADFD05E41F}"/>
          </ac:spMkLst>
        </pc:spChg>
        <pc:spChg chg="mod">
          <ac:chgData name="Byrd, Andrew M." userId="2d5836b5-4a72-4fdb-bd90-63723c1cd390" providerId="ADAL" clId="{0B488DE7-CB88-4109-84E1-1CAA4E8FBAB4}" dt="2024-10-16T19:01:53.287" v="1297"/>
          <ac:spMkLst>
            <pc:docMk/>
            <pc:sldMk cId="836107382" sldId="343"/>
            <ac:spMk id="3" creationId="{C2DA33F5-FD8F-7FCF-CD7F-876ADE089157}"/>
          </ac:spMkLst>
        </pc:spChg>
        <pc:spChg chg="add mod">
          <ac:chgData name="Byrd, Andrew M." userId="2d5836b5-4a72-4fdb-bd90-63723c1cd390" providerId="ADAL" clId="{0B488DE7-CB88-4109-84E1-1CAA4E8FBAB4}" dt="2024-10-16T19:02:12.973" v="1299" actId="207"/>
          <ac:spMkLst>
            <pc:docMk/>
            <pc:sldMk cId="836107382" sldId="343"/>
            <ac:spMk id="4" creationId="{BBF502BB-0E82-271D-0DCF-775453BD1724}"/>
          </ac:spMkLst>
        </pc:spChg>
        <pc:spChg chg="add mod">
          <ac:chgData name="Byrd, Andrew M." userId="2d5836b5-4a72-4fdb-bd90-63723c1cd390" providerId="ADAL" clId="{0B488DE7-CB88-4109-84E1-1CAA4E8FBAB4}" dt="2024-10-16T19:02:20.754" v="1301" actId="1076"/>
          <ac:spMkLst>
            <pc:docMk/>
            <pc:sldMk cId="836107382" sldId="343"/>
            <ac:spMk id="6" creationId="{803BDA24-2B68-19A9-5EA8-F0BE3E4B27A5}"/>
          </ac:spMkLst>
        </pc:spChg>
        <pc:spChg chg="add mod">
          <ac:chgData name="Byrd, Andrew M." userId="2d5836b5-4a72-4fdb-bd90-63723c1cd390" providerId="ADAL" clId="{0B488DE7-CB88-4109-84E1-1CAA4E8FBAB4}" dt="2024-10-16T19:02:28.899" v="1303" actId="1076"/>
          <ac:spMkLst>
            <pc:docMk/>
            <pc:sldMk cId="836107382" sldId="343"/>
            <ac:spMk id="8" creationId="{F6EB3C2E-4C50-5E95-48E4-7BED912AFE38}"/>
          </ac:spMkLst>
        </pc:spChg>
      </pc:sldChg>
      <pc:sldChg chg="addSp modSp add mod">
        <pc:chgData name="Byrd, Andrew M." userId="2d5836b5-4a72-4fdb-bd90-63723c1cd390" providerId="ADAL" clId="{0B488DE7-CB88-4109-84E1-1CAA4E8FBAB4}" dt="2024-10-16T19:03:46.755" v="1419" actId="1076"/>
        <pc:sldMkLst>
          <pc:docMk/>
          <pc:sldMk cId="1919414228" sldId="344"/>
        </pc:sldMkLst>
        <pc:spChg chg="mod">
          <ac:chgData name="Byrd, Andrew M." userId="2d5836b5-4a72-4fdb-bd90-63723c1cd390" providerId="ADAL" clId="{0B488DE7-CB88-4109-84E1-1CAA4E8FBAB4}" dt="2024-10-16T19:02:50.687" v="1353" actId="20577"/>
          <ac:spMkLst>
            <pc:docMk/>
            <pc:sldMk cId="1919414228" sldId="344"/>
            <ac:spMk id="2" creationId="{FADE592D-70F0-D7AD-75BF-24ADFD05E41F}"/>
          </ac:spMkLst>
        </pc:spChg>
        <pc:spChg chg="add mod">
          <ac:chgData name="Byrd, Andrew M." userId="2d5836b5-4a72-4fdb-bd90-63723c1cd390" providerId="ADAL" clId="{0B488DE7-CB88-4109-84E1-1CAA4E8FBAB4}" dt="2024-10-16T19:03:46.755" v="1419" actId="1076"/>
          <ac:spMkLst>
            <pc:docMk/>
            <pc:sldMk cId="1919414228" sldId="344"/>
            <ac:spMk id="9" creationId="{0216EA2F-36D7-C95A-987E-1BF555E36272}"/>
          </ac:spMkLst>
        </pc:spChg>
      </pc:sldChg>
      <pc:sldChg chg="addSp modSp add mod">
        <pc:chgData name="Byrd, Andrew M." userId="2d5836b5-4a72-4fdb-bd90-63723c1cd390" providerId="ADAL" clId="{0B488DE7-CB88-4109-84E1-1CAA4E8FBAB4}" dt="2024-10-16T19:09:41.475" v="1602" actId="20577"/>
        <pc:sldMkLst>
          <pc:docMk/>
          <pc:sldMk cId="3623459568" sldId="345"/>
        </pc:sldMkLst>
        <pc:spChg chg="add mod">
          <ac:chgData name="Byrd, Andrew M." userId="2d5836b5-4a72-4fdb-bd90-63723c1cd390" providerId="ADAL" clId="{0B488DE7-CB88-4109-84E1-1CAA4E8FBAB4}" dt="2024-10-16T19:09:30.605" v="1587" actId="1076"/>
          <ac:spMkLst>
            <pc:docMk/>
            <pc:sldMk cId="3623459568" sldId="345"/>
            <ac:spMk id="8" creationId="{CB5DB30A-9A03-B8E4-5B59-6B8EE56CC652}"/>
          </ac:spMkLst>
        </pc:spChg>
        <pc:spChg chg="add mod">
          <ac:chgData name="Byrd, Andrew M." userId="2d5836b5-4a72-4fdb-bd90-63723c1cd390" providerId="ADAL" clId="{0B488DE7-CB88-4109-84E1-1CAA4E8FBAB4}" dt="2024-10-16T19:09:41.475" v="1602" actId="20577"/>
          <ac:spMkLst>
            <pc:docMk/>
            <pc:sldMk cId="3623459568" sldId="345"/>
            <ac:spMk id="9" creationId="{78ED120E-5AD6-46C3-139F-219468A8BFD7}"/>
          </ac:spMkLst>
        </pc:spChg>
        <pc:spChg chg="mod">
          <ac:chgData name="Byrd, Andrew M." userId="2d5836b5-4a72-4fdb-bd90-63723c1cd390" providerId="ADAL" clId="{0B488DE7-CB88-4109-84E1-1CAA4E8FBAB4}" dt="2024-10-16T19:08:30.586" v="1503" actId="20577"/>
          <ac:spMkLst>
            <pc:docMk/>
            <pc:sldMk cId="3623459568" sldId="345"/>
            <ac:spMk id="288" creationId="{00000000-0000-0000-0000-000000000000}"/>
          </ac:spMkLst>
        </pc:spChg>
        <pc:spChg chg="mod">
          <ac:chgData name="Byrd, Andrew M." userId="2d5836b5-4a72-4fdb-bd90-63723c1cd390" providerId="ADAL" clId="{0B488DE7-CB88-4109-84E1-1CAA4E8FBAB4}" dt="2024-10-16T19:08:49.500" v="1530" actId="14100"/>
          <ac:spMkLst>
            <pc:docMk/>
            <pc:sldMk cId="3623459568" sldId="345"/>
            <ac:spMk id="289" creationId="{00000000-0000-0000-0000-000000000000}"/>
          </ac:spMkLst>
        </pc:spChg>
        <pc:cxnChg chg="add mod">
          <ac:chgData name="Byrd, Andrew M." userId="2d5836b5-4a72-4fdb-bd90-63723c1cd390" providerId="ADAL" clId="{0B488DE7-CB88-4109-84E1-1CAA4E8FBAB4}" dt="2024-10-16T19:08:59.006" v="1532" actId="14100"/>
          <ac:cxnSpMkLst>
            <pc:docMk/>
            <pc:sldMk cId="3623459568" sldId="345"/>
            <ac:cxnSpMk id="3" creationId="{CF455C1A-0D76-84D7-B8F8-F7958F05E5A1}"/>
          </ac:cxnSpMkLst>
        </pc:cxnChg>
        <pc:cxnChg chg="add mod">
          <ac:chgData name="Byrd, Andrew M." userId="2d5836b5-4a72-4fdb-bd90-63723c1cd390" providerId="ADAL" clId="{0B488DE7-CB88-4109-84E1-1CAA4E8FBAB4}" dt="2024-10-16T19:09:09.415" v="1535" actId="14100"/>
          <ac:cxnSpMkLst>
            <pc:docMk/>
            <pc:sldMk cId="3623459568" sldId="345"/>
            <ac:cxnSpMk id="6" creationId="{484CCB50-DDC5-A34F-F2E7-B545E534A0F6}"/>
          </ac:cxnSpMkLst>
        </pc:cxnChg>
      </pc:sldChg>
      <pc:sldChg chg="add">
        <pc:chgData name="Byrd, Andrew M." userId="2d5836b5-4a72-4fdb-bd90-63723c1cd390" providerId="ADAL" clId="{0B488DE7-CB88-4109-84E1-1CAA4E8FBAB4}" dt="2024-10-16T19:11:06.636" v="1614" actId="2890"/>
        <pc:sldMkLst>
          <pc:docMk/>
          <pc:sldMk cId="412106745" sldId="346"/>
        </pc:sldMkLst>
      </pc:sldChg>
      <pc:sldChg chg="modSp add mod">
        <pc:chgData name="Byrd, Andrew M." userId="2d5836b5-4a72-4fdb-bd90-63723c1cd390" providerId="ADAL" clId="{0B488DE7-CB88-4109-84E1-1CAA4E8FBAB4}" dt="2024-10-16T19:12:50.315" v="1731" actId="1076"/>
        <pc:sldMkLst>
          <pc:docMk/>
          <pc:sldMk cId="1985237322" sldId="347"/>
        </pc:sldMkLst>
        <pc:spChg chg="mod">
          <ac:chgData name="Byrd, Andrew M." userId="2d5836b5-4a72-4fdb-bd90-63723c1cd390" providerId="ADAL" clId="{0B488DE7-CB88-4109-84E1-1CAA4E8FBAB4}" dt="2024-10-16T19:12:40.026" v="1715" actId="20577"/>
          <ac:spMkLst>
            <pc:docMk/>
            <pc:sldMk cId="1985237322" sldId="347"/>
            <ac:spMk id="288" creationId="{00000000-0000-0000-0000-000000000000}"/>
          </ac:spMkLst>
        </pc:spChg>
        <pc:spChg chg="mod">
          <ac:chgData name="Byrd, Andrew M." userId="2d5836b5-4a72-4fdb-bd90-63723c1cd390" providerId="ADAL" clId="{0B488DE7-CB88-4109-84E1-1CAA4E8FBAB4}" dt="2024-10-16T19:12:50.315" v="1731" actId="1076"/>
          <ac:spMkLst>
            <pc:docMk/>
            <pc:sldMk cId="1985237322" sldId="347"/>
            <ac:spMk id="289" creationId="{00000000-0000-0000-0000-000000000000}"/>
          </ac:spMkLst>
        </pc:spChg>
      </pc:sldChg>
      <pc:sldChg chg="modSp add mod">
        <pc:chgData name="Byrd, Andrew M." userId="2d5836b5-4a72-4fdb-bd90-63723c1cd390" providerId="ADAL" clId="{0B488DE7-CB88-4109-84E1-1CAA4E8FBAB4}" dt="2024-10-16T19:39:25.250" v="3180" actId="1076"/>
        <pc:sldMkLst>
          <pc:docMk/>
          <pc:sldMk cId="1403980806" sldId="348"/>
        </pc:sldMkLst>
        <pc:spChg chg="mod">
          <ac:chgData name="Byrd, Andrew M." userId="2d5836b5-4a72-4fdb-bd90-63723c1cd390" providerId="ADAL" clId="{0B488DE7-CB88-4109-84E1-1CAA4E8FBAB4}" dt="2024-10-16T19:39:25.250" v="3180" actId="1076"/>
          <ac:spMkLst>
            <pc:docMk/>
            <pc:sldMk cId="1403980806" sldId="348"/>
            <ac:spMk id="301" creationId="{00000000-0000-0000-0000-000000000000}"/>
          </ac:spMkLst>
        </pc:spChg>
      </pc:sldChg>
      <pc:sldChg chg="addSp modSp add mod">
        <pc:chgData name="Byrd, Andrew M." userId="2d5836b5-4a72-4fdb-bd90-63723c1cd390" providerId="ADAL" clId="{0B488DE7-CB88-4109-84E1-1CAA4E8FBAB4}" dt="2024-10-16T19:31:30.046" v="2770"/>
        <pc:sldMkLst>
          <pc:docMk/>
          <pc:sldMk cId="2556252431" sldId="349"/>
        </pc:sldMkLst>
        <pc:spChg chg="add mod">
          <ac:chgData name="Byrd, Andrew M." userId="2d5836b5-4a72-4fdb-bd90-63723c1cd390" providerId="ADAL" clId="{0B488DE7-CB88-4109-84E1-1CAA4E8FBAB4}" dt="2024-10-16T19:31:30.046" v="2770"/>
          <ac:spMkLst>
            <pc:docMk/>
            <pc:sldMk cId="2556252431" sldId="349"/>
            <ac:spMk id="2" creationId="{04AFD1C2-D5DD-A314-F79B-EF2B852B6D5F}"/>
          </ac:spMkLst>
        </pc:spChg>
        <pc:spChg chg="mod">
          <ac:chgData name="Byrd, Andrew M." userId="2d5836b5-4a72-4fdb-bd90-63723c1cd390" providerId="ADAL" clId="{0B488DE7-CB88-4109-84E1-1CAA4E8FBAB4}" dt="2024-10-16T19:22:04.757" v="2263" actId="20577"/>
          <ac:spMkLst>
            <pc:docMk/>
            <pc:sldMk cId="2556252431" sldId="349"/>
            <ac:spMk id="300" creationId="{00000000-0000-0000-0000-000000000000}"/>
          </ac:spMkLst>
        </pc:spChg>
        <pc:spChg chg="mod">
          <ac:chgData name="Byrd, Andrew M." userId="2d5836b5-4a72-4fdb-bd90-63723c1cd390" providerId="ADAL" clId="{0B488DE7-CB88-4109-84E1-1CAA4E8FBAB4}" dt="2024-10-16T19:30:50.233" v="2761" actId="1076"/>
          <ac:spMkLst>
            <pc:docMk/>
            <pc:sldMk cId="2556252431" sldId="349"/>
            <ac:spMk id="301" creationId="{00000000-0000-0000-0000-000000000000}"/>
          </ac:spMkLst>
        </pc:spChg>
      </pc:sldChg>
      <pc:sldChg chg="modSp new mod">
        <pc:chgData name="Byrd, Andrew M." userId="2d5836b5-4a72-4fdb-bd90-63723c1cd390" providerId="ADAL" clId="{0B488DE7-CB88-4109-84E1-1CAA4E8FBAB4}" dt="2024-10-16T19:38:16.242" v="3103" actId="14100"/>
        <pc:sldMkLst>
          <pc:docMk/>
          <pc:sldMk cId="903300949" sldId="350"/>
        </pc:sldMkLst>
        <pc:spChg chg="mod">
          <ac:chgData name="Byrd, Andrew M." userId="2d5836b5-4a72-4fdb-bd90-63723c1cd390" providerId="ADAL" clId="{0B488DE7-CB88-4109-84E1-1CAA4E8FBAB4}" dt="2024-10-16T19:17:49.123" v="1925" actId="20577"/>
          <ac:spMkLst>
            <pc:docMk/>
            <pc:sldMk cId="903300949" sldId="350"/>
            <ac:spMk id="2" creationId="{01038906-6F7D-74DB-78D5-B079B0B9F0B0}"/>
          </ac:spMkLst>
        </pc:spChg>
        <pc:spChg chg="mod">
          <ac:chgData name="Byrd, Andrew M." userId="2d5836b5-4a72-4fdb-bd90-63723c1cd390" providerId="ADAL" clId="{0B488DE7-CB88-4109-84E1-1CAA4E8FBAB4}" dt="2024-10-16T19:38:16.242" v="3103" actId="14100"/>
          <ac:spMkLst>
            <pc:docMk/>
            <pc:sldMk cId="903300949" sldId="350"/>
            <ac:spMk id="3" creationId="{BCBDBEF9-89D3-31B1-C293-F6771DC70789}"/>
          </ac:spMkLst>
        </pc:spChg>
      </pc:sldChg>
      <pc:sldChg chg="add">
        <pc:chgData name="Byrd, Andrew M." userId="2d5836b5-4a72-4fdb-bd90-63723c1cd390" providerId="ADAL" clId="{0B488DE7-CB88-4109-84E1-1CAA4E8FBAB4}" dt="2024-10-16T19:19:30.547" v="2243"/>
        <pc:sldMkLst>
          <pc:docMk/>
          <pc:sldMk cId="1299048244" sldId="351"/>
        </pc:sldMkLst>
      </pc:sldChg>
      <pc:sldChg chg="modSp add mod">
        <pc:chgData name="Byrd, Andrew M." userId="2d5836b5-4a72-4fdb-bd90-63723c1cd390" providerId="ADAL" clId="{0B488DE7-CB88-4109-84E1-1CAA4E8FBAB4}" dt="2024-10-16T19:24:54.411" v="2477" actId="20577"/>
        <pc:sldMkLst>
          <pc:docMk/>
          <pc:sldMk cId="1967888852" sldId="352"/>
        </pc:sldMkLst>
        <pc:spChg chg="mod">
          <ac:chgData name="Byrd, Andrew M." userId="2d5836b5-4a72-4fdb-bd90-63723c1cd390" providerId="ADAL" clId="{0B488DE7-CB88-4109-84E1-1CAA4E8FBAB4}" dt="2024-10-16T19:22:51.958" v="2286" actId="20577"/>
          <ac:spMkLst>
            <pc:docMk/>
            <pc:sldMk cId="1967888852" sldId="352"/>
            <ac:spMk id="300" creationId="{00000000-0000-0000-0000-000000000000}"/>
          </ac:spMkLst>
        </pc:spChg>
        <pc:spChg chg="mod">
          <ac:chgData name="Byrd, Andrew M." userId="2d5836b5-4a72-4fdb-bd90-63723c1cd390" providerId="ADAL" clId="{0B488DE7-CB88-4109-84E1-1CAA4E8FBAB4}" dt="2024-10-16T19:24:54.411" v="2477" actId="20577"/>
          <ac:spMkLst>
            <pc:docMk/>
            <pc:sldMk cId="1967888852" sldId="352"/>
            <ac:spMk id="301" creationId="{00000000-0000-0000-0000-000000000000}"/>
          </ac:spMkLst>
        </pc:spChg>
      </pc:sldChg>
      <pc:sldChg chg="addSp modSp add mod ord">
        <pc:chgData name="Byrd, Andrew M." userId="2d5836b5-4a72-4fdb-bd90-63723c1cd390" providerId="ADAL" clId="{0B488DE7-CB88-4109-84E1-1CAA4E8FBAB4}" dt="2024-10-16T19:37:56.145" v="3101" actId="1076"/>
        <pc:sldMkLst>
          <pc:docMk/>
          <pc:sldMk cId="1737574517" sldId="353"/>
        </pc:sldMkLst>
        <pc:spChg chg="add mod">
          <ac:chgData name="Byrd, Andrew M." userId="2d5836b5-4a72-4fdb-bd90-63723c1cd390" providerId="ADAL" clId="{0B488DE7-CB88-4109-84E1-1CAA4E8FBAB4}" dt="2024-10-16T19:37:56.145" v="3101" actId="1076"/>
          <ac:spMkLst>
            <pc:docMk/>
            <pc:sldMk cId="1737574517" sldId="353"/>
            <ac:spMk id="4" creationId="{F92B97D0-60F9-F629-0283-1BEB1B5FA5AD}"/>
          </ac:spMkLst>
        </pc:spChg>
        <pc:spChg chg="mod">
          <ac:chgData name="Byrd, Andrew M." userId="2d5836b5-4a72-4fdb-bd90-63723c1cd390" providerId="ADAL" clId="{0B488DE7-CB88-4109-84E1-1CAA4E8FBAB4}" dt="2024-10-16T19:24:05.544" v="2440" actId="20577"/>
          <ac:spMkLst>
            <pc:docMk/>
            <pc:sldMk cId="1737574517" sldId="353"/>
            <ac:spMk id="300" creationId="{00000000-0000-0000-0000-000000000000}"/>
          </ac:spMkLst>
        </pc:spChg>
        <pc:spChg chg="mod">
          <ac:chgData name="Byrd, Andrew M." userId="2d5836b5-4a72-4fdb-bd90-63723c1cd390" providerId="ADAL" clId="{0B488DE7-CB88-4109-84E1-1CAA4E8FBAB4}" dt="2024-10-16T19:26:01.309" v="2528" actId="20577"/>
          <ac:spMkLst>
            <pc:docMk/>
            <pc:sldMk cId="1737574517" sldId="353"/>
            <ac:spMk id="301" creationId="{00000000-0000-0000-0000-000000000000}"/>
          </ac:spMkLst>
        </pc:spChg>
        <pc:cxnChg chg="add">
          <ac:chgData name="Byrd, Andrew M." userId="2d5836b5-4a72-4fdb-bd90-63723c1cd390" providerId="ADAL" clId="{0B488DE7-CB88-4109-84E1-1CAA4E8FBAB4}" dt="2024-10-16T19:37:31.589" v="3084" actId="11529"/>
          <ac:cxnSpMkLst>
            <pc:docMk/>
            <pc:sldMk cId="1737574517" sldId="353"/>
            <ac:cxnSpMk id="3" creationId="{BB193157-C4E2-9180-D8A2-8F2151A0B9E6}"/>
          </ac:cxnSpMkLst>
        </pc:cxnChg>
      </pc:sldChg>
      <pc:sldChg chg="addSp delSp modSp add mod">
        <pc:chgData name="Byrd, Andrew M." userId="2d5836b5-4a72-4fdb-bd90-63723c1cd390" providerId="ADAL" clId="{0B488DE7-CB88-4109-84E1-1CAA4E8FBAB4}" dt="2024-10-16T19:36:16.880" v="3081" actId="6549"/>
        <pc:sldMkLst>
          <pc:docMk/>
          <pc:sldMk cId="3214270727" sldId="354"/>
        </pc:sldMkLst>
        <pc:spChg chg="mod">
          <ac:chgData name="Byrd, Andrew M." userId="2d5836b5-4a72-4fdb-bd90-63723c1cd390" providerId="ADAL" clId="{0B488DE7-CB88-4109-84E1-1CAA4E8FBAB4}" dt="2024-10-16T19:36:10.974" v="3079" actId="20577"/>
          <ac:spMkLst>
            <pc:docMk/>
            <pc:sldMk cId="3214270727" sldId="354"/>
            <ac:spMk id="318" creationId="{00000000-0000-0000-0000-000000000000}"/>
          </ac:spMkLst>
        </pc:spChg>
        <pc:graphicFrameChg chg="add mod modGraphic">
          <ac:chgData name="Byrd, Andrew M." userId="2d5836b5-4a72-4fdb-bd90-63723c1cd390" providerId="ADAL" clId="{0B488DE7-CB88-4109-84E1-1CAA4E8FBAB4}" dt="2024-10-16T19:36:16.880" v="3081" actId="6549"/>
          <ac:graphicFrameMkLst>
            <pc:docMk/>
            <pc:sldMk cId="3214270727" sldId="354"/>
            <ac:graphicFrameMk id="2" creationId="{E1F6ADB8-4E6E-2D1E-4CF7-8651A1BD58AA}"/>
          </ac:graphicFrameMkLst>
        </pc:graphicFrameChg>
        <pc:graphicFrameChg chg="del">
          <ac:chgData name="Byrd, Andrew M." userId="2d5836b5-4a72-4fdb-bd90-63723c1cd390" providerId="ADAL" clId="{0B488DE7-CB88-4109-84E1-1CAA4E8FBAB4}" dt="2024-10-16T19:36:07.944" v="3072" actId="478"/>
          <ac:graphicFrameMkLst>
            <pc:docMk/>
            <pc:sldMk cId="3214270727" sldId="354"/>
            <ac:graphicFrameMk id="320" creationId="{00000000-0000-0000-0000-000000000000}"/>
          </ac:graphicFrameMkLst>
        </pc:graphicFrameChg>
      </pc:sldChg>
      <pc:sldChg chg="modSp new mod">
        <pc:chgData name="Byrd, Andrew M." userId="2d5836b5-4a72-4fdb-bd90-63723c1cd390" providerId="ADAL" clId="{0B488DE7-CB88-4109-84E1-1CAA4E8FBAB4}" dt="2024-10-17T18:21:14.167" v="3671" actId="14100"/>
        <pc:sldMkLst>
          <pc:docMk/>
          <pc:sldMk cId="1863557900" sldId="355"/>
        </pc:sldMkLst>
        <pc:spChg chg="mod">
          <ac:chgData name="Byrd, Andrew M." userId="2d5836b5-4a72-4fdb-bd90-63723c1cd390" providerId="ADAL" clId="{0B488DE7-CB88-4109-84E1-1CAA4E8FBAB4}" dt="2024-10-17T18:19:09.154" v="3379" actId="20577"/>
          <ac:spMkLst>
            <pc:docMk/>
            <pc:sldMk cId="1863557900" sldId="355"/>
            <ac:spMk id="2" creationId="{A814B966-FCDD-7C02-4220-D3C4067F0E14}"/>
          </ac:spMkLst>
        </pc:spChg>
        <pc:spChg chg="mod">
          <ac:chgData name="Byrd, Andrew M." userId="2d5836b5-4a72-4fdb-bd90-63723c1cd390" providerId="ADAL" clId="{0B488DE7-CB88-4109-84E1-1CAA4E8FBAB4}" dt="2024-10-17T18:21:14.167" v="3671" actId="14100"/>
          <ac:spMkLst>
            <pc:docMk/>
            <pc:sldMk cId="1863557900" sldId="355"/>
            <ac:spMk id="3" creationId="{42EE31A6-D248-6D2D-80C3-9467F50542AA}"/>
          </ac:spMkLst>
        </pc:spChg>
      </pc:sldChg>
      <pc:sldChg chg="addSp modSp new mod ord">
        <pc:chgData name="Byrd, Andrew M." userId="2d5836b5-4a72-4fdb-bd90-63723c1cd390" providerId="ADAL" clId="{0B488DE7-CB88-4109-84E1-1CAA4E8FBAB4}" dt="2024-10-17T18:26:34.977" v="4016" actId="1076"/>
        <pc:sldMkLst>
          <pc:docMk/>
          <pc:sldMk cId="3039025479" sldId="356"/>
        </pc:sldMkLst>
        <pc:spChg chg="mod">
          <ac:chgData name="Byrd, Andrew M." userId="2d5836b5-4a72-4fdb-bd90-63723c1cd390" providerId="ADAL" clId="{0B488DE7-CB88-4109-84E1-1CAA4E8FBAB4}" dt="2024-10-17T18:21:59.857" v="3716" actId="20577"/>
          <ac:spMkLst>
            <pc:docMk/>
            <pc:sldMk cId="3039025479" sldId="356"/>
            <ac:spMk id="2" creationId="{EDD81CD4-B681-05C9-266D-A16BA46697D3}"/>
          </ac:spMkLst>
        </pc:spChg>
        <pc:spChg chg="mod">
          <ac:chgData name="Byrd, Andrew M." userId="2d5836b5-4a72-4fdb-bd90-63723c1cd390" providerId="ADAL" clId="{0B488DE7-CB88-4109-84E1-1CAA4E8FBAB4}" dt="2024-10-17T18:24:43.418" v="3924" actId="20577"/>
          <ac:spMkLst>
            <pc:docMk/>
            <pc:sldMk cId="3039025479" sldId="356"/>
            <ac:spMk id="3" creationId="{3EFB1D9D-337A-CF9B-47A1-2E0A4E573155}"/>
          </ac:spMkLst>
        </pc:spChg>
        <pc:spChg chg="add mod">
          <ac:chgData name="Byrd, Andrew M." userId="2d5836b5-4a72-4fdb-bd90-63723c1cd390" providerId="ADAL" clId="{0B488DE7-CB88-4109-84E1-1CAA4E8FBAB4}" dt="2024-10-17T18:26:34.977" v="4016" actId="1076"/>
          <ac:spMkLst>
            <pc:docMk/>
            <pc:sldMk cId="3039025479" sldId="356"/>
            <ac:spMk id="8" creationId="{6AE40B19-E411-7A12-91B2-89444EFC0C86}"/>
          </ac:spMkLst>
        </pc:spChg>
        <pc:cxnChg chg="add">
          <ac:chgData name="Byrd, Andrew M." userId="2d5836b5-4a72-4fdb-bd90-63723c1cd390" providerId="ADAL" clId="{0B488DE7-CB88-4109-84E1-1CAA4E8FBAB4}" dt="2024-10-17T18:26:03.224" v="4000" actId="11529"/>
          <ac:cxnSpMkLst>
            <pc:docMk/>
            <pc:sldMk cId="3039025479" sldId="356"/>
            <ac:cxnSpMk id="5" creationId="{AA02E063-8F28-C866-0350-04F6BA8C0A02}"/>
          </ac:cxnSpMkLst>
        </pc:cxnChg>
        <pc:cxnChg chg="add">
          <ac:chgData name="Byrd, Andrew M." userId="2d5836b5-4a72-4fdb-bd90-63723c1cd390" providerId="ADAL" clId="{0B488DE7-CB88-4109-84E1-1CAA4E8FBAB4}" dt="2024-10-17T18:26:12.456" v="4001" actId="11529"/>
          <ac:cxnSpMkLst>
            <pc:docMk/>
            <pc:sldMk cId="3039025479" sldId="356"/>
            <ac:cxnSpMk id="7" creationId="{091E7B71-ED65-E034-5860-BFBE7D1D5FA5}"/>
          </ac:cxnSpMkLst>
        </pc:cxnChg>
      </pc:sldChg>
    </pc:docChg>
  </pc:docChgLst>
  <pc:docChgLst>
    <pc:chgData name="Byrd, Andrew M." userId="S::amby222@uky.edu::2d5836b5-4a72-4fdb-bd90-63723c1cd390" providerId="AD" clId="Web-{9EEA083A-B590-7D56-3B97-2F2169D77611}"/>
    <pc:docChg chg="addSld modSld sldOrd">
      <pc:chgData name="Byrd, Andrew M." userId="S::amby222@uky.edu::2d5836b5-4a72-4fdb-bd90-63723c1cd390" providerId="AD" clId="Web-{9EEA083A-B590-7D56-3B97-2F2169D77611}" dt="2024-10-16T18:45:24.788" v="199" actId="20577"/>
      <pc:docMkLst>
        <pc:docMk/>
      </pc:docMkLst>
      <pc:sldChg chg="modSp new ord">
        <pc:chgData name="Byrd, Andrew M." userId="S::amby222@uky.edu::2d5836b5-4a72-4fdb-bd90-63723c1cd390" providerId="AD" clId="Web-{9EEA083A-B590-7D56-3B97-2F2169D77611}" dt="2024-10-16T18:40:54.406" v="66" actId="20577"/>
        <pc:sldMkLst>
          <pc:docMk/>
          <pc:sldMk cId="1907458231" sldId="339"/>
        </pc:sldMkLst>
        <pc:spChg chg="mod">
          <ac:chgData name="Byrd, Andrew M." userId="S::amby222@uky.edu::2d5836b5-4a72-4fdb-bd90-63723c1cd390" providerId="AD" clId="Web-{9EEA083A-B590-7D56-3B97-2F2169D77611}" dt="2024-10-16T18:39:48.904" v="20" actId="20577"/>
          <ac:spMkLst>
            <pc:docMk/>
            <pc:sldMk cId="1907458231" sldId="339"/>
            <ac:spMk id="2" creationId="{BB4A79C1-EAB4-49FC-4528-921BDB223352}"/>
          </ac:spMkLst>
        </pc:spChg>
        <pc:spChg chg="mod">
          <ac:chgData name="Byrd, Andrew M." userId="S::amby222@uky.edu::2d5836b5-4a72-4fdb-bd90-63723c1cd390" providerId="AD" clId="Web-{9EEA083A-B590-7D56-3B97-2F2169D77611}" dt="2024-10-16T18:40:54.406" v="66" actId="20577"/>
          <ac:spMkLst>
            <pc:docMk/>
            <pc:sldMk cId="1907458231" sldId="339"/>
            <ac:spMk id="3" creationId="{EEA45841-28CB-7F60-E8A8-206AF0896EA6}"/>
          </ac:spMkLst>
        </pc:spChg>
      </pc:sldChg>
      <pc:sldChg chg="addSp delSp modSp new">
        <pc:chgData name="Byrd, Andrew M." userId="S::amby222@uky.edu::2d5836b5-4a72-4fdb-bd90-63723c1cd390" providerId="AD" clId="Web-{9EEA083A-B590-7D56-3B97-2F2169D77611}" dt="2024-10-16T18:42:45.878" v="115" actId="1076"/>
        <pc:sldMkLst>
          <pc:docMk/>
          <pc:sldMk cId="2806713219" sldId="340"/>
        </pc:sldMkLst>
        <pc:spChg chg="mod">
          <ac:chgData name="Byrd, Andrew M." userId="S::amby222@uky.edu::2d5836b5-4a72-4fdb-bd90-63723c1cd390" providerId="AD" clId="Web-{9EEA083A-B590-7D56-3B97-2F2169D77611}" dt="2024-10-16T18:41:02.859" v="75" actId="20577"/>
          <ac:spMkLst>
            <pc:docMk/>
            <pc:sldMk cId="2806713219" sldId="340"/>
            <ac:spMk id="2" creationId="{C320625F-C802-0A4E-1347-439446D093C3}"/>
          </ac:spMkLst>
        </pc:spChg>
        <pc:spChg chg="del">
          <ac:chgData name="Byrd, Andrew M." userId="S::amby222@uky.edu::2d5836b5-4a72-4fdb-bd90-63723c1cd390" providerId="AD" clId="Web-{9EEA083A-B590-7D56-3B97-2F2169D77611}" dt="2024-10-16T18:41:29.126" v="76"/>
          <ac:spMkLst>
            <pc:docMk/>
            <pc:sldMk cId="2806713219" sldId="340"/>
            <ac:spMk id="3" creationId="{3A0B9E31-46B4-E57C-E056-B72EF70A734E}"/>
          </ac:spMkLst>
        </pc:spChg>
        <pc:spChg chg="add">
          <ac:chgData name="Byrd, Andrew M." userId="S::amby222@uky.edu::2d5836b5-4a72-4fdb-bd90-63723c1cd390" providerId="AD" clId="Web-{9EEA083A-B590-7D56-3B97-2F2169D77611}" dt="2024-10-16T18:41:51.236" v="79"/>
          <ac:spMkLst>
            <pc:docMk/>
            <pc:sldMk cId="2806713219" sldId="340"/>
            <ac:spMk id="6" creationId="{B22F29E8-A6F4-4642-78D8-8C4D2F68FC1D}"/>
          </ac:spMkLst>
        </pc:spChg>
        <pc:spChg chg="add">
          <ac:chgData name="Byrd, Andrew M." userId="S::amby222@uky.edu::2d5836b5-4a72-4fdb-bd90-63723c1cd390" providerId="AD" clId="Web-{9EEA083A-B590-7D56-3B97-2F2169D77611}" dt="2024-10-16T18:42:08.955" v="80"/>
          <ac:spMkLst>
            <pc:docMk/>
            <pc:sldMk cId="2806713219" sldId="340"/>
            <ac:spMk id="7" creationId="{0B280738-24E8-A931-A681-B1C0E7937A20}"/>
          </ac:spMkLst>
        </pc:spChg>
        <pc:spChg chg="add mod">
          <ac:chgData name="Byrd, Andrew M." userId="S::amby222@uky.edu::2d5836b5-4a72-4fdb-bd90-63723c1cd390" providerId="AD" clId="Web-{9EEA083A-B590-7D56-3B97-2F2169D77611}" dt="2024-10-16T18:42:32.815" v="102" actId="1076"/>
          <ac:spMkLst>
            <pc:docMk/>
            <pc:sldMk cId="2806713219" sldId="340"/>
            <ac:spMk id="8" creationId="{BDE226C9-ECB7-FC83-5267-307D2F9BFAFF}"/>
          </ac:spMkLst>
        </pc:spChg>
        <pc:spChg chg="add mod">
          <ac:chgData name="Byrd, Andrew M." userId="S::amby222@uky.edu::2d5836b5-4a72-4fdb-bd90-63723c1cd390" providerId="AD" clId="Web-{9EEA083A-B590-7D56-3B97-2F2169D77611}" dt="2024-10-16T18:42:45.878" v="115" actId="1076"/>
          <ac:spMkLst>
            <pc:docMk/>
            <pc:sldMk cId="2806713219" sldId="340"/>
            <ac:spMk id="9" creationId="{A14FA650-9DA1-4736-ED15-C84C54B1AE89}"/>
          </ac:spMkLst>
        </pc:spChg>
        <pc:picChg chg="add mod">
          <ac:chgData name="Byrd, Andrew M." userId="S::amby222@uky.edu::2d5836b5-4a72-4fdb-bd90-63723c1cd390" providerId="AD" clId="Web-{9EEA083A-B590-7D56-3B97-2F2169D77611}" dt="2024-10-16T18:41:34.344" v="78" actId="1076"/>
          <ac:picMkLst>
            <pc:docMk/>
            <pc:sldMk cId="2806713219" sldId="340"/>
            <ac:picMk id="5" creationId="{DE2A133B-E120-D687-97BB-2D0FE736B25C}"/>
          </ac:picMkLst>
        </pc:picChg>
      </pc:sldChg>
      <pc:sldChg chg="modSp new">
        <pc:chgData name="Byrd, Andrew M." userId="S::amby222@uky.edu::2d5836b5-4a72-4fdb-bd90-63723c1cd390" providerId="AD" clId="Web-{9EEA083A-B590-7D56-3B97-2F2169D77611}" dt="2024-10-16T18:45:24.788" v="199" actId="20577"/>
        <pc:sldMkLst>
          <pc:docMk/>
          <pc:sldMk cId="1878599783" sldId="341"/>
        </pc:sldMkLst>
        <pc:spChg chg="mod">
          <ac:chgData name="Byrd, Andrew M." userId="S::amby222@uky.edu::2d5836b5-4a72-4fdb-bd90-63723c1cd390" providerId="AD" clId="Web-{9EEA083A-B590-7D56-3B97-2F2169D77611}" dt="2024-10-16T18:45:09.241" v="194" actId="1076"/>
          <ac:spMkLst>
            <pc:docMk/>
            <pc:sldMk cId="1878599783" sldId="341"/>
            <ac:spMk id="2" creationId="{FADE592D-70F0-D7AD-75BF-24ADFD05E41F}"/>
          </ac:spMkLst>
        </pc:spChg>
        <pc:spChg chg="mod">
          <ac:chgData name="Byrd, Andrew M." userId="S::amby222@uky.edu::2d5836b5-4a72-4fdb-bd90-63723c1cd390" providerId="AD" clId="Web-{9EEA083A-B590-7D56-3B97-2F2169D77611}" dt="2024-10-16T18:45:24.788" v="199" actId="20577"/>
          <ac:spMkLst>
            <pc:docMk/>
            <pc:sldMk cId="1878599783" sldId="341"/>
            <ac:spMk id="3" creationId="{C2DA33F5-FD8F-7FCF-CD7F-876ADE08915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20ae751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f20ae751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f20ae751b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f20ae751b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f20ae751b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f20ae751b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f20ae751b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f20ae751b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f20ae751b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f20ae751b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f20ae751b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f20ae751b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f20ae751b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f20ae751bc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20ae751b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20ae751b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f8f341904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f8f341904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f20ae751b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f20ae751b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f20ae751b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f20ae751b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7877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f20ae751b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f20ae751b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0137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f20ae751b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f20ae751b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f20ae751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f20ae751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f20ae751b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f20ae751b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1635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f20ae751bc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f20ae751bc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f20ae751bc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f20ae751bc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08728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20ae751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f20ae751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5145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f20ae751b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f20ae751b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f20ae751b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f20ae751bc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f20ae751bc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f20ae751bc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f20ae751b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f20ae751bc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f20ae751b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f20ae751bc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f20ae751bc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f20ae751bc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f20ae751bc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f20ae751bc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f20ae751b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f20ae751b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f20ae751bc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f20ae751bc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20ae751b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f20ae751b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7189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f20ae751bc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f20ae751bc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f20ae751bc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f20ae751bc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f20ae751bc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f20ae751bc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20397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f20ae751bc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f20ae751bc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5509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f20ae751bc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f20ae751bc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73012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f20ae751bc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f20ae751bc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f20ae751b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f20ae751bc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f20ae751b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f20ae751bc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338836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f20ae751b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f20ae751bc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38585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f20ae751b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f20ae751bc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9856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f20ae751b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f20ae751bc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9615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f20ae751bc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f20ae751bc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46055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f20ae751b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f20ae751b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f20ae751bc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f20ae751bc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f20ae751bc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f20ae751bc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52320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f20ae751bc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f20ae751bc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f20ae751bc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f20ae751bc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8779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f20ae751bc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f20ae751bc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f20ae751bc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f20ae751bc_0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rammatical_number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rammatical_gender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wikipedia.org/wiki/Noun_class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luky-my.sharepoint.com/:w:/r/personal/amby222_uky_edu/Documents/Teaching/UK/200/Honors/Elijah%27s%20Language/Elijah%27s%20Lexicon.docx?d=w978d1c1f9b21428aafb3e4bcec36de3c&amp;csf=1&amp;web=1&amp;e=Rv5yTl" TargetMode="Externa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gvist.com/course/learn-spanish-online/resources/spanish-adjectives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gvist.com/course/learn-spanish-online/resources/spanish-adjectives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ctrTitle"/>
          </p:nvPr>
        </p:nvSpPr>
        <p:spPr>
          <a:xfrm>
            <a:off x="871600" y="1751775"/>
            <a:ext cx="73851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 8</a:t>
            </a:r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Nominals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7863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Today: Nominals</a:t>
            </a:r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body" idx="1"/>
          </p:nvPr>
        </p:nvSpPr>
        <p:spPr>
          <a:xfrm>
            <a:off x="311700" y="1530775"/>
            <a:ext cx="8520600" cy="30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are nominals?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are the three types of nominals?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sorts of information can languages add to nominals?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Number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Gender/Noun Classes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Case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582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want a language with lots of morphology?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988" y="1229150"/>
            <a:ext cx="4678014" cy="3686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0640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 very little?</a:t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8750" y="18337"/>
            <a:ext cx="5853550" cy="51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/>
          <p:nvPr/>
        </p:nvSpPr>
        <p:spPr>
          <a:xfrm>
            <a:off x="4846950" y="460400"/>
            <a:ext cx="486000" cy="2814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7"/>
          <p:cNvSpPr/>
          <p:nvPr/>
        </p:nvSpPr>
        <p:spPr>
          <a:xfrm>
            <a:off x="4935400" y="1508000"/>
            <a:ext cx="486000" cy="2814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7"/>
          <p:cNvSpPr/>
          <p:nvPr/>
        </p:nvSpPr>
        <p:spPr>
          <a:xfrm>
            <a:off x="4086000" y="2571750"/>
            <a:ext cx="486000" cy="2814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7"/>
          <p:cNvSpPr/>
          <p:nvPr/>
        </p:nvSpPr>
        <p:spPr>
          <a:xfrm>
            <a:off x="3974100" y="1508000"/>
            <a:ext cx="486000" cy="2814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1" name="Google Shape;161;p27"/>
          <p:cNvCxnSpPr>
            <a:stCxn id="160" idx="4"/>
            <a:endCxn id="159" idx="0"/>
          </p:cNvCxnSpPr>
          <p:nvPr/>
        </p:nvCxnSpPr>
        <p:spPr>
          <a:xfrm>
            <a:off x="4217100" y="1789400"/>
            <a:ext cx="111900" cy="78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7"/>
          <p:cNvCxnSpPr>
            <a:stCxn id="157" idx="4"/>
            <a:endCxn id="158" idx="0"/>
          </p:cNvCxnSpPr>
          <p:nvPr/>
        </p:nvCxnSpPr>
        <p:spPr>
          <a:xfrm>
            <a:off x="5089950" y="741800"/>
            <a:ext cx="88500" cy="766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305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 most part</a:t>
            </a:r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body" idx="1"/>
          </p:nvPr>
        </p:nvSpPr>
        <p:spPr>
          <a:xfrm>
            <a:off x="311700" y="1688125"/>
            <a:ext cx="8520600" cy="28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Lots of morphology = word order doesn’t matter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Not much morphology = word order matters A LOT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Most languages are somewhere in the middle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7298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Time</a:t>
            </a:r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body" idx="1"/>
          </p:nvPr>
        </p:nvSpPr>
        <p:spPr>
          <a:xfrm>
            <a:off x="311700" y="1943100"/>
            <a:ext cx="8520600" cy="26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1000"/>
              </a:spcAft>
              <a:buSzPts val="1800"/>
              <a:buChar char="-"/>
            </a:pPr>
            <a:r>
              <a:rPr lang="en"/>
              <a:t>The Lexicon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2445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>
            <a:spLocks noGrp="1"/>
          </p:cNvSpPr>
          <p:nvPr>
            <p:ph type="title"/>
          </p:nvPr>
        </p:nvSpPr>
        <p:spPr>
          <a:xfrm>
            <a:off x="311700" y="18925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Next 3 Days: Creating your Nominal System</a:t>
            </a:r>
            <a:endParaRPr/>
          </a:p>
        </p:txBody>
      </p:sp>
      <p:sp>
        <p:nvSpPr>
          <p:cNvPr id="180" name="Google Shape;180;p30"/>
          <p:cNvSpPr txBox="1">
            <a:spLocks noGrp="1"/>
          </p:cNvSpPr>
          <p:nvPr>
            <p:ph type="body" idx="1"/>
          </p:nvPr>
        </p:nvSpPr>
        <p:spPr>
          <a:xfrm>
            <a:off x="311700" y="92040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AutoNum type="arabicPeriod"/>
            </a:pPr>
            <a:r>
              <a:rPr lang="en"/>
              <a:t>Go to your lexicon &amp; identify down 7 nouns that you’ve created thus far</a:t>
            </a:r>
            <a:endParaRPr/>
          </a:p>
          <a:p>
            <a:pPr>
              <a:spcBef>
                <a:spcPts val="1000"/>
              </a:spcBef>
              <a:buAutoNum type="arabicPeriod"/>
            </a:pPr>
            <a:r>
              <a:rPr lang="en"/>
              <a:t>You will decide: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Gender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Case</a:t>
            </a:r>
            <a:endParaRPr/>
          </a:p>
          <a:p>
            <a:pPr marL="1371600" lvl="2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no case, how do you indicate location, source, instrument, and possession?</a:t>
            </a:r>
            <a:endParaRPr/>
          </a:p>
          <a:p>
            <a:pPr>
              <a:spcBef>
                <a:spcPts val="1000"/>
              </a:spcBef>
              <a:buAutoNum type="arabicPeriod"/>
            </a:pPr>
            <a:r>
              <a:rPr lang="en"/>
              <a:t>You will decide: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Adjectives and their relationship w/ nouns</a:t>
            </a:r>
            <a:endParaRPr/>
          </a:p>
          <a:p>
            <a:pPr>
              <a:spcBef>
                <a:spcPts val="1000"/>
              </a:spcBef>
              <a:buAutoNum type="arabicPeriod"/>
            </a:pPr>
            <a:r>
              <a:rPr lang="en"/>
              <a:t>You will create:</a:t>
            </a:r>
            <a:endParaRPr/>
          </a:p>
          <a:p>
            <a:pPr marL="914400" lvl="1" indent="-317500" algn="l" rtl="0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en"/>
              <a:t>Pronoun system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128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Group Activity: What is Grammatical Number?</a:t>
            </a:r>
            <a:endParaRPr/>
          </a:p>
        </p:txBody>
      </p:sp>
      <p:sp>
        <p:nvSpPr>
          <p:cNvPr id="186" name="Google Shape;186;p31"/>
          <p:cNvSpPr txBox="1">
            <a:spLocks noGrp="1"/>
          </p:cNvSpPr>
          <p:nvPr>
            <p:ph type="body" idx="1"/>
          </p:nvPr>
        </p:nvSpPr>
        <p:spPr>
          <a:xfrm>
            <a:off x="311700" y="1918325"/>
            <a:ext cx="8520600" cy="26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it?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can a language have?</a:t>
            </a:r>
          </a:p>
          <a:p>
            <a:pPr lvl="1">
              <a:lnSpc>
                <a:spcPct val="200000"/>
              </a:lnSpc>
            </a:pPr>
            <a:r>
              <a:rPr lang="en"/>
              <a:t>Feel free to use Internet/AI</a:t>
            </a:r>
          </a:p>
        </p:txBody>
      </p:sp>
    </p:spTree>
    <p:extLst>
      <p:ext uri="{BB962C8B-B14F-4D97-AF65-F5344CB8AC3E}">
        <p14:creationId xmlns:p14="http://schemas.microsoft.com/office/powerpoint/2010/main" val="1959256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type of system did you find coolest?</a:t>
            </a:r>
            <a:endParaRPr/>
          </a:p>
        </p:txBody>
      </p:sp>
      <p:sp>
        <p:nvSpPr>
          <p:cNvPr id="198" name="Google Shape;198;p33"/>
          <p:cNvSpPr txBox="1">
            <a:spLocks noGrp="1"/>
          </p:cNvSpPr>
          <p:nvPr>
            <p:ph type="body" idx="1"/>
          </p:nvPr>
        </p:nvSpPr>
        <p:spPr>
          <a:xfrm>
            <a:off x="311700" y="2331900"/>
            <a:ext cx="8520600" cy="22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https://en.wikipedia.org/wiki/Grammatical_number</a:t>
            </a:r>
            <a:r>
              <a:rPr lang="en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93129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8952-71C5-6559-AE12-BFDCEF742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9750"/>
            <a:ext cx="8520600" cy="707400"/>
          </a:xfrm>
        </p:spPr>
        <p:txBody>
          <a:bodyPr/>
          <a:lstStyle/>
          <a:p>
            <a:r>
              <a:rPr lang="en-US"/>
              <a:t>But how can number be 'marked'?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21C43-B847-FC06-614E-EFDEC22D5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23425"/>
            <a:ext cx="8520600" cy="3302700"/>
          </a:xfrm>
        </p:spPr>
        <p:txBody>
          <a:bodyPr/>
          <a:lstStyle/>
          <a:p>
            <a:r>
              <a:rPr lang="en-US" sz="2400"/>
              <a:t>Through "affixes"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 sz="1800"/>
              <a:t>There are five types:</a:t>
            </a:r>
          </a:p>
          <a:p>
            <a:pPr lvl="2">
              <a:lnSpc>
                <a:spcPct val="114999"/>
              </a:lnSpc>
              <a:buSzPts val="1800"/>
            </a:pPr>
            <a:r>
              <a:rPr lang="en-US" sz="1800" b="1"/>
              <a:t>Prefixes</a:t>
            </a:r>
          </a:p>
          <a:p>
            <a:pPr lvl="2">
              <a:lnSpc>
                <a:spcPct val="114999"/>
              </a:lnSpc>
              <a:buSzPts val="1800"/>
            </a:pPr>
            <a:r>
              <a:rPr lang="en-US" sz="1800" b="1"/>
              <a:t>Suffixes</a:t>
            </a:r>
          </a:p>
          <a:p>
            <a:pPr lvl="2">
              <a:lnSpc>
                <a:spcPct val="114999"/>
              </a:lnSpc>
              <a:buSzPts val="1800"/>
            </a:pPr>
            <a:r>
              <a:rPr lang="en-US" sz="1800" b="1"/>
              <a:t>Infixes</a:t>
            </a:r>
          </a:p>
          <a:p>
            <a:pPr lvl="2">
              <a:lnSpc>
                <a:spcPct val="114999"/>
              </a:lnSpc>
              <a:buSzPts val="1800"/>
            </a:pPr>
            <a:r>
              <a:rPr lang="en-US" sz="1800" b="1"/>
              <a:t>Circumfixes</a:t>
            </a:r>
          </a:p>
          <a:p>
            <a:pPr lvl="2">
              <a:lnSpc>
                <a:spcPct val="114999"/>
              </a:lnSpc>
              <a:buSzPts val="1800"/>
            </a:pPr>
            <a:r>
              <a:rPr lang="en-US" sz="1800" b="1"/>
              <a:t>Interweaving </a:t>
            </a:r>
            <a:r>
              <a:rPr lang="en-US" sz="1800"/>
              <a:t>(</a:t>
            </a:r>
            <a:r>
              <a:rPr lang="en-US" sz="1800" b="1"/>
              <a:t>Ablaut</a:t>
            </a:r>
            <a:r>
              <a:rPr lang="en-US" sz="18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20009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Mɤɧøɴ: singular, dual, plural</a:t>
            </a:r>
            <a:endParaRPr/>
          </a:p>
        </p:txBody>
      </p:sp>
      <p:sp>
        <p:nvSpPr>
          <p:cNvPr id="204" name="Google Shape;204;p34"/>
          <p:cNvSpPr txBox="1">
            <a:spLocks noGrp="1"/>
          </p:cNvSpPr>
          <p:nvPr>
            <p:ph type="body" idx="1"/>
          </p:nvPr>
        </p:nvSpPr>
        <p:spPr>
          <a:xfrm>
            <a:off x="311700" y="1344325"/>
            <a:ext cx="8520600" cy="32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could just do this: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iɴ 			‘metra’				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iɴi 			‘2 metras ’		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SUFFIX</a:t>
            </a: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iɴu			‘metras’				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			‘foot’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ipi			‘2 feet’ 			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PREFIX</a:t>
            </a: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upi			‘feet’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363101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Mɤɧøɴ: singular, dual, plural</a:t>
            </a:r>
            <a:endParaRPr/>
          </a:p>
        </p:txBody>
      </p:sp>
      <p:sp>
        <p:nvSpPr>
          <p:cNvPr id="204" name="Google Shape;204;p34"/>
          <p:cNvSpPr txBox="1">
            <a:spLocks noGrp="1"/>
          </p:cNvSpPr>
          <p:nvPr>
            <p:ph type="body" idx="1"/>
          </p:nvPr>
        </p:nvSpPr>
        <p:spPr>
          <a:xfrm>
            <a:off x="311700" y="1344325"/>
            <a:ext cx="8520600" cy="32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could just do this: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iɴ 			‘metra’				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iwiɴ			‘2 metras ’		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INFIX</a:t>
            </a:r>
            <a:endParaRPr lang="en" sz="2000" b="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iwuɴ		‘metras’				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			‘foot’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ipiyi			‘2 feet’ 			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CIRCUMFIX</a:t>
            </a: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upiwu		‘feet’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735415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Mɤɧøɴ: singular, dual, plural</a:t>
            </a:r>
            <a:endParaRPr/>
          </a:p>
        </p:txBody>
      </p:sp>
      <p:sp>
        <p:nvSpPr>
          <p:cNvPr id="204" name="Google Shape;204;p34"/>
          <p:cNvSpPr txBox="1">
            <a:spLocks noGrp="1"/>
          </p:cNvSpPr>
          <p:nvPr>
            <p:ph type="body" idx="1"/>
          </p:nvPr>
        </p:nvSpPr>
        <p:spPr>
          <a:xfrm>
            <a:off x="311700" y="1344325"/>
            <a:ext cx="8520600" cy="32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could just do this: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iɴ 			‘metra’				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oɴ 			‘2 metras ’	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INTERWEAVING</a:t>
            </a: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uɴ			‘metras’				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076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we did:</a:t>
            </a:r>
            <a:endParaRPr/>
          </a:p>
        </p:txBody>
      </p:sp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iɴ 		‘metra’			we		‘dinosaur’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iɴɠuɴ 	‘2 metras ’		weɠum		‘2 dinos’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iɴɣikaɴ 	‘metras’			weɣikan	‘dinos’</a:t>
            </a: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qiŋ		‘seed’			pi		‘foot’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qiŋɠuŋ 	‘2 seeds ’		piɠum		‘2 feet’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qiŋɣikaŋ 	‘metras’			piɣikan		‘feet’</a:t>
            </a:r>
            <a:endParaRPr sz="2000"/>
          </a:p>
        </p:txBody>
      </p:sp>
      <p:sp>
        <p:nvSpPr>
          <p:cNvPr id="211" name="Google Shape;211;p35"/>
          <p:cNvSpPr/>
          <p:nvPr/>
        </p:nvSpPr>
        <p:spPr>
          <a:xfrm>
            <a:off x="1022675" y="2147000"/>
            <a:ext cx="701700" cy="600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6187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Mɤɧøɴ: singular, dual, plural</a:t>
            </a:r>
            <a:endParaRPr/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120" y="2299395"/>
            <a:ext cx="752475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319777F-18F0-2CCC-4628-77BBE9ED41B3}"/>
              </a:ext>
            </a:extLst>
          </p:cNvPr>
          <p:cNvSpPr/>
          <p:nvPr/>
        </p:nvSpPr>
        <p:spPr>
          <a:xfrm>
            <a:off x="6263640" y="2217420"/>
            <a:ext cx="1203960" cy="533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620F4E-EB06-28C7-1C6C-8A2AA73CE883}"/>
              </a:ext>
            </a:extLst>
          </p:cNvPr>
          <p:cNvSpPr/>
          <p:nvPr/>
        </p:nvSpPr>
        <p:spPr>
          <a:xfrm>
            <a:off x="6263640" y="3139560"/>
            <a:ext cx="1203960" cy="533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20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Something else is going on here, phonologically…</a:t>
            </a:r>
            <a:endParaRPr/>
          </a:p>
        </p:txBody>
      </p:sp>
      <p:sp>
        <p:nvSpPr>
          <p:cNvPr id="210" name="Google Shape;210;p3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iɴ 		‘metra’			we		‘dinosaur’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iɴɠuɴ 	‘2 metras ’		weɠum		‘2 dinos’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iɴɣikaɴ 	‘metras’			weɣikan	‘dinos’</a:t>
            </a: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qiŋ		‘seed’			pi		‘foot’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qiŋɠuŋ 	‘2 seeds ’		piɠum		‘2 feet’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qiŋɣikaŋ 	‘metras’			piɣikan		‘feet’</a:t>
            </a:r>
            <a:endParaRPr sz="2000"/>
          </a:p>
        </p:txBody>
      </p:sp>
      <p:sp>
        <p:nvSpPr>
          <p:cNvPr id="211" name="Google Shape;211;p35"/>
          <p:cNvSpPr/>
          <p:nvPr/>
        </p:nvSpPr>
        <p:spPr>
          <a:xfrm>
            <a:off x="1022675" y="2147000"/>
            <a:ext cx="701700" cy="600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11;p35">
            <a:extLst>
              <a:ext uri="{FF2B5EF4-FFF2-40B4-BE49-F238E27FC236}">
                <a16:creationId xmlns:a16="http://schemas.microsoft.com/office/drawing/2014/main" id="{E38AAB8B-A165-9F28-AD4F-8C6577A7522B}"/>
              </a:ext>
            </a:extLst>
          </p:cNvPr>
          <p:cNvSpPr/>
          <p:nvPr/>
        </p:nvSpPr>
        <p:spPr>
          <a:xfrm>
            <a:off x="1167455" y="3510980"/>
            <a:ext cx="701700" cy="600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11;p35">
            <a:extLst>
              <a:ext uri="{FF2B5EF4-FFF2-40B4-BE49-F238E27FC236}">
                <a16:creationId xmlns:a16="http://schemas.microsoft.com/office/drawing/2014/main" id="{A5247BCC-C50A-4C66-9C29-0DA124299E41}"/>
              </a:ext>
            </a:extLst>
          </p:cNvPr>
          <p:cNvSpPr/>
          <p:nvPr/>
        </p:nvSpPr>
        <p:spPr>
          <a:xfrm>
            <a:off x="5244155" y="2163370"/>
            <a:ext cx="701700" cy="600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211;p35">
            <a:extLst>
              <a:ext uri="{FF2B5EF4-FFF2-40B4-BE49-F238E27FC236}">
                <a16:creationId xmlns:a16="http://schemas.microsoft.com/office/drawing/2014/main" id="{57537526-7887-8310-117D-1661C47A6BB4}"/>
              </a:ext>
            </a:extLst>
          </p:cNvPr>
          <p:cNvSpPr/>
          <p:nvPr/>
        </p:nvSpPr>
        <p:spPr>
          <a:xfrm>
            <a:off x="5114615" y="3457640"/>
            <a:ext cx="701700" cy="600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8855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think about the Dorgons (Dgon)</a:t>
            </a:r>
            <a:endParaRPr/>
          </a:p>
        </p:txBody>
      </p:sp>
      <p:sp>
        <p:nvSpPr>
          <p:cNvPr id="223" name="Google Shape;223;p37"/>
          <p:cNvSpPr txBox="1">
            <a:spLocks noGrp="1"/>
          </p:cNvSpPr>
          <p:nvPr>
            <p:ph type="body" idx="1"/>
          </p:nvPr>
        </p:nvSpPr>
        <p:spPr>
          <a:xfrm>
            <a:off x="311700" y="1487025"/>
            <a:ext cx="8520600" cy="30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000"/>
              <a:t>How many numbers should we have?</a:t>
            </a:r>
            <a:endParaRPr sz="20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000"/>
              <a:t>Translate:</a:t>
            </a:r>
            <a:endParaRPr sz="20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600"/>
              <a:t>1 individual from your society (Dorgon)</a:t>
            </a:r>
            <a:endParaRPr sz="16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600"/>
              <a:t>2 </a:t>
            </a:r>
            <a:r>
              <a:rPr lang="en-US" sz="1600" err="1"/>
              <a:t>Dorgons</a:t>
            </a:r>
            <a:endParaRPr sz="16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600"/>
              <a:t>3 Dorgons</a:t>
            </a:r>
            <a:endParaRPr sz="16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600"/>
              <a:t>4 Dorgons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945444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2E2D1-DC80-1C83-8A00-4AC59A142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60" y="155465"/>
            <a:ext cx="2397960" cy="707400"/>
          </a:xfrm>
        </p:spPr>
        <p:txBody>
          <a:bodyPr/>
          <a:lstStyle/>
          <a:p>
            <a:r>
              <a:rPr lang="en-US"/>
              <a:t>Activity: with your group, discuss: what grammatical numbers should the </a:t>
            </a:r>
            <a:r>
              <a:rPr lang="en-US" err="1"/>
              <a:t>Dorgons</a:t>
            </a:r>
            <a:r>
              <a:rPr lang="en-US"/>
              <a:t> have?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02A97D-70F9-7F87-AE58-8D125E816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660" y="0"/>
            <a:ext cx="643434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850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13A53-7CDC-2F1F-641B-CDD58908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Affixation?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51151-5E5A-EB4B-4983-679847EA5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14999"/>
              </a:lnSpc>
            </a:pP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dwarf      				</a:t>
            </a:r>
            <a:r>
              <a:rPr lang="en-US" sz="2800" err="1">
                <a:solidFill>
                  <a:srgbClr val="000000"/>
                </a:solidFill>
                <a:latin typeface="Times New Roman"/>
                <a:cs typeface="Times New Roman"/>
              </a:rPr>
              <a:t>ɳm̩pfa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</a:p>
          <a:p>
            <a:pPr marL="285750" indent="-285750">
              <a:lnSpc>
                <a:spcPct val="114999"/>
              </a:lnSpc>
            </a:pP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short      </a:t>
            </a:r>
            <a:r>
              <a:rPr lang="en-US" sz="2800">
                <a:solidFill>
                  <a:srgbClr val="000000"/>
                </a:solidFill>
                <a:latin typeface="Calibri"/>
                <a:cs typeface="Calibri"/>
              </a:rPr>
              <a:t> 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         	</a:t>
            </a:r>
            <a:r>
              <a:rPr lang="en-US" sz="2800" err="1">
                <a:solidFill>
                  <a:srgbClr val="000000"/>
                </a:solidFill>
                <a:latin typeface="Times New Roman"/>
                <a:cs typeface="Times New Roman"/>
              </a:rPr>
              <a:t>ɳm̩pf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</a:p>
          <a:p>
            <a:pPr marL="285750" indent="-285750">
              <a:lnSpc>
                <a:spcPct val="114999"/>
              </a:lnSpc>
            </a:pPr>
            <a:r>
              <a:rPr lang="en-US" sz="2800" err="1">
                <a:solidFill>
                  <a:srgbClr val="000000"/>
                </a:solidFill>
                <a:latin typeface="Times New Roman"/>
                <a:cs typeface="Times New Roman"/>
              </a:rPr>
              <a:t>dorgon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 pit             	</a:t>
            </a:r>
            <a:r>
              <a:rPr lang="en-US" sz="2800" err="1">
                <a:solidFill>
                  <a:srgbClr val="000000"/>
                </a:solidFill>
                <a:latin typeface="Times New Roman"/>
                <a:cs typeface="Times New Roman"/>
              </a:rPr>
              <a:t>xʁaɪs</a:t>
            </a: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lnSpc>
                <a:spcPct val="114999"/>
              </a:lnSpc>
            </a:pP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confused              	</a:t>
            </a:r>
            <a:r>
              <a:rPr lang="en-US" sz="2800" err="1">
                <a:solidFill>
                  <a:srgbClr val="000000"/>
                </a:solidFill>
                <a:latin typeface="Times New Roman"/>
                <a:cs typeface="Times New Roman"/>
              </a:rPr>
              <a:t>dpθ̩mɳ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̩</a:t>
            </a:r>
          </a:p>
          <a:p>
            <a:pPr marL="285750" indent="-285750">
              <a:lnSpc>
                <a:spcPct val="114999"/>
              </a:lnSpc>
            </a:pP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someone who is confused; idiot  	</a:t>
            </a:r>
            <a:r>
              <a:rPr lang="en-US" sz="280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 marL="285750" indent="-285750">
              <a:lnSpc>
                <a:spcPct val="114999"/>
              </a:lnSpc>
            </a:pP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king 					</a:t>
            </a:r>
            <a:r>
              <a:rPr lang="en-US" sz="2800" err="1">
                <a:solidFill>
                  <a:srgbClr val="000000"/>
                </a:solidFill>
                <a:latin typeface="Times New Roman"/>
                <a:cs typeface="Times New Roman"/>
              </a:rPr>
              <a:t>coɳɟa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 marL="285750" indent="-285750">
              <a:lnSpc>
                <a:spcPct val="114999"/>
              </a:lnSpc>
            </a:pP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ruling; being in charge 			</a:t>
            </a:r>
            <a:r>
              <a:rPr lang="en-US" sz="2800" err="1">
                <a:solidFill>
                  <a:srgbClr val="000000"/>
                </a:solidFill>
                <a:latin typeface="Times New Roman"/>
                <a:cs typeface="Times New Roman"/>
              </a:rPr>
              <a:t>coɳɟ</a:t>
            </a:r>
            <a:endParaRPr lang="en-US" sz="28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14300" indent="0">
              <a:lnSpc>
                <a:spcPct val="114999"/>
              </a:lnSpc>
              <a:buNone/>
            </a:pP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709126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-- make different number forms</a:t>
            </a:r>
            <a:endParaRPr/>
          </a:p>
        </p:txBody>
      </p:sp>
      <p:sp>
        <p:nvSpPr>
          <p:cNvPr id="223" name="Google Shape;223;p37"/>
          <p:cNvSpPr txBox="1">
            <a:spLocks noGrp="1"/>
          </p:cNvSpPr>
          <p:nvPr>
            <p:ph type="body" idx="1"/>
          </p:nvPr>
        </p:nvSpPr>
        <p:spPr>
          <a:xfrm>
            <a:off x="311700" y="1487025"/>
            <a:ext cx="8520600" cy="30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000"/>
              <a:t>How many numbers do you have?</a:t>
            </a:r>
            <a:endParaRPr sz="200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000"/>
              <a:t>Translate:</a:t>
            </a:r>
            <a:endParaRPr sz="20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600"/>
              <a:t>1 individual from your society (Metra, Dorgon, etc.)</a:t>
            </a:r>
            <a:endParaRPr sz="16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600"/>
              <a:t>2 i.f.y.s.</a:t>
            </a:r>
            <a:endParaRPr sz="16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600"/>
              <a:t>3 i.f.y.s.</a:t>
            </a:r>
            <a:endParaRPr sz="160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600"/>
              <a:t>4 i.f.y.s.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493630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341D-56E6-9FC9-8390-96CEA6142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 Next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A4075-EA51-5265-839B-DCEEE239B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44979"/>
            <a:ext cx="8520600" cy="2824045"/>
          </a:xfrm>
        </p:spPr>
        <p:txBody>
          <a:bodyPr/>
          <a:lstStyle/>
          <a:p>
            <a:r>
              <a:rPr lang="en-US" sz="2800"/>
              <a:t>Identify the grammatical numbers you want in your language, if any</a:t>
            </a:r>
          </a:p>
          <a:p>
            <a:r>
              <a:rPr lang="en-US" sz="2800"/>
              <a:t>Will you have affixation?  If so, what time?</a:t>
            </a:r>
          </a:p>
        </p:txBody>
      </p:sp>
    </p:spTree>
    <p:extLst>
      <p:ext uri="{BB962C8B-B14F-4D97-AF65-F5344CB8AC3E}">
        <p14:creationId xmlns:p14="http://schemas.microsoft.com/office/powerpoint/2010/main" val="2624838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ctrTitle"/>
          </p:nvPr>
        </p:nvSpPr>
        <p:spPr>
          <a:xfrm>
            <a:off x="871600" y="1751775"/>
            <a:ext cx="73851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 8</a:t>
            </a:r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Nominals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0238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8EE8C-106F-62BA-A77C-954E8441E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4CFD8-CC98-6258-DF87-F3BBE3D99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972295"/>
            <a:ext cx="8520600" cy="2596730"/>
          </a:xfrm>
        </p:spPr>
        <p:txBody>
          <a:bodyPr/>
          <a:lstStyle/>
          <a:p>
            <a:r>
              <a:rPr lang="en-US" sz="2400"/>
              <a:t>Nominals</a:t>
            </a:r>
          </a:p>
          <a:p>
            <a:pPr>
              <a:lnSpc>
                <a:spcPct val="114999"/>
              </a:lnSpc>
            </a:pPr>
            <a:r>
              <a:rPr lang="en-US" sz="2400"/>
              <a:t>Grammatical Number</a:t>
            </a:r>
          </a:p>
          <a:p>
            <a:pPr>
              <a:lnSpc>
                <a:spcPct val="114999"/>
              </a:lnSpc>
            </a:pPr>
            <a:r>
              <a:rPr lang="en-US" sz="2400"/>
              <a:t>Types of Affixes</a:t>
            </a:r>
          </a:p>
        </p:txBody>
      </p:sp>
    </p:spTree>
    <p:extLst>
      <p:ext uri="{BB962C8B-B14F-4D97-AF65-F5344CB8AC3E}">
        <p14:creationId xmlns:p14="http://schemas.microsoft.com/office/powerpoint/2010/main" val="210489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Gender?</a:t>
            </a:r>
            <a:endParaRPr/>
          </a:p>
        </p:txBody>
      </p:sp>
      <p:sp>
        <p:nvSpPr>
          <p:cNvPr id="229" name="Google Shape;229;p38"/>
          <p:cNvSpPr txBox="1">
            <a:spLocks noGrp="1"/>
          </p:cNvSpPr>
          <p:nvPr>
            <p:ph type="body" idx="1"/>
          </p:nvPr>
        </p:nvSpPr>
        <p:spPr>
          <a:xfrm>
            <a:off x="311700" y="1752075"/>
            <a:ext cx="8520600" cy="28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it?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can a language have?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types of categories can the language have?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730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7166F-6C13-5F10-433A-F2C108537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Group Activity: How many genders are possible? And what types?</a:t>
            </a:r>
          </a:p>
        </p:txBody>
      </p:sp>
    </p:spTree>
    <p:extLst>
      <p:ext uri="{BB962C8B-B14F-4D97-AF65-F5344CB8AC3E}">
        <p14:creationId xmlns:p14="http://schemas.microsoft.com/office/powerpoint/2010/main" val="3523425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Gender?</a:t>
            </a:r>
            <a:endParaRPr/>
          </a:p>
        </p:txBody>
      </p:sp>
      <p:sp>
        <p:nvSpPr>
          <p:cNvPr id="247" name="Google Shape;247;p41"/>
          <p:cNvSpPr txBox="1">
            <a:spLocks noGrp="1"/>
          </p:cNvSpPr>
          <p:nvPr>
            <p:ph type="body" idx="1"/>
          </p:nvPr>
        </p:nvSpPr>
        <p:spPr>
          <a:xfrm>
            <a:off x="311700" y="2477050"/>
            <a:ext cx="8520600" cy="209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https://en.wikipedia.org/wiki/Grammatical_gender</a:t>
            </a:r>
            <a:r>
              <a:rPr lang="en"/>
              <a:t> </a:t>
            </a:r>
            <a:endParaRPr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https://en.wikipedia.org/wiki/Noun_class</a:t>
            </a:r>
            <a:r>
              <a:rPr lang="en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037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Mɤɧøɴ: four genders</a:t>
            </a:r>
            <a:endParaRPr/>
          </a:p>
        </p:txBody>
      </p:sp>
      <p:sp>
        <p:nvSpPr>
          <p:cNvPr id="235" name="Google Shape;235;p39"/>
          <p:cNvSpPr txBox="1">
            <a:spLocks noGrp="1"/>
          </p:cNvSpPr>
          <p:nvPr>
            <p:ph type="body" idx="1"/>
          </p:nvPr>
        </p:nvSpPr>
        <p:spPr>
          <a:xfrm>
            <a:off x="311700" y="1594050"/>
            <a:ext cx="8520600" cy="29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Metras:				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çampa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“Chomper”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other animals (including dinosaurs): 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“dinosaur”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Underwater plants:			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ɓiŋ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“seaweed”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Everything else (including above-water plants): 	</a:t>
            </a:r>
            <a:r>
              <a:rPr lang="en" sz="20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ɧø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“horn”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40042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is it marked?</a:t>
            </a:r>
            <a:endParaRPr/>
          </a:p>
        </p:txBody>
      </p:sp>
      <p:sp>
        <p:nvSpPr>
          <p:cNvPr id="241" name="Google Shape;241;p40"/>
          <p:cNvSpPr txBox="1">
            <a:spLocks noGrp="1"/>
          </p:cNvSpPr>
          <p:nvPr>
            <p:ph type="body" idx="1"/>
          </p:nvPr>
        </p:nvSpPr>
        <p:spPr>
          <a:xfrm>
            <a:off x="311700" y="1344325"/>
            <a:ext cx="8520600" cy="32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adjectives -- insert sound sequence before last vowel of word: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çampa	ɠuŋɤm 	→ 	çampa ɠuŋ</a:t>
            </a:r>
            <a:r>
              <a:rPr lang="en" sz="2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ow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ɤm	‘big Chomper’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		ɠuŋɤm	→ 	we ɠuŋ</a:t>
            </a:r>
            <a:r>
              <a:rPr lang="en" sz="2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ʀ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ɤm		‘big dino’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ɓiŋ 		ɠuŋɤm	→ 	ɓiŋ ɠuŋ</a:t>
            </a:r>
            <a:r>
              <a:rPr lang="en" sz="2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ɤm		‘big seaweed’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ɧø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ɠuŋɤm	→ 	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ɧø 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ɠuŋ</a:t>
            </a:r>
            <a:r>
              <a:rPr lang="en" sz="20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ɤm	</a:t>
            </a:r>
            <a:r>
              <a:rPr lang="en" sz="20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	‘big horn’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33480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299D-A01B-0AB7-E0AA-F088AF10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Dorgon</a:t>
            </a:r>
            <a:r>
              <a:rPr lang="en-US"/>
              <a:t> - Number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AD862-5784-F69B-0E3A-B25627D19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36021"/>
            <a:ext cx="8520600" cy="3033004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a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		'idiot'</a:t>
            </a:r>
          </a:p>
          <a:p>
            <a:pPr>
              <a:lnSpc>
                <a:spcPct val="114999"/>
              </a:lnSpc>
            </a:pPr>
            <a:r>
              <a:rPr lang="en-US" sz="3600" dirty="0" err="1">
                <a:solidFill>
                  <a:srgbClr val="000000"/>
                </a:solidFill>
                <a:highlight>
                  <a:srgbClr val="FF00FF"/>
                </a:highlight>
                <a:latin typeface="Times New Roman"/>
                <a:cs typeface="Times New Roman"/>
              </a:rPr>
              <a:t>ke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a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		'2 idiots'</a:t>
            </a:r>
          </a:p>
          <a:p>
            <a:pPr>
              <a:lnSpc>
                <a:spcPct val="114999"/>
              </a:lnSpc>
            </a:pPr>
            <a:r>
              <a:rPr lang="en-US" sz="3600" dirty="0" err="1">
                <a:solidFill>
                  <a:srgbClr val="000000"/>
                </a:solidFill>
                <a:highlight>
                  <a:srgbClr val="FF00FF"/>
                </a:highlight>
                <a:latin typeface="Times New Roman"/>
                <a:cs typeface="Times New Roman"/>
              </a:rPr>
              <a:t>eke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a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		'many idiots'</a:t>
            </a:r>
          </a:p>
          <a:p>
            <a:pPr>
              <a:lnSpc>
                <a:spcPct val="114999"/>
              </a:lnSpc>
            </a:pPr>
            <a:r>
              <a:rPr lang="en-US" sz="3600" dirty="0" err="1">
                <a:solidFill>
                  <a:srgbClr val="000000"/>
                </a:solidFill>
                <a:highlight>
                  <a:srgbClr val="FF00FF"/>
                </a:highlight>
                <a:latin typeface="Times New Roman"/>
                <a:cs typeface="Times New Roman"/>
              </a:rPr>
              <a:t>ake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</a:t>
            </a:r>
            <a:r>
              <a:rPr lang="en-US" sz="3600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a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		‘a few idiots'</a:t>
            </a:r>
          </a:p>
        </p:txBody>
      </p:sp>
    </p:spTree>
    <p:extLst>
      <p:ext uri="{BB962C8B-B14F-4D97-AF65-F5344CB8AC3E}">
        <p14:creationId xmlns:p14="http://schemas.microsoft.com/office/powerpoint/2010/main" val="6188345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C5BD4-95AA-77FE-EC9D-10D0E44D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Dorgon</a:t>
            </a:r>
            <a:r>
              <a:rPr lang="en-US"/>
              <a:t> Gender – What makes sense?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C3FCC3-CEBD-2648-44A0-217900EC6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2686843"/>
            <a:ext cx="852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Elijah's Lexicon.docx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701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50A74-7981-5CE0-069E-AAA18564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Number, Gender, Case – Order? 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2541D-C5CD-2066-067A-6F2F7E607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Cross-linguistically, there tends to be a hierarchy:</a:t>
            </a:r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r>
              <a:rPr lang="en-US"/>
              <a:t>Prefixes:</a:t>
            </a:r>
          </a:p>
          <a:p>
            <a:pPr lvl="1">
              <a:lnSpc>
                <a:spcPct val="114999"/>
              </a:lnSpc>
            </a:pPr>
            <a:r>
              <a:rPr lang="en-US"/>
              <a:t>NUMBER + CASE + GENDER</a:t>
            </a:r>
          </a:p>
          <a:p>
            <a:pPr lvl="1"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  <a:buSzPts val="1400"/>
            </a:pPr>
            <a:r>
              <a:rPr lang="en-US"/>
              <a:t>Suffixes:</a:t>
            </a:r>
          </a:p>
          <a:p>
            <a:pPr lvl="1">
              <a:lnSpc>
                <a:spcPct val="114999"/>
              </a:lnSpc>
            </a:pPr>
            <a:r>
              <a:rPr lang="en-US"/>
              <a:t>GENDER + CASE + NUMBER</a:t>
            </a:r>
          </a:p>
        </p:txBody>
      </p:sp>
    </p:spTree>
    <p:extLst>
      <p:ext uri="{BB962C8B-B14F-4D97-AF65-F5344CB8AC3E}">
        <p14:creationId xmlns:p14="http://schemas.microsoft.com/office/powerpoint/2010/main" val="12964006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299D-A01B-0AB7-E0AA-F088AF10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Dorgon</a:t>
            </a:r>
            <a:r>
              <a:rPr lang="en-US"/>
              <a:t> - Number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AD862-5784-F69B-0E3A-B25627D19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536021"/>
            <a:ext cx="8520600" cy="3033004"/>
          </a:xfrm>
        </p:spPr>
        <p:txBody>
          <a:bodyPr/>
          <a:lstStyle/>
          <a:p>
            <a:pPr>
              <a:lnSpc>
                <a:spcPct val="114999"/>
              </a:lnSpc>
            </a:pPr>
            <a:r>
              <a:rPr lang="en-US" sz="3600" err="1">
                <a:solidFill>
                  <a:srgbClr val="000000"/>
                </a:solidFill>
                <a:latin typeface="Times New Roman"/>
                <a:cs typeface="Times New Roman"/>
              </a:rPr>
              <a:t>dpθ̩mɳ</a:t>
            </a:r>
            <a:r>
              <a:rPr lang="en-US" sz="360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a</a:t>
            </a: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 		'idiot'</a:t>
            </a:r>
          </a:p>
          <a:p>
            <a:pPr>
              <a:lnSpc>
                <a:spcPct val="114999"/>
              </a:lnSpc>
            </a:pPr>
            <a:r>
              <a:rPr lang="en-US" sz="3600" err="1">
                <a:solidFill>
                  <a:srgbClr val="000000"/>
                </a:solidFill>
                <a:highlight>
                  <a:srgbClr val="FF00FF"/>
                </a:highlight>
                <a:latin typeface="Times New Roman"/>
                <a:cs typeface="Times New Roman"/>
              </a:rPr>
              <a:t>ke</a:t>
            </a:r>
            <a:r>
              <a:rPr lang="en-US" sz="3600" err="1">
                <a:solidFill>
                  <a:srgbClr val="000000"/>
                </a:solidFill>
                <a:latin typeface="Times New Roman"/>
                <a:cs typeface="Times New Roman"/>
              </a:rPr>
              <a:t>dpθ̩mɳ</a:t>
            </a:r>
            <a:r>
              <a:rPr lang="en-US" sz="360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a</a:t>
            </a: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 		'2 idiots'</a:t>
            </a:r>
          </a:p>
          <a:p>
            <a:pPr>
              <a:lnSpc>
                <a:spcPct val="114999"/>
              </a:lnSpc>
            </a:pPr>
            <a:r>
              <a:rPr lang="en-US" sz="3600" err="1">
                <a:solidFill>
                  <a:srgbClr val="000000"/>
                </a:solidFill>
                <a:highlight>
                  <a:srgbClr val="FF00FF"/>
                </a:highlight>
                <a:latin typeface="Times New Roman"/>
                <a:cs typeface="Times New Roman"/>
              </a:rPr>
              <a:t>eke</a:t>
            </a:r>
            <a:r>
              <a:rPr lang="en-US" sz="3600" err="1">
                <a:solidFill>
                  <a:srgbClr val="000000"/>
                </a:solidFill>
                <a:latin typeface="Times New Roman"/>
                <a:cs typeface="Times New Roman"/>
              </a:rPr>
              <a:t>dpθ̩mɳ</a:t>
            </a:r>
            <a:r>
              <a:rPr lang="en-US" sz="360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a</a:t>
            </a: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 		'many idiots'</a:t>
            </a:r>
          </a:p>
          <a:p>
            <a:pPr>
              <a:lnSpc>
                <a:spcPct val="114999"/>
              </a:lnSpc>
            </a:pPr>
            <a:r>
              <a:rPr lang="en-US" sz="3600" err="1">
                <a:solidFill>
                  <a:srgbClr val="000000"/>
                </a:solidFill>
                <a:highlight>
                  <a:srgbClr val="FF00FF"/>
                </a:highlight>
                <a:latin typeface="Times New Roman"/>
                <a:cs typeface="Times New Roman"/>
              </a:rPr>
              <a:t>ake</a:t>
            </a:r>
            <a:r>
              <a:rPr lang="en-US" sz="3600" err="1">
                <a:solidFill>
                  <a:srgbClr val="000000"/>
                </a:solidFill>
                <a:latin typeface="Times New Roman"/>
                <a:cs typeface="Times New Roman"/>
              </a:rPr>
              <a:t>dpθ̩mɳ</a:t>
            </a:r>
            <a:r>
              <a:rPr lang="en-US" sz="360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a</a:t>
            </a:r>
            <a:r>
              <a:rPr lang="en-US" sz="3600">
                <a:solidFill>
                  <a:srgbClr val="000000"/>
                </a:solidFill>
                <a:latin typeface="Times New Roman"/>
                <a:cs typeface="Times New Roman"/>
              </a:rPr>
              <a:t> 		'a bunch of idiots'</a:t>
            </a:r>
          </a:p>
        </p:txBody>
      </p:sp>
    </p:spTree>
    <p:extLst>
      <p:ext uri="{BB962C8B-B14F-4D97-AF65-F5344CB8AC3E}">
        <p14:creationId xmlns:p14="http://schemas.microsoft.com/office/powerpoint/2010/main" val="665302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-- make different gender forms</a:t>
            </a:r>
            <a:endParaRPr/>
          </a:p>
        </p:txBody>
      </p:sp>
      <p:sp>
        <p:nvSpPr>
          <p:cNvPr id="253" name="Google Shape;253;p42"/>
          <p:cNvSpPr txBox="1">
            <a:spLocks noGrp="1"/>
          </p:cNvSpPr>
          <p:nvPr>
            <p:ph type="body" idx="1"/>
          </p:nvPr>
        </p:nvSpPr>
        <p:spPr>
          <a:xfrm>
            <a:off x="311700" y="2082675"/>
            <a:ext cx="8520600" cy="2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en"/>
              <a:t>How many genders do you have, if any?</a:t>
            </a:r>
            <a:endParaRPr lang="en-US"/>
          </a:p>
          <a:p>
            <a:pPr marL="457200" lvl="0" indent="-3429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out at least one noun for each gender category you’ve created, and indicate how gender is marked.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20208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Case?</a:t>
            </a:r>
            <a:endParaRPr/>
          </a:p>
        </p:txBody>
      </p:sp>
      <p:sp>
        <p:nvSpPr>
          <p:cNvPr id="259" name="Google Shape;259;p43"/>
          <p:cNvSpPr txBox="1">
            <a:spLocks noGrp="1"/>
          </p:cNvSpPr>
          <p:nvPr>
            <p:ph type="body" idx="1"/>
          </p:nvPr>
        </p:nvSpPr>
        <p:spPr>
          <a:xfrm>
            <a:off x="311700" y="1726500"/>
            <a:ext cx="8520600" cy="28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it?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many can a language have?</a:t>
            </a:r>
            <a:endParaRPr/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types of categories can the language have?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463490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Case?</a:t>
            </a:r>
            <a:endParaRPr/>
          </a:p>
        </p:txBody>
      </p:sp>
      <p:sp>
        <p:nvSpPr>
          <p:cNvPr id="265" name="Google Shape;265;p44"/>
          <p:cNvSpPr txBox="1">
            <a:spLocks noGrp="1"/>
          </p:cNvSpPr>
          <p:nvPr>
            <p:ph type="body" idx="1"/>
          </p:nvPr>
        </p:nvSpPr>
        <p:spPr>
          <a:xfrm>
            <a:off x="311700" y="1927859"/>
            <a:ext cx="8520600" cy="26411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600"/>
              </a:spcAft>
            </a:pPr>
            <a:r>
              <a:rPr lang="en-US"/>
              <a:t>English</a:t>
            </a:r>
          </a:p>
          <a:p>
            <a:pPr marL="285750" indent="-285750">
              <a:spcAft>
                <a:spcPts val="1600"/>
              </a:spcAft>
            </a:pPr>
            <a:r>
              <a:rPr lang="en-US"/>
              <a:t>Latin</a:t>
            </a:r>
          </a:p>
          <a:p>
            <a:pPr marL="285750" indent="-285750">
              <a:spcAft>
                <a:spcPts val="1600"/>
              </a:spcAft>
            </a:pPr>
            <a:r>
              <a:rPr lang="en-US"/>
              <a:t>Beyond?</a:t>
            </a:r>
          </a:p>
        </p:txBody>
      </p:sp>
    </p:spTree>
    <p:extLst>
      <p:ext uri="{BB962C8B-B14F-4D97-AF65-F5344CB8AC3E}">
        <p14:creationId xmlns:p14="http://schemas.microsoft.com/office/powerpoint/2010/main" val="24776370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Mɤɧøɴ: no case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45"/>
          <p:cNvSpPr txBox="1">
            <a:spLocks noGrp="1"/>
          </p:cNvSpPr>
          <p:nvPr>
            <p:ph type="body" idx="1"/>
          </p:nvPr>
        </p:nvSpPr>
        <p:spPr>
          <a:xfrm>
            <a:off x="311700" y="1510800"/>
            <a:ext cx="8520600" cy="305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 &amp; object marked by word order, not case.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Location, source, instrument, possession marked with prepositions: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Location: 		in Undersplash	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ɓɤ-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wisiyesi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			from Undersplash	</a:t>
            </a:r>
            <a:r>
              <a:rPr lang="en" sz="2000" b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ɧa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ŋ-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wisiyesi</a:t>
            </a:r>
            <a:endParaRPr sz="2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Instrument:		with Chomper	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ti-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çampa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Possession:		Chomper’s		</a:t>
            </a: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xɤ-</a:t>
            </a: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çampa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24731054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D320E-A584-C85D-B82F-6B684722A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Dorgon</a:t>
            </a:r>
            <a:r>
              <a:rPr lang="en-US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8EC76-8D7B-8CD5-18AB-1737B385C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From Elijah:</a:t>
            </a:r>
          </a:p>
          <a:p>
            <a:pPr lvl="1" fontAlgn="base">
              <a:buFont typeface="+mj-lt"/>
              <a:buAutoNum type="arabicPeriod" startAt="109"/>
            </a:pP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‘before’</a:t>
            </a:r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i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da</a:t>
            </a: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lvl="1" fontAlgn="base">
              <a:buFont typeface="+mj-lt"/>
              <a:buAutoNum type="arabicPeriod" startAt="110"/>
            </a:pP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‘after’</a:t>
            </a:r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b="0" i="1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ba</a:t>
            </a:r>
            <a:r>
              <a:rPr lang="en-US" b="0" i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</a:t>
            </a:r>
          </a:p>
          <a:p>
            <a:pPr marL="114300" indent="0">
              <a:buNone/>
            </a:pPr>
            <a:endParaRPr lang="en-US"/>
          </a:p>
          <a:p>
            <a:pPr marL="1143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268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>
            <a:spLocks noGrp="1"/>
          </p:cNvSpPr>
          <p:nvPr>
            <p:ph type="title"/>
          </p:nvPr>
        </p:nvSpPr>
        <p:spPr>
          <a:xfrm>
            <a:off x="311700" y="2191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-- make different case forms</a:t>
            </a:r>
            <a:endParaRPr/>
          </a:p>
        </p:txBody>
      </p:sp>
      <p:sp>
        <p:nvSpPr>
          <p:cNvPr id="277" name="Google Shape;277;p46"/>
          <p:cNvSpPr txBox="1">
            <a:spLocks noGrp="1"/>
          </p:cNvSpPr>
          <p:nvPr>
            <p:ph type="body" idx="1"/>
          </p:nvPr>
        </p:nvSpPr>
        <p:spPr>
          <a:xfrm>
            <a:off x="311700" y="11355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Does your language make use of case?  If so, how many cases will you have?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Does your language have different forms for subject and object nominals?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Indicate the case forms or prepositions/postpositions used for the following meanings, complete with translated expressions from your language: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Location: 		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Source:			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Instrument:		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Possession:	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95251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ctrTitle"/>
          </p:nvPr>
        </p:nvSpPr>
        <p:spPr>
          <a:xfrm>
            <a:off x="871600" y="1751775"/>
            <a:ext cx="73851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Linguistics 200, Week 8</a:t>
            </a:r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Nominals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55640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A79C1-EAB4-49FC-4528-921BDB223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Nominals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45841-28CB-7F60-E8A8-206AF0896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We've now talked about:</a:t>
            </a:r>
          </a:p>
          <a:p>
            <a:pPr lvl="1">
              <a:lnSpc>
                <a:spcPct val="114999"/>
              </a:lnSpc>
            </a:pPr>
            <a:r>
              <a:rPr lang="en-US" sz="2000" dirty="0"/>
              <a:t>Grammatical Number</a:t>
            </a:r>
          </a:p>
          <a:p>
            <a:pPr lvl="1">
              <a:lnSpc>
                <a:spcPct val="114999"/>
              </a:lnSpc>
            </a:pPr>
            <a:r>
              <a:rPr lang="en-US" sz="2000" dirty="0"/>
              <a:t>Gender</a:t>
            </a:r>
          </a:p>
          <a:p>
            <a:pPr lvl="1">
              <a:lnSpc>
                <a:spcPct val="114999"/>
              </a:lnSpc>
            </a:pPr>
            <a:r>
              <a:rPr lang="en-US" sz="2000" dirty="0"/>
              <a:t>Case</a:t>
            </a:r>
          </a:p>
          <a:p>
            <a:pPr lvl="1">
              <a:lnSpc>
                <a:spcPct val="114999"/>
              </a:lnSpc>
            </a:pPr>
            <a:r>
              <a:rPr lang="en-US" sz="2000" dirty="0"/>
              <a:t>Affixation</a:t>
            </a:r>
          </a:p>
        </p:txBody>
      </p:sp>
    </p:spTree>
    <p:extLst>
      <p:ext uri="{BB962C8B-B14F-4D97-AF65-F5344CB8AC3E}">
        <p14:creationId xmlns:p14="http://schemas.microsoft.com/office/powerpoint/2010/main" val="19074582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47D2A-4B55-A020-E697-7676EB47B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Clarification about Gender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C148BC-583C-1F09-87AB-BD88B3979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07938"/>
            <a:ext cx="8520600" cy="2861087"/>
          </a:xfrm>
        </p:spPr>
        <p:txBody>
          <a:bodyPr/>
          <a:lstStyle/>
          <a:p>
            <a:r>
              <a:rPr lang="en-US" dirty="0"/>
              <a:t>Natural vs. Grammatical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English pronouns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Spanish masculine &amp; feminine</a:t>
            </a:r>
          </a:p>
        </p:txBody>
      </p:sp>
    </p:spTree>
    <p:extLst>
      <p:ext uri="{BB962C8B-B14F-4D97-AF65-F5344CB8AC3E}">
        <p14:creationId xmlns:p14="http://schemas.microsoft.com/office/powerpoint/2010/main" val="31981766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0625F-C802-0A4E-1347-439446D09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Clarification about Case</a:t>
            </a:r>
          </a:p>
        </p:txBody>
      </p:sp>
      <p:pic>
        <p:nvPicPr>
          <p:cNvPr id="5" name="Google Shape;150;p26" descr="A table of words with black and red text&#10;&#10;Description automatically generated">
            <a:extLst>
              <a:ext uri="{FF2B5EF4-FFF2-40B4-BE49-F238E27FC236}">
                <a16:creationId xmlns:a16="http://schemas.microsoft.com/office/drawing/2014/main" id="{DE2A133B-E120-D687-97BB-2D0FE736B25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42713" y="1219625"/>
            <a:ext cx="4678014" cy="368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B22F29E8-A6F4-4642-78D8-8C4D2F68FC1D}"/>
              </a:ext>
            </a:extLst>
          </p:cNvPr>
          <p:cNvSpPr/>
          <p:nvPr/>
        </p:nvSpPr>
        <p:spPr>
          <a:xfrm>
            <a:off x="3124200" y="1695449"/>
            <a:ext cx="628650" cy="117157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0B280738-24E8-A931-A681-B1C0E7937A20}"/>
              </a:ext>
            </a:extLst>
          </p:cNvPr>
          <p:cNvSpPr/>
          <p:nvPr/>
        </p:nvSpPr>
        <p:spPr>
          <a:xfrm>
            <a:off x="3143249" y="2914650"/>
            <a:ext cx="581025" cy="188595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E226C9-ECB7-FC83-5267-307D2F9BFAFF}"/>
              </a:ext>
            </a:extLst>
          </p:cNvPr>
          <p:cNvSpPr txBox="1"/>
          <p:nvPr/>
        </p:nvSpPr>
        <p:spPr>
          <a:xfrm>
            <a:off x="95250" y="2124075"/>
            <a:ext cx="413385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Grammatical Cases (Word Order)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FA650-9DA1-4736-ED15-C84C54B1AE89}"/>
              </a:ext>
            </a:extLst>
          </p:cNvPr>
          <p:cNvSpPr txBox="1"/>
          <p:nvPr/>
        </p:nvSpPr>
        <p:spPr>
          <a:xfrm>
            <a:off x="95249" y="3705224"/>
            <a:ext cx="413385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Grammatical Cases (</a:t>
            </a:r>
            <a:r>
              <a:rPr lang="en-US" b="1" dirty="0" err="1"/>
              <a:t>Adpositions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067132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592D-70F0-D7AD-75BF-24ADFD05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9750"/>
            <a:ext cx="8520600" cy="707400"/>
          </a:xfrm>
        </p:spPr>
        <p:txBody>
          <a:bodyPr/>
          <a:lstStyle/>
          <a:p>
            <a:r>
              <a:rPr lang="en-US" dirty="0" err="1"/>
              <a:t>Dgon</a:t>
            </a:r>
            <a:r>
              <a:rPr lang="en-US" dirty="0"/>
              <a:t>: </a:t>
            </a:r>
            <a:r>
              <a:rPr lang="en-US" dirty="0" err="1"/>
              <a:t>dpθ̩mɳa</a:t>
            </a:r>
            <a:r>
              <a:rPr lang="en-US" dirty="0"/>
              <a:t> 'idiot'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A33F5-FD8F-7FCF-CD7F-876ADE089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99625"/>
            <a:ext cx="8520600" cy="3302700"/>
          </a:xfrm>
        </p:spPr>
        <p:txBody>
          <a:bodyPr/>
          <a:lstStyle/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subject     	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pfo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dir. obj.   		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indir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. obj.			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‘before’			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ba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	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‘after’			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da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‘from’			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ika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‘with’			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‘of’				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sx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CCC61B5-1936-3C8D-6F92-4038F7E26756}"/>
              </a:ext>
            </a:extLst>
          </p:cNvPr>
          <p:cNvCxnSpPr>
            <a:cxnSpLocks/>
          </p:cNvCxnSpPr>
          <p:nvPr/>
        </p:nvCxnSpPr>
        <p:spPr>
          <a:xfrm flipH="1">
            <a:off x="5657316" y="1828800"/>
            <a:ext cx="1341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B4D64C4-CFAA-F24F-AE59-4AB7B6D768AB}"/>
              </a:ext>
            </a:extLst>
          </p:cNvPr>
          <p:cNvSpPr txBox="1"/>
          <p:nvPr/>
        </p:nvSpPr>
        <p:spPr>
          <a:xfrm>
            <a:off x="7048107" y="1628745"/>
            <a:ext cx="867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Zipf’s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785997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592D-70F0-D7AD-75BF-24ADFD05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9750"/>
            <a:ext cx="8520600" cy="707400"/>
          </a:xfrm>
        </p:spPr>
        <p:txBody>
          <a:bodyPr/>
          <a:lstStyle/>
          <a:p>
            <a:r>
              <a:rPr lang="en-US" dirty="0"/>
              <a:t>Note what happens when we add number prefixes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A33F5-FD8F-7FCF-CD7F-876ADE089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99625"/>
            <a:ext cx="8520600" cy="3302700"/>
          </a:xfrm>
        </p:spPr>
        <p:txBody>
          <a:bodyPr/>
          <a:lstStyle/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subject     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pfo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dir. obj.   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indir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. obj.	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‘before’	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ba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	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‘after’	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da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‘from’	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ika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‘with’	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‘of’		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sx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CCC61B5-1936-3C8D-6F92-4038F7E26756}"/>
              </a:ext>
            </a:extLst>
          </p:cNvPr>
          <p:cNvCxnSpPr>
            <a:cxnSpLocks/>
          </p:cNvCxnSpPr>
          <p:nvPr/>
        </p:nvCxnSpPr>
        <p:spPr>
          <a:xfrm flipH="1">
            <a:off x="5657316" y="1828800"/>
            <a:ext cx="1341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B4D64C4-CFAA-F24F-AE59-4AB7B6D768AB}"/>
              </a:ext>
            </a:extLst>
          </p:cNvPr>
          <p:cNvSpPr txBox="1"/>
          <p:nvPr/>
        </p:nvSpPr>
        <p:spPr>
          <a:xfrm>
            <a:off x="7048107" y="1628745"/>
            <a:ext cx="867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Zipf’s</a:t>
            </a:r>
            <a:endParaRPr lang="en-US" sz="20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F502BB-0E82-271D-0DCF-775453BD1724}"/>
              </a:ext>
            </a:extLst>
          </p:cNvPr>
          <p:cNvSpPr/>
          <p:nvPr/>
        </p:nvSpPr>
        <p:spPr>
          <a:xfrm>
            <a:off x="3879791" y="2127903"/>
            <a:ext cx="811850" cy="4438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3BDA24-2B68-19A9-5EA8-F0BE3E4B27A5}"/>
              </a:ext>
            </a:extLst>
          </p:cNvPr>
          <p:cNvSpPr/>
          <p:nvPr/>
        </p:nvSpPr>
        <p:spPr>
          <a:xfrm>
            <a:off x="3879791" y="3560981"/>
            <a:ext cx="811850" cy="4438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EB3C2E-4C50-5E95-48E4-7BED912AFE38}"/>
              </a:ext>
            </a:extLst>
          </p:cNvPr>
          <p:cNvSpPr/>
          <p:nvPr/>
        </p:nvSpPr>
        <p:spPr>
          <a:xfrm>
            <a:off x="3879791" y="4080401"/>
            <a:ext cx="811850" cy="4438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073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592D-70F0-D7AD-75BF-24ADFD05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49750"/>
            <a:ext cx="8520600" cy="707400"/>
          </a:xfrm>
        </p:spPr>
        <p:txBody>
          <a:bodyPr/>
          <a:lstStyle/>
          <a:p>
            <a:r>
              <a:rPr lang="en-US" dirty="0"/>
              <a:t>Good place for a phonotactic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A33F5-FD8F-7FCF-CD7F-876ADE089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99625"/>
            <a:ext cx="8520600" cy="3302700"/>
          </a:xfrm>
        </p:spPr>
        <p:txBody>
          <a:bodyPr/>
          <a:lstStyle/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subject     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pfo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dir. obj.   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indir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. obj.	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‘before’	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ba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	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‘after’	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da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‘from’	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ika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‘with’	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>
              <a:lnSpc>
                <a:spcPct val="114999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‘of’				</a:t>
            </a:r>
            <a:r>
              <a:rPr lang="en-US" sz="2800" b="1" u="sng" dirty="0" err="1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ke</a:t>
            </a:r>
            <a:r>
              <a:rPr lang="en-US" sz="2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sx</a:t>
            </a:r>
            <a:r>
              <a:rPr lang="en-US" sz="2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CCC61B5-1936-3C8D-6F92-4038F7E26756}"/>
              </a:ext>
            </a:extLst>
          </p:cNvPr>
          <p:cNvCxnSpPr>
            <a:cxnSpLocks/>
          </p:cNvCxnSpPr>
          <p:nvPr/>
        </p:nvCxnSpPr>
        <p:spPr>
          <a:xfrm flipH="1">
            <a:off x="5657316" y="1828800"/>
            <a:ext cx="13416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B4D64C4-CFAA-F24F-AE59-4AB7B6D768AB}"/>
              </a:ext>
            </a:extLst>
          </p:cNvPr>
          <p:cNvSpPr txBox="1"/>
          <p:nvPr/>
        </p:nvSpPr>
        <p:spPr>
          <a:xfrm>
            <a:off x="7048107" y="1628745"/>
            <a:ext cx="867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/>
              <a:t>Zipf’s</a:t>
            </a:r>
            <a:endParaRPr lang="en-US" sz="2000" b="1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F502BB-0E82-271D-0DCF-775453BD1724}"/>
              </a:ext>
            </a:extLst>
          </p:cNvPr>
          <p:cNvSpPr/>
          <p:nvPr/>
        </p:nvSpPr>
        <p:spPr>
          <a:xfrm>
            <a:off x="3879791" y="2127903"/>
            <a:ext cx="811850" cy="4438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3BDA24-2B68-19A9-5EA8-F0BE3E4B27A5}"/>
              </a:ext>
            </a:extLst>
          </p:cNvPr>
          <p:cNvSpPr/>
          <p:nvPr/>
        </p:nvSpPr>
        <p:spPr>
          <a:xfrm>
            <a:off x="3879791" y="3560981"/>
            <a:ext cx="811850" cy="4438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EB3C2E-4C50-5E95-48E4-7BED912AFE38}"/>
              </a:ext>
            </a:extLst>
          </p:cNvPr>
          <p:cNvSpPr/>
          <p:nvPr/>
        </p:nvSpPr>
        <p:spPr>
          <a:xfrm>
            <a:off x="3879791" y="4080401"/>
            <a:ext cx="811850" cy="44384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6EA2F-36D7-C95A-987E-1BF555E36272}"/>
              </a:ext>
            </a:extLst>
          </p:cNvPr>
          <p:cNvSpPr txBox="1"/>
          <p:nvPr/>
        </p:nvSpPr>
        <p:spPr>
          <a:xfrm>
            <a:off x="6990461" y="3905455"/>
            <a:ext cx="20265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dirty="0"/>
              <a:t>Diphthong?</a:t>
            </a:r>
          </a:p>
          <a:p>
            <a:pPr marL="342900" indent="-342900">
              <a:buAutoNum type="arabicPeriod"/>
            </a:pPr>
            <a:r>
              <a:rPr lang="en-US" sz="2000" b="1" dirty="0"/>
              <a:t>C insertion?</a:t>
            </a:r>
          </a:p>
          <a:p>
            <a:pPr marL="342900" indent="-342900">
              <a:buAutoNum type="arabicPeriod"/>
            </a:pPr>
            <a:r>
              <a:rPr lang="en-US" sz="2000" b="1" dirty="0"/>
              <a:t>V deletion?</a:t>
            </a:r>
          </a:p>
        </p:txBody>
      </p:sp>
    </p:spTree>
    <p:extLst>
      <p:ext uri="{BB962C8B-B14F-4D97-AF65-F5344CB8AC3E}">
        <p14:creationId xmlns:p14="http://schemas.microsoft.com/office/powerpoint/2010/main" val="19194142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9594A-5C5D-E8EE-1066-74D20A2C7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this mean?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53AF9-C3EF-04AA-5B08-98DE0BA7D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000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dgon</a:t>
            </a:r>
            <a:r>
              <a:rPr lang="en-US" sz="2000" i="1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‘</a:t>
            </a:r>
            <a:r>
              <a:rPr lang="en-US" sz="2000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Dorgon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’		</a:t>
            </a:r>
            <a:r>
              <a:rPr lang="en-US" sz="2000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</a:t>
            </a:r>
            <a:r>
              <a:rPr lang="en-US" sz="2000" b="0" i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ç</a:t>
            </a:r>
            <a:r>
              <a:rPr lang="en-US" sz="2000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‘stick’		</a:t>
            </a:r>
            <a:r>
              <a:rPr lang="en-US" sz="2000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dpθ̩mɳa</a:t>
            </a:r>
            <a:r>
              <a:rPr lang="en-US" sz="2000" i="1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‘idiot’	</a:t>
            </a:r>
          </a:p>
          <a:p>
            <a:pPr marL="114300" indent="0">
              <a:buNone/>
            </a:pPr>
            <a:r>
              <a:rPr lang="en-US" sz="2000" i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pfo</a:t>
            </a:r>
            <a:r>
              <a:rPr lang="en-US" sz="20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subject		-0- = DO		</a:t>
            </a:r>
            <a:r>
              <a:rPr lang="en-US" sz="20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-u- 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IO</a:t>
            </a:r>
          </a:p>
          <a:p>
            <a:pPr marL="114300" indent="0">
              <a:buNone/>
            </a:pPr>
            <a:endParaRPr lang="en-US" sz="20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 idiot GAVE the </a:t>
            </a:r>
            <a:r>
              <a:rPr lang="en-US" sz="20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Dorgon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stick.”</a:t>
            </a:r>
          </a:p>
          <a:p>
            <a:pPr marL="114300" indent="0">
              <a:buNone/>
            </a:pPr>
            <a:r>
              <a:rPr lang="en-US" sz="20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pfodpθ̩mɳa</a:t>
            </a:r>
            <a:r>
              <a:rPr lang="en-US" sz="2000" b="1" i="1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GAVE </a:t>
            </a:r>
            <a:r>
              <a:rPr lang="en-US" sz="20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udgon</a:t>
            </a:r>
            <a:r>
              <a:rPr lang="en-US" sz="2000" i="1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</a:t>
            </a:r>
            <a:r>
              <a:rPr lang="en-US" sz="2000" b="1" i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ç</a:t>
            </a:r>
            <a:r>
              <a:rPr lang="en-US" sz="20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</a:t>
            </a:r>
            <a:endParaRPr lang="en-US" sz="20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 </a:t>
            </a:r>
            <a:r>
              <a:rPr lang="en-US" sz="20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Dorgon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GAVE the idiot a stick.”</a:t>
            </a:r>
          </a:p>
          <a:p>
            <a:pPr marL="114300" indent="0">
              <a:buNone/>
            </a:pPr>
            <a:r>
              <a:rPr lang="en-US" sz="20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pfodgon</a:t>
            </a:r>
            <a:r>
              <a:rPr lang="en-US" sz="2000" i="1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GAVE </a:t>
            </a:r>
            <a:r>
              <a:rPr lang="en-US" sz="20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udpθ</a:t>
            </a:r>
            <a:r>
              <a:rPr lang="en-US" sz="2000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̩</a:t>
            </a:r>
            <a:r>
              <a:rPr lang="en-US" sz="20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mɳa</a:t>
            </a:r>
            <a:r>
              <a:rPr lang="en-US" sz="2000" i="1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</a:t>
            </a:r>
            <a:r>
              <a:rPr lang="en-US" sz="2000" b="1" i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ç</a:t>
            </a:r>
            <a:r>
              <a:rPr lang="en-US" sz="20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</a:t>
            </a:r>
            <a:endParaRPr lang="en-US" sz="20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 stick GAVE the </a:t>
            </a:r>
            <a:r>
              <a:rPr lang="en-US" sz="20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Dorgon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idiot.”</a:t>
            </a:r>
          </a:p>
          <a:p>
            <a:pPr marL="114300" indent="0">
              <a:buNone/>
            </a:pPr>
            <a:r>
              <a:rPr lang="en-US" sz="20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pfod</a:t>
            </a:r>
            <a:r>
              <a:rPr lang="en-US" sz="2000" b="1" i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ç</a:t>
            </a:r>
            <a:r>
              <a:rPr lang="en-US" sz="20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i</a:t>
            </a:r>
            <a:r>
              <a:rPr lang="en-US" sz="2000" i="1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GAVE </a:t>
            </a:r>
            <a:r>
              <a:rPr lang="en-US" sz="20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udgon</a:t>
            </a:r>
            <a:r>
              <a:rPr lang="en-US" sz="2000" i="1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i="1" dirty="0" err="1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dpθ̩mɳa</a:t>
            </a:r>
            <a:r>
              <a:rPr lang="en-US" sz="2000" b="1" i="1" dirty="0">
                <a:solidFill>
                  <a:schemeClr val="bg2"/>
                </a:solidFill>
                <a:latin typeface="Times New Roman" panose="02020603050405020304" pitchFamily="18" charset="0"/>
                <a:ea typeface="Open Sans" panose="020B0606030504020204" pitchFamily="34" charset="0"/>
                <a:cs typeface="Times New Roman" panose="02020603050405020304" pitchFamily="18" charset="0"/>
              </a:rPr>
              <a:t> </a:t>
            </a:r>
            <a:endParaRPr lang="en-US" sz="20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bg2"/>
                </a:solidFill>
              </a:rPr>
              <a:t>	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67E934A-343C-3DBE-C429-7275A96E337B}"/>
              </a:ext>
            </a:extLst>
          </p:cNvPr>
          <p:cNvSpPr/>
          <p:nvPr/>
        </p:nvSpPr>
        <p:spPr>
          <a:xfrm>
            <a:off x="5358212" y="2500942"/>
            <a:ext cx="640935" cy="206808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38C818-9532-35E3-A9DE-82487112790D}"/>
              </a:ext>
            </a:extLst>
          </p:cNvPr>
          <p:cNvSpPr txBox="1"/>
          <p:nvPr/>
        </p:nvSpPr>
        <p:spPr>
          <a:xfrm>
            <a:off x="6084605" y="3334928"/>
            <a:ext cx="1765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Word Order?</a:t>
            </a:r>
          </a:p>
        </p:txBody>
      </p:sp>
    </p:spTree>
    <p:extLst>
      <p:ext uri="{BB962C8B-B14F-4D97-AF65-F5344CB8AC3E}">
        <p14:creationId xmlns:p14="http://schemas.microsoft.com/office/powerpoint/2010/main" val="25858988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Adjectives &amp; Nouns</a:t>
            </a:r>
            <a:endParaRPr dirty="0"/>
          </a:p>
        </p:txBody>
      </p:sp>
      <p:sp>
        <p:nvSpPr>
          <p:cNvPr id="283" name="Google Shape;283;p47"/>
          <p:cNvSpPr txBox="1">
            <a:spLocks noGrp="1"/>
          </p:cNvSpPr>
          <p:nvPr>
            <p:ph type="body" idx="1"/>
          </p:nvPr>
        </p:nvSpPr>
        <p:spPr>
          <a:xfrm>
            <a:off x="311700" y="2085173"/>
            <a:ext cx="8520600" cy="2483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endParaRPr lang="en" dirty="0"/>
          </a:p>
          <a:p>
            <a:pPr marL="457200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are adjectives marked in relation to the nouns they modify?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5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Examples in English: Agreement</a:t>
            </a:r>
            <a:endParaRPr dirty="0"/>
          </a:p>
        </p:txBody>
      </p:sp>
      <p:sp>
        <p:nvSpPr>
          <p:cNvPr id="289" name="Google Shape;289;p48"/>
          <p:cNvSpPr txBox="1">
            <a:spLocks noGrp="1"/>
          </p:cNvSpPr>
          <p:nvPr>
            <p:ph type="body" idx="1"/>
          </p:nvPr>
        </p:nvSpPr>
        <p:spPr>
          <a:xfrm>
            <a:off x="311700" y="2050991"/>
            <a:ext cx="8520600" cy="25180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28650" indent="-514350" algn="l">
              <a:buFont typeface="+mj-lt"/>
              <a:buAutoNum type="arabicPeriod"/>
            </a:pP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The cat is small.			</a:t>
            </a:r>
          </a:p>
          <a:p>
            <a:pPr marL="628650" indent="-514350" algn="l">
              <a:buFont typeface="+mj-lt"/>
              <a:buAutoNum type="arabicPeriod"/>
            </a:pP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The cats are small.	  </a:t>
            </a:r>
            <a:r>
              <a:rPr lang="en-US" sz="2800" b="1" i="0" dirty="0">
                <a:solidFill>
                  <a:srgbClr val="2C3143"/>
                </a:solidFill>
                <a:effectLst/>
                <a:latin typeface="formular"/>
              </a:rPr>
              <a:t>not	*</a:t>
            </a: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The </a:t>
            </a:r>
            <a:r>
              <a:rPr lang="en-US" sz="2800" dirty="0">
                <a:solidFill>
                  <a:srgbClr val="2C3143"/>
                </a:solidFill>
                <a:latin typeface="formular"/>
              </a:rPr>
              <a:t>cats</a:t>
            </a: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 </a:t>
            </a:r>
            <a:r>
              <a:rPr lang="en-US" sz="2800" dirty="0">
                <a:solidFill>
                  <a:srgbClr val="2C3143"/>
                </a:solidFill>
                <a:latin typeface="formular"/>
              </a:rPr>
              <a:t>are</a:t>
            </a: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 smalls.</a:t>
            </a:r>
            <a:endParaRPr lang="en-US" sz="2800" b="1" i="1" dirty="0">
              <a:solidFill>
                <a:srgbClr val="2C3143"/>
              </a:solidFill>
              <a:effectLst/>
              <a:latin typeface="formular"/>
            </a:endParaRPr>
          </a:p>
          <a:p>
            <a:pPr marL="628650" indent="-514350" algn="l">
              <a:buFont typeface="+mj-lt"/>
              <a:buAutoNum type="arabicPeriod"/>
            </a:pP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The black cat walked.</a:t>
            </a:r>
          </a:p>
        </p:txBody>
      </p:sp>
    </p:spTree>
    <p:extLst>
      <p:ext uri="{BB962C8B-B14F-4D97-AF65-F5344CB8AC3E}">
        <p14:creationId xmlns:p14="http://schemas.microsoft.com/office/powerpoint/2010/main" val="9328259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Agreement in English </a:t>
            </a:r>
            <a:endParaRPr dirty="0"/>
          </a:p>
        </p:txBody>
      </p:sp>
      <p:sp>
        <p:nvSpPr>
          <p:cNvPr id="289" name="Google Shape;289;p48"/>
          <p:cNvSpPr txBox="1">
            <a:spLocks noGrp="1"/>
          </p:cNvSpPr>
          <p:nvPr>
            <p:ph type="body" idx="1"/>
          </p:nvPr>
        </p:nvSpPr>
        <p:spPr>
          <a:xfrm>
            <a:off x="311700" y="1956987"/>
            <a:ext cx="8520600" cy="25180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l">
              <a:buNone/>
            </a:pP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Make plural:</a:t>
            </a:r>
          </a:p>
          <a:p>
            <a:pPr marL="114300" indent="0" algn="l">
              <a:buNone/>
            </a:pPr>
            <a:endParaRPr lang="en-US" sz="2800" b="0" i="0" dirty="0">
              <a:solidFill>
                <a:srgbClr val="2C3143"/>
              </a:solidFill>
              <a:effectLst/>
              <a:latin typeface="formular"/>
            </a:endParaRPr>
          </a:p>
          <a:p>
            <a:pPr marL="628650" indent="-514350" algn="l">
              <a:buFont typeface="+mj-lt"/>
              <a:buAutoNum type="arabicPeriod"/>
            </a:pP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This cat is small.</a:t>
            </a:r>
          </a:p>
          <a:p>
            <a:pPr marL="628650" indent="-514350" algn="l">
              <a:buFont typeface="+mj-lt"/>
              <a:buAutoNum type="arabicPeriod"/>
            </a:pP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That cat is small.</a:t>
            </a:r>
          </a:p>
        </p:txBody>
      </p:sp>
    </p:spTree>
    <p:extLst>
      <p:ext uri="{BB962C8B-B14F-4D97-AF65-F5344CB8AC3E}">
        <p14:creationId xmlns:p14="http://schemas.microsoft.com/office/powerpoint/2010/main" val="19852373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Examples in Spanish (</a:t>
            </a:r>
            <a:r>
              <a:rPr lang="en" dirty="0">
                <a:hlinkClick r:id="rId3"/>
              </a:rPr>
              <a:t>source</a:t>
            </a:r>
            <a:r>
              <a:rPr lang="en" dirty="0"/>
              <a:t>): Agreement</a:t>
            </a:r>
            <a:endParaRPr dirty="0"/>
          </a:p>
        </p:txBody>
      </p:sp>
      <p:sp>
        <p:nvSpPr>
          <p:cNvPr id="289" name="Google Shape;289;p48"/>
          <p:cNvSpPr txBox="1">
            <a:spLocks noGrp="1"/>
          </p:cNvSpPr>
          <p:nvPr>
            <p:ph type="body" idx="1"/>
          </p:nvPr>
        </p:nvSpPr>
        <p:spPr>
          <a:xfrm>
            <a:off x="311700" y="2050991"/>
            <a:ext cx="8520600" cy="25180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28650" indent="-514350" algn="l">
              <a:buFont typeface="+mj-lt"/>
              <a:buAutoNum type="arabicPeriod"/>
            </a:pP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El </a:t>
            </a:r>
            <a:r>
              <a:rPr lang="en-US" sz="2800" b="0" i="1" dirty="0" err="1">
                <a:solidFill>
                  <a:srgbClr val="2C3143"/>
                </a:solidFill>
                <a:effectLst/>
                <a:latin typeface="formular"/>
              </a:rPr>
              <a:t>gato</a:t>
            </a: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 es </a:t>
            </a:r>
            <a:r>
              <a:rPr lang="en-US" sz="2800" b="0" i="1" dirty="0" err="1">
                <a:solidFill>
                  <a:srgbClr val="2C3143"/>
                </a:solidFill>
                <a:effectLst/>
                <a:latin typeface="formular"/>
              </a:rPr>
              <a:t>pequeño</a:t>
            </a: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.</a:t>
            </a: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 		‘The cat is small.’</a:t>
            </a:r>
          </a:p>
          <a:p>
            <a:pPr marL="628650" indent="-514350" algn="l">
              <a:buFont typeface="+mj-lt"/>
              <a:buAutoNum type="arabicPeriod"/>
            </a:pP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Los </a:t>
            </a:r>
            <a:r>
              <a:rPr lang="en-US" sz="2800" b="0" i="1" dirty="0" err="1">
                <a:solidFill>
                  <a:srgbClr val="2C3143"/>
                </a:solidFill>
                <a:effectLst/>
                <a:latin typeface="formular"/>
              </a:rPr>
              <a:t>gatos</a:t>
            </a: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 son </a:t>
            </a:r>
            <a:r>
              <a:rPr lang="en-US" sz="2800" b="0" i="1" dirty="0" err="1">
                <a:solidFill>
                  <a:srgbClr val="2C3143"/>
                </a:solidFill>
                <a:effectLst/>
                <a:latin typeface="formular"/>
              </a:rPr>
              <a:t>pequeños</a:t>
            </a: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.</a:t>
            </a: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 	‘The cats are small.’</a:t>
            </a:r>
            <a:endParaRPr lang="en-US" sz="2800" b="0" i="1" dirty="0">
              <a:solidFill>
                <a:srgbClr val="2C3143"/>
              </a:solidFill>
              <a:effectLst/>
              <a:latin typeface="formular"/>
            </a:endParaRPr>
          </a:p>
          <a:p>
            <a:pPr marL="628650" indent="-514350" algn="l">
              <a:buFont typeface="+mj-lt"/>
              <a:buAutoNum type="arabicPeriod"/>
            </a:pP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El </a:t>
            </a:r>
            <a:r>
              <a:rPr lang="en-US" sz="2800" b="0" i="1" dirty="0" err="1">
                <a:solidFill>
                  <a:srgbClr val="2C3143"/>
                </a:solidFill>
                <a:effectLst/>
                <a:latin typeface="formular"/>
              </a:rPr>
              <a:t>gato</a:t>
            </a: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 negro </a:t>
            </a:r>
            <a:r>
              <a:rPr lang="en-US" sz="2800" b="0" i="1" dirty="0" err="1">
                <a:solidFill>
                  <a:srgbClr val="2C3143"/>
                </a:solidFill>
                <a:effectLst/>
                <a:latin typeface="formular"/>
              </a:rPr>
              <a:t>caminó</a:t>
            </a: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.</a:t>
            </a: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 	‘The black cat walked.’</a:t>
            </a:r>
          </a:p>
        </p:txBody>
      </p:sp>
    </p:spTree>
    <p:extLst>
      <p:ext uri="{BB962C8B-B14F-4D97-AF65-F5344CB8AC3E}">
        <p14:creationId xmlns:p14="http://schemas.microsoft.com/office/powerpoint/2010/main" val="4121067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Examples in German (</a:t>
            </a:r>
            <a:r>
              <a:rPr lang="en" dirty="0">
                <a:hlinkClick r:id="rId3"/>
              </a:rPr>
              <a:t>source</a:t>
            </a:r>
            <a:r>
              <a:rPr lang="en" dirty="0"/>
              <a:t>)</a:t>
            </a:r>
            <a:endParaRPr dirty="0"/>
          </a:p>
        </p:txBody>
      </p:sp>
      <p:sp>
        <p:nvSpPr>
          <p:cNvPr id="289" name="Google Shape;289;p48"/>
          <p:cNvSpPr txBox="1">
            <a:spLocks noGrp="1"/>
          </p:cNvSpPr>
          <p:nvPr>
            <p:ph type="body" idx="1"/>
          </p:nvPr>
        </p:nvSpPr>
        <p:spPr>
          <a:xfrm>
            <a:off x="311700" y="2444097"/>
            <a:ext cx="8520600" cy="21249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28650" indent="-514350" algn="l">
              <a:buFont typeface="+mj-lt"/>
              <a:buAutoNum type="arabicPeriod"/>
            </a:pP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der </a:t>
            </a:r>
            <a:r>
              <a:rPr lang="en-US" sz="2800" b="0" i="1" dirty="0" err="1">
                <a:solidFill>
                  <a:srgbClr val="2C3143"/>
                </a:solidFill>
                <a:effectLst/>
                <a:latin typeface="formular"/>
              </a:rPr>
              <a:t>große</a:t>
            </a: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 Baum</a:t>
            </a: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 		‘the big tree’</a:t>
            </a:r>
          </a:p>
          <a:p>
            <a:pPr marL="628650" indent="-514350" algn="l">
              <a:buFont typeface="+mj-lt"/>
              <a:buAutoNum type="arabicPeriod"/>
            </a:pP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Der Baum </a:t>
            </a:r>
            <a:r>
              <a:rPr lang="en-US" sz="2800" b="0" i="1" dirty="0" err="1">
                <a:solidFill>
                  <a:srgbClr val="2C3143"/>
                </a:solidFill>
                <a:effectLst/>
                <a:latin typeface="formular"/>
              </a:rPr>
              <a:t>ist</a:t>
            </a: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 </a:t>
            </a:r>
            <a:r>
              <a:rPr lang="en-US" sz="2800" b="0" i="1" dirty="0" err="1">
                <a:solidFill>
                  <a:srgbClr val="2C3143"/>
                </a:solidFill>
                <a:effectLst/>
                <a:latin typeface="formular"/>
              </a:rPr>
              <a:t>groß</a:t>
            </a:r>
            <a:r>
              <a:rPr lang="en-US" sz="2800" b="0" i="1" dirty="0">
                <a:solidFill>
                  <a:srgbClr val="2C3143"/>
                </a:solidFill>
                <a:effectLst/>
                <a:latin typeface="formular"/>
              </a:rPr>
              <a:t>.</a:t>
            </a:r>
            <a:r>
              <a:rPr lang="en-US" sz="2800" b="0" i="0" dirty="0">
                <a:solidFill>
                  <a:srgbClr val="2C3143"/>
                </a:solidFill>
                <a:effectLst/>
                <a:latin typeface="formular"/>
              </a:rPr>
              <a:t> 		‘The tree is big.’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F455C1A-0D76-84D7-B8F8-F7958F05E5A1}"/>
              </a:ext>
            </a:extLst>
          </p:cNvPr>
          <p:cNvCxnSpPr>
            <a:cxnSpLocks/>
          </p:cNvCxnSpPr>
          <p:nvPr/>
        </p:nvCxnSpPr>
        <p:spPr>
          <a:xfrm flipH="1">
            <a:off x="2102265" y="2076628"/>
            <a:ext cx="1187866" cy="495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84CCB50-DDC5-A34F-F2E7-B545E534A0F6}"/>
              </a:ext>
            </a:extLst>
          </p:cNvPr>
          <p:cNvCxnSpPr>
            <a:cxnSpLocks/>
          </p:cNvCxnSpPr>
          <p:nvPr/>
        </p:nvCxnSpPr>
        <p:spPr>
          <a:xfrm flipH="1" flipV="1">
            <a:off x="3392679" y="3506561"/>
            <a:ext cx="572570" cy="715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B5DB30A-9A03-B8E4-5B59-6B8EE56CC652}"/>
              </a:ext>
            </a:extLst>
          </p:cNvPr>
          <p:cNvSpPr txBox="1"/>
          <p:nvPr/>
        </p:nvSpPr>
        <p:spPr>
          <a:xfrm>
            <a:off x="3290131" y="1845557"/>
            <a:ext cx="359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Attributive</a:t>
            </a:r>
            <a:r>
              <a:rPr lang="en-US" sz="1800" dirty="0"/>
              <a:t> – requires agreement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ED120E-5AD6-46C3-139F-219468A8BFD7}"/>
              </a:ext>
            </a:extLst>
          </p:cNvPr>
          <p:cNvSpPr txBox="1"/>
          <p:nvPr/>
        </p:nvSpPr>
        <p:spPr>
          <a:xfrm>
            <a:off x="3965249" y="4081498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Predicative</a:t>
            </a:r>
            <a:r>
              <a:rPr lang="en-US" sz="1800" dirty="0"/>
              <a:t> – no agreement</a:t>
            </a:r>
          </a:p>
        </p:txBody>
      </p:sp>
    </p:spTree>
    <p:extLst>
      <p:ext uri="{BB962C8B-B14F-4D97-AF65-F5344CB8AC3E}">
        <p14:creationId xmlns:p14="http://schemas.microsoft.com/office/powerpoint/2010/main" val="36234595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In </a:t>
            </a:r>
            <a:r>
              <a:rPr lang="en" dirty="0" err="1"/>
              <a:t>Mɤɧøɴ</a:t>
            </a:r>
            <a:r>
              <a:rPr lang="en" dirty="0"/>
              <a:t>: adjectives marked for (natural) gender, not number</a:t>
            </a:r>
            <a:endParaRPr dirty="0"/>
          </a:p>
        </p:txBody>
      </p:sp>
      <p:sp>
        <p:nvSpPr>
          <p:cNvPr id="295" name="Google Shape;295;p49"/>
          <p:cNvSpPr txBox="1">
            <a:spLocks noGrp="1"/>
          </p:cNvSpPr>
          <p:nvPr>
            <p:ph type="body" idx="1"/>
          </p:nvPr>
        </p:nvSpPr>
        <p:spPr>
          <a:xfrm>
            <a:off x="969726" y="2274785"/>
            <a:ext cx="7533339" cy="18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çampa	ɠuŋɤm 	→ 	çampa ɠuŋowɤm		‘big Chomper’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we 	ɠuŋɤm	→ 	we ɠuŋʀɤm		‘big dino’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ɓiŋ 	ɠuŋɤm	→ 	ɓiŋ ɠuŋsɤm		‘big seaweed’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ɧø	ɠuŋɤm	→ 	ɧø ɠuŋtɤm		‘big horn’</a:t>
            </a:r>
            <a:endParaRPr sz="20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45763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 txBox="1">
            <a:spLocks noGrp="1"/>
          </p:cNvSpPr>
          <p:nvPr>
            <p:ph type="title"/>
          </p:nvPr>
        </p:nvSpPr>
        <p:spPr>
          <a:xfrm>
            <a:off x="311700" y="2191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Dgon Adjectives: Incorporation</a:t>
            </a:r>
            <a:endParaRPr dirty="0"/>
          </a:p>
        </p:txBody>
      </p:sp>
      <p:sp>
        <p:nvSpPr>
          <p:cNvPr id="301" name="Google Shape;301;p50"/>
          <p:cNvSpPr txBox="1">
            <a:spLocks noGrp="1"/>
          </p:cNvSpPr>
          <p:nvPr>
            <p:ph type="body" idx="1"/>
          </p:nvPr>
        </p:nvSpPr>
        <p:spPr>
          <a:xfrm>
            <a:off x="311700" y="1439450"/>
            <a:ext cx="8520600" cy="29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dirty="0"/>
              <a:t>So far we’ve seen that </a:t>
            </a:r>
            <a:r>
              <a:rPr lang="en-US" dirty="0" err="1"/>
              <a:t>Dgon</a:t>
            </a:r>
            <a:r>
              <a:rPr lang="en-US" dirty="0"/>
              <a:t> has prefixed number &amp; case, suffixed POS markers:</a:t>
            </a:r>
          </a:p>
          <a:p>
            <a:pPr marL="0" indent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dirty="0"/>
              <a:t>			</a:t>
            </a:r>
            <a:r>
              <a:rPr lang="en-US" sz="3200" dirty="0"/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cs typeface="Times New Roman"/>
              </a:rPr>
              <a:t>ke-pfo-dpθ̩mɳ-a</a:t>
            </a:r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 marL="0" indent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  <a:t>			‘2 idiots (subject)’</a:t>
            </a: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dirty="0"/>
              <a:t>	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18925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38906-6F7D-74DB-78D5-B079B0B9F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Inuktitut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DBEF9-89D3-31B1-C293-F6771DC70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760433"/>
            <a:ext cx="8520600" cy="2808591"/>
          </a:xfrm>
        </p:spPr>
        <p:txBody>
          <a:bodyPr/>
          <a:lstStyle/>
          <a:p>
            <a:r>
              <a:rPr lang="en-US" sz="2000" b="1" i="1" dirty="0" err="1"/>
              <a:t>aqpik</a:t>
            </a:r>
            <a:r>
              <a:rPr lang="en-US" sz="2000" dirty="0"/>
              <a:t> ‘cloudberry’ + </a:t>
            </a:r>
            <a:r>
              <a:rPr lang="en-US" sz="2000" b="1" i="1" dirty="0" err="1"/>
              <a:t>juk</a:t>
            </a:r>
            <a:r>
              <a:rPr lang="en-US" sz="2000" dirty="0"/>
              <a:t> ‘small’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b="1" i="1" dirty="0" err="1">
                <a:sym typeface="Wingdings" panose="05000000000000000000" pitchFamily="2" charset="2"/>
              </a:rPr>
              <a:t>aqpikjuk</a:t>
            </a:r>
            <a:r>
              <a:rPr lang="en-US" sz="2000" dirty="0">
                <a:sym typeface="Wingdings" panose="05000000000000000000" pitchFamily="2" charset="2"/>
              </a:rPr>
              <a:t> ‘small cloudberry’</a:t>
            </a:r>
          </a:p>
          <a:p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000" b="1" i="1" dirty="0" err="1">
                <a:sym typeface="Wingdings" panose="05000000000000000000" pitchFamily="2" charset="2"/>
              </a:rPr>
              <a:t>sila</a:t>
            </a:r>
            <a:r>
              <a:rPr lang="en-US" sz="2000" dirty="0">
                <a:sym typeface="Wingdings" panose="05000000000000000000" pitchFamily="2" charset="2"/>
              </a:rPr>
              <a:t> ‘weather’ + </a:t>
            </a:r>
            <a:r>
              <a:rPr lang="en-US" sz="2000" b="1" i="1" dirty="0" err="1">
                <a:sym typeface="Wingdings" panose="05000000000000000000" pitchFamily="2" charset="2"/>
              </a:rPr>
              <a:t>angijuq</a:t>
            </a:r>
            <a:r>
              <a:rPr lang="en-US" sz="2000" dirty="0">
                <a:sym typeface="Wingdings" panose="05000000000000000000" pitchFamily="2" charset="2"/>
              </a:rPr>
              <a:t> ‘big’  </a:t>
            </a:r>
            <a:r>
              <a:rPr lang="en-US" sz="2000" b="1" i="1" dirty="0" err="1">
                <a:sym typeface="Wingdings" panose="05000000000000000000" pitchFamily="2" charset="2"/>
              </a:rPr>
              <a:t>silangijuq</a:t>
            </a:r>
            <a:r>
              <a:rPr lang="en-US" sz="2000" dirty="0">
                <a:sym typeface="Wingdings" panose="05000000000000000000" pitchFamily="2" charset="2"/>
              </a:rPr>
              <a:t> ‘bad weather’</a:t>
            </a:r>
          </a:p>
          <a:p>
            <a:endParaRPr lang="en-US" sz="2000" dirty="0">
              <a:sym typeface="Wingdings" panose="05000000000000000000" pitchFamily="2" charset="2"/>
            </a:endParaRPr>
          </a:p>
          <a:p>
            <a:pPr marL="11430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 marL="11430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Adjectives are regularly ‘incorporated’ into the noun.  This is similar to phrases like ‘baby-sitting’ or ‘doom-scrolling’.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033009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 txBox="1">
            <a:spLocks noGrp="1"/>
          </p:cNvSpPr>
          <p:nvPr>
            <p:ph type="title"/>
          </p:nvPr>
        </p:nvSpPr>
        <p:spPr>
          <a:xfrm>
            <a:off x="311700" y="2191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Dgon Adjectives: Incorporation</a:t>
            </a:r>
            <a:endParaRPr dirty="0"/>
          </a:p>
        </p:txBody>
      </p:sp>
      <p:sp>
        <p:nvSpPr>
          <p:cNvPr id="301" name="Google Shape;301;p50"/>
          <p:cNvSpPr txBox="1">
            <a:spLocks noGrp="1"/>
          </p:cNvSpPr>
          <p:nvPr>
            <p:ph type="body" idx="1"/>
          </p:nvPr>
        </p:nvSpPr>
        <p:spPr>
          <a:xfrm>
            <a:off x="311700" y="1439450"/>
            <a:ext cx="8520600" cy="29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1000"/>
              </a:spcBef>
              <a:spcAft>
                <a:spcPts val="1600"/>
              </a:spcAft>
              <a:buNone/>
            </a:pPr>
            <a:endParaRPr lang="en-US" dirty="0"/>
          </a:p>
          <a:p>
            <a:pPr marL="0" indent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dirty="0"/>
              <a:t>			</a:t>
            </a:r>
            <a:r>
              <a:rPr lang="en-US" sz="3200" dirty="0"/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cs typeface="Times New Roman"/>
              </a:rPr>
              <a:t>ke-pfo-dpθ̩mɳ-a</a:t>
            </a:r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 marL="0" indent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  <a:t>			‘2 idiots (subject)’</a:t>
            </a: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dirty="0"/>
              <a:t>	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90482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 txBox="1">
            <a:spLocks noGrp="1"/>
          </p:cNvSpPr>
          <p:nvPr>
            <p:ph type="title"/>
          </p:nvPr>
        </p:nvSpPr>
        <p:spPr>
          <a:xfrm>
            <a:off x="311700" y="2191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Dgon Adjectives: Incorporation Example</a:t>
            </a:r>
            <a:endParaRPr dirty="0"/>
          </a:p>
        </p:txBody>
      </p:sp>
      <p:sp>
        <p:nvSpPr>
          <p:cNvPr id="301" name="Google Shape;301;p50"/>
          <p:cNvSpPr txBox="1">
            <a:spLocks noGrp="1"/>
          </p:cNvSpPr>
          <p:nvPr>
            <p:ph type="body" idx="1"/>
          </p:nvPr>
        </p:nvSpPr>
        <p:spPr>
          <a:xfrm>
            <a:off x="311700" y="1439450"/>
            <a:ext cx="8520600" cy="29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dirty="0"/>
              <a:t>Let’s incorporate </a:t>
            </a:r>
            <a:r>
              <a:rPr lang="en-US" i="1" dirty="0" err="1"/>
              <a:t>im</a:t>
            </a:r>
            <a:r>
              <a:rPr lang="en-US" dirty="0"/>
              <a:t> ‘small’:</a:t>
            </a:r>
          </a:p>
          <a:p>
            <a:pPr marL="0" indent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dirty="0"/>
              <a:t>			</a:t>
            </a:r>
            <a:r>
              <a:rPr lang="en-US" sz="3200" dirty="0"/>
              <a:t> 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cs typeface="Times New Roman"/>
              </a:rPr>
              <a:t>ke-pfo-dpθ̩mɳ-im-a</a:t>
            </a:r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 marL="0" indent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  <a:t> 		 ‘2 small idiots (subject)’</a:t>
            </a: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dirty="0"/>
              <a:t>	</a:t>
            </a:r>
            <a:endParaRPr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B193157-C4E2-9180-D8A2-8F2151A0B9E6}"/>
              </a:ext>
            </a:extLst>
          </p:cNvPr>
          <p:cNvCxnSpPr/>
          <p:nvPr/>
        </p:nvCxnSpPr>
        <p:spPr>
          <a:xfrm flipH="1">
            <a:off x="5999148" y="1657884"/>
            <a:ext cx="478564" cy="598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92B97D0-60F9-F629-0283-1BEB1B5FA5AD}"/>
              </a:ext>
            </a:extLst>
          </p:cNvPr>
          <p:cNvSpPr txBox="1"/>
          <p:nvPr/>
        </p:nvSpPr>
        <p:spPr>
          <a:xfrm>
            <a:off x="5853870" y="1290334"/>
            <a:ext cx="1486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Why here?</a:t>
            </a:r>
          </a:p>
        </p:txBody>
      </p:sp>
    </p:spTree>
    <p:extLst>
      <p:ext uri="{BB962C8B-B14F-4D97-AF65-F5344CB8AC3E}">
        <p14:creationId xmlns:p14="http://schemas.microsoft.com/office/powerpoint/2010/main" val="17375745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 txBox="1">
            <a:spLocks noGrp="1"/>
          </p:cNvSpPr>
          <p:nvPr>
            <p:ph type="title"/>
          </p:nvPr>
        </p:nvSpPr>
        <p:spPr>
          <a:xfrm>
            <a:off x="311700" y="2191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Dgon Adjectives: Incorporation Example</a:t>
            </a:r>
            <a:endParaRPr dirty="0"/>
          </a:p>
        </p:txBody>
      </p:sp>
      <p:sp>
        <p:nvSpPr>
          <p:cNvPr id="301" name="Google Shape;301;p50"/>
          <p:cNvSpPr txBox="1">
            <a:spLocks noGrp="1"/>
          </p:cNvSpPr>
          <p:nvPr>
            <p:ph type="body" idx="1"/>
          </p:nvPr>
        </p:nvSpPr>
        <p:spPr>
          <a:xfrm>
            <a:off x="311700" y="1439450"/>
            <a:ext cx="8520600" cy="29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dirty="0"/>
              <a:t>Let’s incorporate </a:t>
            </a:r>
            <a:r>
              <a:rPr lang="en-US" i="1" dirty="0" err="1"/>
              <a:t>gpfa</a:t>
            </a:r>
            <a:r>
              <a:rPr lang="en-US" i="1" dirty="0"/>
              <a:t> </a:t>
            </a:r>
            <a:r>
              <a:rPr lang="en-US" dirty="0"/>
              <a:t>‘big’. </a:t>
            </a:r>
          </a:p>
          <a:p>
            <a:pPr marL="0" indent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dirty="0"/>
              <a:t>			</a:t>
            </a:r>
            <a:r>
              <a:rPr lang="en-US" sz="3200" dirty="0" err="1">
                <a:solidFill>
                  <a:srgbClr val="000000"/>
                </a:solidFill>
                <a:latin typeface="Times New Roman"/>
                <a:cs typeface="Times New Roman"/>
              </a:rPr>
              <a:t>ke-pfo-dpθ̩mɳ-a</a:t>
            </a:r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</a:p>
          <a:p>
            <a:pPr marL="0" indent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  <a:t>			‘2 big idiots (subject)’</a:t>
            </a: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dirty="0"/>
              <a:t>	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78888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 txBox="1">
            <a:spLocks noGrp="1"/>
          </p:cNvSpPr>
          <p:nvPr>
            <p:ph type="title"/>
          </p:nvPr>
        </p:nvSpPr>
        <p:spPr>
          <a:xfrm>
            <a:off x="311700" y="2191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Activity – Dorgon adjectives</a:t>
            </a:r>
            <a:endParaRPr dirty="0"/>
          </a:p>
        </p:txBody>
      </p:sp>
      <p:sp>
        <p:nvSpPr>
          <p:cNvPr id="301" name="Google Shape;301;p50"/>
          <p:cNvSpPr txBox="1">
            <a:spLocks noGrp="1"/>
          </p:cNvSpPr>
          <p:nvPr>
            <p:ph type="body" idx="1"/>
          </p:nvPr>
        </p:nvSpPr>
        <p:spPr>
          <a:xfrm>
            <a:off x="166421" y="1447997"/>
            <a:ext cx="3294625" cy="29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Translate the following adjective + noun expressions:</a:t>
            </a:r>
            <a:endParaRPr dirty="0"/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 dirty="0"/>
              <a:t>red fire</a:t>
            </a:r>
            <a:endParaRPr dirty="0"/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 dirty="0"/>
              <a:t>many eyes</a:t>
            </a:r>
            <a:endParaRPr dirty="0"/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 dirty="0"/>
              <a:t>full belly </a:t>
            </a:r>
            <a:endParaRPr dirty="0"/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 dirty="0"/>
              <a:t>black </a:t>
            </a:r>
            <a:r>
              <a:rPr lang="en" b="1" dirty="0"/>
              <a:t>hair		</a:t>
            </a:r>
            <a:endParaRPr b="1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" name="Google Shape;301;p50">
            <a:extLst>
              <a:ext uri="{FF2B5EF4-FFF2-40B4-BE49-F238E27FC236}">
                <a16:creationId xmlns:a16="http://schemas.microsoft.com/office/drawing/2014/main" id="{04AFD1C2-D5DD-A314-F79B-EF2B852B6D5F}"/>
              </a:ext>
            </a:extLst>
          </p:cNvPr>
          <p:cNvSpPr txBox="1">
            <a:spLocks/>
          </p:cNvSpPr>
          <p:nvPr/>
        </p:nvSpPr>
        <p:spPr>
          <a:xfrm>
            <a:off x="4033615" y="1072350"/>
            <a:ext cx="5016381" cy="29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>
              <a:spcBef>
                <a:spcPts val="1000"/>
              </a:spcBef>
              <a:buFont typeface="Open Sans"/>
              <a:buAutoNum type="arabicPeriod"/>
            </a:pPr>
            <a:r>
              <a:rPr lang="en-US" dirty="0"/>
              <a:t>‘fire’				den</a:t>
            </a:r>
          </a:p>
          <a:p>
            <a:pPr>
              <a:spcBef>
                <a:spcPts val="1000"/>
              </a:spcBef>
              <a:buFont typeface="Open Sans"/>
              <a:buAutoNum type="arabicPeriod"/>
            </a:pPr>
            <a:r>
              <a:rPr lang="en-US" dirty="0"/>
              <a:t>‘eyes (pl.)’			</a:t>
            </a:r>
            <a:r>
              <a:rPr lang="en-US" dirty="0" err="1"/>
              <a:t>ekepkin</a:t>
            </a:r>
            <a:endParaRPr lang="en-US" dirty="0"/>
          </a:p>
          <a:p>
            <a:pPr>
              <a:spcBef>
                <a:spcPts val="1000"/>
              </a:spcBef>
              <a:buFont typeface="Open Sans"/>
              <a:buAutoNum type="arabicPeriod"/>
            </a:pPr>
            <a:r>
              <a:rPr lang="en-US" dirty="0"/>
              <a:t>‘belly’			xi</a:t>
            </a:r>
          </a:p>
          <a:p>
            <a:pPr>
              <a:spcBef>
                <a:spcPts val="1000"/>
              </a:spcBef>
              <a:buFont typeface="Open Sans"/>
              <a:buAutoNum type="arabicPeriod"/>
            </a:pPr>
            <a:r>
              <a:rPr lang="en-US" dirty="0"/>
              <a:t>‘retractable belly spikes’	</a:t>
            </a:r>
            <a:r>
              <a:rPr lang="en-US" dirty="0" err="1"/>
              <a:t>ampf</a:t>
            </a:r>
            <a:r>
              <a:rPr lang="en-US" dirty="0"/>
              <a:t>	</a:t>
            </a:r>
          </a:p>
          <a:p>
            <a:pPr>
              <a:spcBef>
                <a:spcPts val="1000"/>
              </a:spcBef>
              <a:buFont typeface="Open Sans"/>
              <a:buAutoNum type="arabicPeriod"/>
            </a:pPr>
            <a:r>
              <a:rPr lang="en-US" dirty="0"/>
              <a:t>‘red’				</a:t>
            </a:r>
            <a:r>
              <a:rPr lang="en-US" dirty="0" err="1"/>
              <a:t>ge</a:t>
            </a:r>
            <a:endParaRPr lang="en-US" dirty="0"/>
          </a:p>
          <a:p>
            <a:pPr>
              <a:spcBef>
                <a:spcPts val="1000"/>
              </a:spcBef>
              <a:buFont typeface="Open Sans"/>
              <a:buAutoNum type="arabicPeriod"/>
            </a:pPr>
            <a:r>
              <a:rPr lang="en-US" dirty="0"/>
              <a:t>‘many’			</a:t>
            </a:r>
            <a:r>
              <a:rPr lang="en-US" dirty="0" err="1"/>
              <a:t>gti</a:t>
            </a:r>
            <a:endParaRPr lang="en-US" dirty="0"/>
          </a:p>
          <a:p>
            <a:pPr>
              <a:spcBef>
                <a:spcPts val="1000"/>
              </a:spcBef>
              <a:buFont typeface="Open Sans"/>
              <a:buAutoNum type="arabicPeriod"/>
            </a:pPr>
            <a:r>
              <a:rPr lang="en-US" dirty="0"/>
              <a:t>‘full’				ban</a:t>
            </a:r>
          </a:p>
          <a:p>
            <a:pPr>
              <a:spcBef>
                <a:spcPts val="1000"/>
              </a:spcBef>
              <a:buFont typeface="Open Sans"/>
              <a:buAutoNum type="arabicPeriod"/>
            </a:pPr>
            <a:r>
              <a:rPr lang="en-US" dirty="0"/>
              <a:t>‘black’			</a:t>
            </a:r>
            <a:r>
              <a:rPr lang="en-US" dirty="0" err="1"/>
              <a:t>pça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2524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0"/>
          <p:cNvSpPr txBox="1">
            <a:spLocks noGrp="1"/>
          </p:cNvSpPr>
          <p:nvPr>
            <p:ph type="title"/>
          </p:nvPr>
        </p:nvSpPr>
        <p:spPr>
          <a:xfrm>
            <a:off x="311700" y="2191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-- adjectives</a:t>
            </a:r>
            <a:endParaRPr/>
          </a:p>
        </p:txBody>
      </p:sp>
      <p:sp>
        <p:nvSpPr>
          <p:cNvPr id="301" name="Google Shape;301;p50"/>
          <p:cNvSpPr txBox="1">
            <a:spLocks noGrp="1"/>
          </p:cNvSpPr>
          <p:nvPr>
            <p:ph type="body" idx="1"/>
          </p:nvPr>
        </p:nvSpPr>
        <p:spPr>
          <a:xfrm>
            <a:off x="311700" y="1165985"/>
            <a:ext cx="8520600" cy="29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400" dirty="0"/>
              <a:t>Are your adjectives marked for number? Gender? Case? (Don’t worry about word order for the time being.)</a:t>
            </a:r>
            <a:endParaRPr sz="2400" dirty="0"/>
          </a:p>
          <a:p>
            <a:pPr marL="457200" lvl="0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 sz="2400" dirty="0"/>
              <a:t>Translate the following adjective + noun expressions:</a:t>
            </a:r>
            <a:endParaRPr sz="2400" dirty="0"/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800" dirty="0"/>
              <a:t>red fire</a:t>
            </a:r>
            <a:endParaRPr sz="1800" dirty="0"/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800" dirty="0"/>
              <a:t>many eyes</a:t>
            </a:r>
            <a:endParaRPr sz="1800" dirty="0"/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800" dirty="0"/>
              <a:t>full belly </a:t>
            </a:r>
            <a:endParaRPr sz="1800" dirty="0"/>
          </a:p>
          <a:p>
            <a:pPr marL="91440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800" dirty="0"/>
              <a:t>black hair		</a:t>
            </a:r>
            <a:endParaRPr sz="1800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39808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Pronouns</a:t>
            </a:r>
            <a:endParaRPr/>
          </a:p>
        </p:txBody>
      </p:sp>
      <p:sp>
        <p:nvSpPr>
          <p:cNvPr id="307" name="Google Shape;307;p51"/>
          <p:cNvSpPr txBox="1">
            <a:spLocks noGrp="1"/>
          </p:cNvSpPr>
          <p:nvPr>
            <p:ph type="body" idx="1"/>
          </p:nvPr>
        </p:nvSpPr>
        <p:spPr>
          <a:xfrm>
            <a:off x="311700" y="2033425"/>
            <a:ext cx="8520600" cy="25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en" sz="2000" dirty="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-"/>
            </a:pPr>
            <a:r>
              <a:rPr lang="en" sz="2000" dirty="0"/>
              <a:t>How are they connected to the nominal system?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2967458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2"/>
          <p:cNvSpPr txBox="1">
            <a:spLocks noGrp="1"/>
          </p:cNvSpPr>
          <p:nvPr>
            <p:ph type="title"/>
          </p:nvPr>
        </p:nvSpPr>
        <p:spPr>
          <a:xfrm>
            <a:off x="311700" y="29045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Mɤɧøɴ: match the categories from earlier</a:t>
            </a:r>
            <a:endParaRPr/>
          </a:p>
        </p:txBody>
      </p:sp>
      <p:sp>
        <p:nvSpPr>
          <p:cNvPr id="313" name="Google Shape;313;p52"/>
          <p:cNvSpPr txBox="1">
            <a:spLocks noGrp="1"/>
          </p:cNvSpPr>
          <p:nvPr>
            <p:ph type="body" idx="1"/>
          </p:nvPr>
        </p:nvSpPr>
        <p:spPr>
          <a:xfrm>
            <a:off x="311700" y="12782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sg.		du.		pl.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1st person		kɤ 		kɤɠu		kɤka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2nd person		ku 		kuɠu		kuka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3rd person (met)		o		oɠu		oka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(animal)		ʀɤ		ʀɤɠu		ʀɤka	</a:t>
            </a:r>
            <a:endParaRPr/>
          </a:p>
          <a:p>
            <a:pPr marL="0" lvl="0" indent="45720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(plant)		sø		søɠu		søka	</a:t>
            </a:r>
            <a:endParaRPr/>
          </a:p>
          <a:p>
            <a:pPr marL="0" lvl="0" indent="45720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	(other)		ta		taɠu		taka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426022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2"/>
          <p:cNvSpPr txBox="1">
            <a:spLocks noGrp="1"/>
          </p:cNvSpPr>
          <p:nvPr>
            <p:ph type="title"/>
          </p:nvPr>
        </p:nvSpPr>
        <p:spPr>
          <a:xfrm>
            <a:off x="311700" y="29045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Compare…</a:t>
            </a:r>
            <a:endParaRPr/>
          </a:p>
        </p:txBody>
      </p:sp>
      <p:sp>
        <p:nvSpPr>
          <p:cNvPr id="313" name="Google Shape;313;p52"/>
          <p:cNvSpPr txBox="1">
            <a:spLocks noGrp="1"/>
          </p:cNvSpPr>
          <p:nvPr>
            <p:ph type="body" idx="1"/>
          </p:nvPr>
        </p:nvSpPr>
        <p:spPr>
          <a:xfrm>
            <a:off x="311700" y="997850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" sz="1600"/>
              <a:t>			sg.		du.		pl.</a:t>
            </a:r>
            <a:endParaRPr sz="1600"/>
          </a:p>
          <a:p>
            <a:pPr marL="0" lvl="0" indent="0" algn="l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" sz="1600"/>
              <a:t>1st person		kɤ 		kɤɠu		kɤka</a:t>
            </a:r>
            <a:endParaRPr sz="1600"/>
          </a:p>
          <a:p>
            <a:pPr marL="0" lvl="0" indent="0" algn="l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" sz="1600"/>
              <a:t>2nd person		ku 		kuɠu		kuka</a:t>
            </a:r>
            <a:endParaRPr sz="1600"/>
          </a:p>
          <a:p>
            <a:pPr marL="0" lvl="0" indent="0" algn="l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" sz="1600"/>
              <a:t>3rd person (met)		o		oɠu		oka</a:t>
            </a:r>
          </a:p>
          <a:p>
            <a:pPr marL="0" lvl="0" indent="0" algn="l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" sz="1600"/>
              <a:t>	(animal)		ʀɤ		ʀɤɠu		ʀɤka	</a:t>
            </a:r>
            <a:endParaRPr sz="1600"/>
          </a:p>
          <a:p>
            <a:pPr marL="0" lvl="0" indent="457200" algn="l" rtl="0">
              <a:lnSpc>
                <a:spcPct val="100000"/>
              </a:lnSpc>
              <a:spcAft>
                <a:spcPts val="0"/>
              </a:spcAft>
              <a:buNone/>
            </a:pPr>
            <a:r>
              <a:rPr lang="en" sz="1600"/>
              <a:t>	(plant)		sø		søɠu		søka	</a:t>
            </a:r>
            <a:endParaRPr sz="1600"/>
          </a:p>
          <a:p>
            <a:pPr marL="0" lvl="0" indent="457200" algn="l" rtl="0">
              <a:lnSpc>
                <a:spcPct val="100000"/>
              </a:lnSpc>
              <a:spcAft>
                <a:spcPts val="1600"/>
              </a:spcAft>
              <a:buNone/>
            </a:pPr>
            <a:r>
              <a:rPr lang="en" sz="1600"/>
              <a:t>	(other)		ta		taɠu		taka</a:t>
            </a:r>
            <a:endParaRPr sz="1600"/>
          </a:p>
        </p:txBody>
      </p:sp>
      <p:sp>
        <p:nvSpPr>
          <p:cNvPr id="2" name="Google Shape;295;p49">
            <a:extLst>
              <a:ext uri="{FF2B5EF4-FFF2-40B4-BE49-F238E27FC236}">
                <a16:creationId xmlns:a16="http://schemas.microsoft.com/office/drawing/2014/main" id="{CAD7EF10-8D54-B537-2540-2FFC40281C35}"/>
              </a:ext>
            </a:extLst>
          </p:cNvPr>
          <p:cNvSpPr txBox="1">
            <a:spLocks/>
          </p:cNvSpPr>
          <p:nvPr/>
        </p:nvSpPr>
        <p:spPr>
          <a:xfrm>
            <a:off x="311700" y="2929575"/>
            <a:ext cx="8520600" cy="18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buFont typeface="Open Sans"/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çampa	ɠuŋɤm 	→ 	çampa ɠuŋowɤm	‘big Chomper’</a:t>
            </a:r>
          </a:p>
          <a:p>
            <a:pPr marL="0" indent="0">
              <a:buFont typeface="Open Sans"/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	ɠuŋɤm	→ 	we ɠuŋʀɤm		‘big dino’</a:t>
            </a:r>
          </a:p>
          <a:p>
            <a:pPr marL="0" indent="0">
              <a:buFont typeface="Open Sans"/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ɓiŋ 	ɠuŋɤm	→ 	ɓiŋ ɠuŋsɤm		‘big seaweed’</a:t>
            </a:r>
          </a:p>
          <a:p>
            <a:pPr marL="0" indent="0">
              <a:buFont typeface="Open Sans"/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ɧø	ɠuŋɤm	→ 	ɧø ɠuŋtɤm		‘big horn’</a:t>
            </a:r>
          </a:p>
        </p:txBody>
      </p:sp>
    </p:spTree>
    <p:extLst>
      <p:ext uri="{BB962C8B-B14F-4D97-AF65-F5344CB8AC3E}">
        <p14:creationId xmlns:p14="http://schemas.microsoft.com/office/powerpoint/2010/main" val="30421354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3"/>
          <p:cNvSpPr txBox="1">
            <a:spLocks noGrp="1"/>
          </p:cNvSpPr>
          <p:nvPr>
            <p:ph type="title"/>
          </p:nvPr>
        </p:nvSpPr>
        <p:spPr>
          <a:xfrm>
            <a:off x="311700" y="2191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Activity – Dorgon pronoun system</a:t>
            </a:r>
            <a:endParaRPr dirty="0"/>
          </a:p>
        </p:txBody>
      </p:sp>
      <p:sp>
        <p:nvSpPr>
          <p:cNvPr id="319" name="Google Shape;319;p53"/>
          <p:cNvSpPr txBox="1">
            <a:spLocks noGrp="1"/>
          </p:cNvSpPr>
          <p:nvPr>
            <p:ph type="body" idx="1"/>
          </p:nvPr>
        </p:nvSpPr>
        <p:spPr>
          <a:xfrm>
            <a:off x="311700" y="11355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Let’s create a table of pronouns with 1, 2, 3 on the left side. Include along the top the numbers you’ve posited for your language.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endParaRPr dirty="0"/>
          </a:p>
        </p:txBody>
      </p:sp>
      <p:graphicFrame>
        <p:nvGraphicFramePr>
          <p:cNvPr id="320" name="Google Shape;320;p53"/>
          <p:cNvGraphicFramePr/>
          <p:nvPr>
            <p:extLst>
              <p:ext uri="{D42A27DB-BD31-4B8C-83A1-F6EECF244321}">
                <p14:modId xmlns:p14="http://schemas.microsoft.com/office/powerpoint/2010/main" val="1252160225"/>
              </p:ext>
            </p:extLst>
          </p:nvPr>
        </p:nvGraphicFramePr>
        <p:xfrm>
          <a:off x="952499" y="2159801"/>
          <a:ext cx="7239001" cy="2651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6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4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5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36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19989">
                  <a:extLst>
                    <a:ext uri="{9D8B030D-6E8A-4147-A177-3AD203B41FA5}">
                      <a16:colId xmlns:a16="http://schemas.microsoft.com/office/drawing/2014/main" val="197471428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bg2"/>
                          </a:solidFill>
                        </a:rPr>
                        <a:t>sg.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bg2"/>
                          </a:solidFill>
                        </a:rPr>
                        <a:t>du.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bg2"/>
                          </a:solidFill>
                        </a:rPr>
                        <a:t>pl.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paucal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1" dirty="0">
                          <a:solidFill>
                            <a:schemeClr val="bg2"/>
                          </a:solidFill>
                        </a:rPr>
                        <a:t>do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‘I’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ke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-</a:t>
                      </a:r>
                      <a:r>
                        <a:rPr lang="en-US" sz="1400" b="0" i="0" u="none" strike="noStrike" noProof="0" dirty="0">
                          <a:solidFill>
                            <a:schemeClr val="bg2"/>
                          </a:solidFill>
                          <a:latin typeface="Arial"/>
                        </a:rPr>
                        <a:t>do </a:t>
                      </a:r>
                      <a:endParaRPr lang="en-US" b="0" i="0" dirty="0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‘we 2’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eke-</a:t>
                      </a:r>
                      <a:r>
                        <a:rPr lang="en-US" sz="1400" b="0" i="0" u="none" strike="noStrike" noProof="0" dirty="0">
                          <a:solidFill>
                            <a:schemeClr val="bg2"/>
                          </a:solidFill>
                          <a:latin typeface="Arial"/>
                        </a:rPr>
                        <a:t>do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 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‘we’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ake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-</a:t>
                      </a:r>
                      <a:r>
                        <a:rPr lang="en-US" sz="1400" b="0" i="0" u="none" strike="noStrike" noProof="0" dirty="0">
                          <a:solidFill>
                            <a:schemeClr val="bg2"/>
                          </a:solidFill>
                          <a:latin typeface="Arial"/>
                        </a:rPr>
                        <a:t>do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‘a few of us’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1" dirty="0" err="1">
                          <a:solidFill>
                            <a:schemeClr val="bg2"/>
                          </a:solidFill>
                        </a:rPr>
                        <a:t>ço</a:t>
                      </a:r>
                      <a:endParaRPr lang="en-US" b="1" i="1" dirty="0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‘you’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err="1">
                          <a:solidFill>
                            <a:schemeClr val="bg2"/>
                          </a:solidFill>
                        </a:rPr>
                        <a:t>ke-</a:t>
                      </a:r>
                      <a:r>
                        <a:rPr lang="en-US" sz="1400" b="0" i="0" u="none" strike="noStrike" noProof="0" err="1">
                          <a:solidFill>
                            <a:schemeClr val="bg2"/>
                          </a:solidFill>
                          <a:latin typeface="Arial"/>
                        </a:rPr>
                        <a:t>ço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 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‘you 2’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eke-</a:t>
                      </a:r>
                      <a:r>
                        <a:rPr lang="en-US" sz="1400" b="0" i="0" u="none" strike="noStrike" noProof="0" dirty="0" err="1">
                          <a:solidFill>
                            <a:schemeClr val="bg2"/>
                          </a:solidFill>
                          <a:latin typeface="Arial"/>
                        </a:rPr>
                        <a:t>ço</a:t>
                      </a:r>
                      <a:endParaRPr lang="en-US" b="0" i="0" dirty="0" err="1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‘y’all’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ake-</a:t>
                      </a:r>
                      <a:r>
                        <a:rPr lang="en-US" sz="1400" b="0" i="0" u="none" strike="noStrike" noProof="0" dirty="0" err="1">
                          <a:solidFill>
                            <a:schemeClr val="bg2"/>
                          </a:solidFill>
                          <a:latin typeface="Arial"/>
                        </a:rPr>
                        <a:t>ço</a:t>
                      </a:r>
                      <a:endParaRPr lang="en-US" dirty="0" err="1"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‘a few of y’all’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bg2"/>
                          </a:solidFill>
                        </a:rPr>
                        <a:t>3 anim.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bg2"/>
                          </a:solidFill>
                        </a:rPr>
                        <a:t>   inanim.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1" dirty="0">
                          <a:solidFill>
                            <a:schemeClr val="bg2"/>
                          </a:solidFill>
                        </a:rPr>
                        <a:t>a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‘they’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i="1" u="none" dirty="0">
                          <a:solidFill>
                            <a:schemeClr val="bg2"/>
                          </a:solidFill>
                        </a:rPr>
                        <a:t>un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‘it’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ke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: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‘they 2’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kew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 ‘they 2’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eke: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‘they (pl.)’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ekew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‘they’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ake</a:t>
                      </a: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‘a few of them’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akew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‘a few of them’ 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2997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4B966-FCDD-7C02-4220-D3C4067F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Summary: </a:t>
            </a:r>
            <a:r>
              <a:rPr lang="en-US" dirty="0" err="1"/>
              <a:t>Dgon</a:t>
            </a:r>
            <a:r>
              <a:rPr lang="en-US" dirty="0"/>
              <a:t> Nominals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E31A6-D248-6D2D-80C3-9467F5054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95515"/>
            <a:ext cx="8520600" cy="307351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Numbers (4): 	sg., du., pl. paucal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Genders (2): 	natural – animate, inanimate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Cases (8):		grammatical &amp; prepositional (oblique)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Adjectives:	incorporated (compounded within Ns)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Pronouns:	4 numbers, 2 genders, prefixed cases</a:t>
            </a:r>
          </a:p>
        </p:txBody>
      </p:sp>
    </p:spTree>
    <p:extLst>
      <p:ext uri="{BB962C8B-B14F-4D97-AF65-F5344CB8AC3E}">
        <p14:creationId xmlns:p14="http://schemas.microsoft.com/office/powerpoint/2010/main" val="18635579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81CD4-B681-05C9-266D-A16BA4669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Pronouns – need to reflect case, too!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B1D9D-337A-CF9B-47A1-2E0A4E573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			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2800" i="1" dirty="0">
                <a:solidFill>
                  <a:srgbClr val="000000"/>
                </a:solidFill>
                <a:latin typeface="Times New Roman"/>
                <a:cs typeface="Times New Roman"/>
              </a:rPr>
              <a:t>a </a:t>
            </a:r>
            <a:r>
              <a:rPr lang="en-US" sz="2800" dirty="0">
                <a:solidFill>
                  <a:srgbClr val="000000"/>
                </a:solidFill>
                <a:latin typeface="Times New Roman"/>
                <a:cs typeface="Times New Roman"/>
              </a:rPr>
              <a:t>‘they (sg.)’</a:t>
            </a:r>
          </a:p>
          <a:p>
            <a:pPr>
              <a:lnSpc>
                <a:spcPct val="114999"/>
              </a:lnSpc>
              <a:buNone/>
            </a:pP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subject     	</a:t>
            </a:r>
            <a:r>
              <a:rPr lang="en-US" sz="1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pfo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 		</a:t>
            </a: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pfa	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‘they’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dir. obj.   		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 			</a:t>
            </a: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a	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‘them’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 dirty="0" err="1">
                <a:solidFill>
                  <a:srgbClr val="000000"/>
                </a:solidFill>
                <a:latin typeface="Times New Roman"/>
                <a:cs typeface="Times New Roman"/>
              </a:rPr>
              <a:t>indir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. obj.		</a:t>
            </a:r>
            <a:r>
              <a:rPr lang="en-US" sz="1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u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 		</a:t>
            </a:r>
            <a:r>
              <a:rPr lang="en-US" sz="1800" i="1" dirty="0" err="1">
                <a:solidFill>
                  <a:srgbClr val="000000"/>
                </a:solidFill>
                <a:latin typeface="Times New Roman"/>
                <a:cs typeface="Times New Roman"/>
              </a:rPr>
              <a:t>wa</a:t>
            </a: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‘to/for them’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‘before’			</a:t>
            </a:r>
            <a:r>
              <a:rPr lang="en-US" sz="1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ba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 		</a:t>
            </a:r>
            <a:r>
              <a:rPr lang="en-US" i="1" dirty="0" err="1">
                <a:solidFill>
                  <a:srgbClr val="000000"/>
                </a:solidFill>
                <a:latin typeface="Times New Roman"/>
                <a:cs typeface="Times New Roman"/>
              </a:rPr>
              <a:t>ba</a:t>
            </a: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‘before them’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‘after’			</a:t>
            </a:r>
            <a:r>
              <a:rPr lang="en-US" sz="1800" b="1" u="sng" err="1">
                <a:solidFill>
                  <a:srgbClr val="000000"/>
                </a:solidFill>
                <a:latin typeface="Times New Roman"/>
                <a:cs typeface="Times New Roman"/>
              </a:rPr>
              <a:t>da</a:t>
            </a:r>
            <a:r>
              <a:rPr lang="en-US" sz="180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 		</a:t>
            </a:r>
            <a:r>
              <a:rPr lang="en-US" i="1">
                <a:solidFill>
                  <a:srgbClr val="000000"/>
                </a:solidFill>
                <a:latin typeface="Times New Roman"/>
                <a:cs typeface="Times New Roman"/>
              </a:rPr>
              <a:t>da	</a:t>
            </a:r>
            <a:r>
              <a:rPr lang="en-US" sz="1800">
                <a:solidFill>
                  <a:srgbClr val="000000"/>
                </a:solidFill>
                <a:latin typeface="Times New Roman"/>
                <a:cs typeface="Times New Roman"/>
              </a:rPr>
              <a:t>‘after them’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‘from’			</a:t>
            </a:r>
            <a:r>
              <a:rPr lang="en-US" sz="1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ika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 		</a:t>
            </a:r>
            <a:r>
              <a:rPr lang="en-US" i="1" dirty="0" err="1">
                <a:solidFill>
                  <a:srgbClr val="000000"/>
                </a:solidFill>
                <a:latin typeface="Times New Roman"/>
                <a:cs typeface="Times New Roman"/>
              </a:rPr>
              <a:t>ika</a:t>
            </a: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‘from them’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‘with’			</a:t>
            </a:r>
            <a:r>
              <a:rPr lang="en-US" sz="1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i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 			</a:t>
            </a: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j</a:t>
            </a:r>
            <a:r>
              <a:rPr lang="en-US" i="1" dirty="0">
                <a:solidFill>
                  <a:srgbClr val="000000"/>
                </a:solidFill>
                <a:latin typeface="Times New Roman"/>
                <a:cs typeface="Times New Roman"/>
              </a:rPr>
              <a:t>a</a:t>
            </a: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‘with them’</a:t>
            </a:r>
          </a:p>
          <a:p>
            <a:pPr>
              <a:lnSpc>
                <a:spcPct val="114999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‘of’			</a:t>
            </a:r>
            <a:r>
              <a:rPr lang="en-US" sz="1800" b="1" u="sng" dirty="0" err="1">
                <a:solidFill>
                  <a:srgbClr val="000000"/>
                </a:solidFill>
                <a:latin typeface="Times New Roman"/>
                <a:cs typeface="Times New Roman"/>
              </a:rPr>
              <a:t>sx</a:t>
            </a:r>
            <a:r>
              <a:rPr lang="en-US" sz="1800" dirty="0" err="1">
                <a:solidFill>
                  <a:srgbClr val="000000"/>
                </a:solidFill>
                <a:latin typeface="Times New Roman"/>
                <a:cs typeface="Times New Roman"/>
              </a:rPr>
              <a:t>dpθ̩mɳa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 		</a:t>
            </a:r>
            <a:r>
              <a:rPr lang="en-US" sz="1800" i="1" dirty="0" err="1">
                <a:solidFill>
                  <a:srgbClr val="000000"/>
                </a:solidFill>
                <a:latin typeface="Times New Roman"/>
                <a:cs typeface="Times New Roman"/>
              </a:rPr>
              <a:t>sxa</a:t>
            </a:r>
            <a:r>
              <a:rPr lang="en-US" sz="1800" i="1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1800" dirty="0">
                <a:solidFill>
                  <a:srgbClr val="000000"/>
                </a:solidFill>
                <a:latin typeface="Times New Roman"/>
                <a:cs typeface="Times New Roman"/>
              </a:rPr>
              <a:t>‘their’			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02E063-8F28-C866-0350-04F6BA8C0A02}"/>
              </a:ext>
            </a:extLst>
          </p:cNvPr>
          <p:cNvCxnSpPr/>
          <p:nvPr/>
        </p:nvCxnSpPr>
        <p:spPr>
          <a:xfrm flipV="1">
            <a:off x="5076202" y="2982482"/>
            <a:ext cx="769121" cy="589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1E7B71-ED65-E034-5860-BFBE7D1D5FA5}"/>
              </a:ext>
            </a:extLst>
          </p:cNvPr>
          <p:cNvCxnSpPr/>
          <p:nvPr/>
        </p:nvCxnSpPr>
        <p:spPr>
          <a:xfrm>
            <a:off x="5076202" y="3572142"/>
            <a:ext cx="683663" cy="675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AE40B19-E411-7A12-91B2-89444EFC0C86}"/>
              </a:ext>
            </a:extLst>
          </p:cNvPr>
          <p:cNvSpPr txBox="1"/>
          <p:nvPr/>
        </p:nvSpPr>
        <p:spPr>
          <a:xfrm>
            <a:off x="4683095" y="3353955"/>
            <a:ext cx="615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rule!</a:t>
            </a:r>
          </a:p>
        </p:txBody>
      </p:sp>
    </p:spTree>
    <p:extLst>
      <p:ext uri="{BB962C8B-B14F-4D97-AF65-F5344CB8AC3E}">
        <p14:creationId xmlns:p14="http://schemas.microsoft.com/office/powerpoint/2010/main" val="303902547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3"/>
          <p:cNvSpPr txBox="1">
            <a:spLocks noGrp="1"/>
          </p:cNvSpPr>
          <p:nvPr>
            <p:ph type="title"/>
          </p:nvPr>
        </p:nvSpPr>
        <p:spPr>
          <a:xfrm>
            <a:off x="311700" y="2191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Activity – Your pronoun system</a:t>
            </a:r>
            <a:endParaRPr dirty="0"/>
          </a:p>
        </p:txBody>
      </p:sp>
      <p:sp>
        <p:nvSpPr>
          <p:cNvPr id="319" name="Google Shape;319;p53"/>
          <p:cNvSpPr txBox="1">
            <a:spLocks noGrp="1"/>
          </p:cNvSpPr>
          <p:nvPr>
            <p:ph type="body" idx="1"/>
          </p:nvPr>
        </p:nvSpPr>
        <p:spPr>
          <a:xfrm>
            <a:off x="311700" y="11355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Create a table of pronouns with 1, 2, 3 on the left side. Include along the top the numbers you’ve posited for your language.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endParaRPr dirty="0"/>
          </a:p>
        </p:txBody>
      </p:sp>
      <p:graphicFrame>
        <p:nvGraphicFramePr>
          <p:cNvPr id="2" name="Google Shape;326;p54">
            <a:extLst>
              <a:ext uri="{FF2B5EF4-FFF2-40B4-BE49-F238E27FC236}">
                <a16:creationId xmlns:a16="http://schemas.microsoft.com/office/drawing/2014/main" id="{E1F6ADB8-4E6E-2D1E-4CF7-8651A1BD58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7808284"/>
              </p:ext>
            </p:extLst>
          </p:nvPr>
        </p:nvGraphicFramePr>
        <p:xfrm>
          <a:off x="893025" y="2285375"/>
          <a:ext cx="7239000" cy="15848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sg.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du.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pl.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1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2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42707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2. If you want your pronouns to be marked for gender, indicate this here.</a:t>
            </a:r>
            <a:endParaRPr/>
          </a:p>
        </p:txBody>
      </p:sp>
      <p:graphicFrame>
        <p:nvGraphicFramePr>
          <p:cNvPr id="326" name="Google Shape;326;p54"/>
          <p:cNvGraphicFramePr/>
          <p:nvPr>
            <p:extLst>
              <p:ext uri="{D42A27DB-BD31-4B8C-83A1-F6EECF244321}">
                <p14:modId xmlns:p14="http://schemas.microsoft.com/office/powerpoint/2010/main" val="3924762200"/>
              </p:ext>
            </p:extLst>
          </p:nvPr>
        </p:nvGraphicFramePr>
        <p:xfrm>
          <a:off x="893025" y="2285375"/>
          <a:ext cx="7239000" cy="20115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sg.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du.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pl.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1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2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3 masc.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   fem.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   neut.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55734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3. Now flesh out the table as appropriate for your language.  May need to create a larger table if your language has case!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graphicFrame>
        <p:nvGraphicFramePr>
          <p:cNvPr id="332" name="Google Shape;332;p55"/>
          <p:cNvGraphicFramePr/>
          <p:nvPr>
            <p:extLst>
              <p:ext uri="{D42A27DB-BD31-4B8C-83A1-F6EECF244321}">
                <p14:modId xmlns:p14="http://schemas.microsoft.com/office/powerpoint/2010/main" val="1914252069"/>
              </p:ext>
            </p:extLst>
          </p:nvPr>
        </p:nvGraphicFramePr>
        <p:xfrm>
          <a:off x="893025" y="2285375"/>
          <a:ext cx="7239000" cy="20115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sg.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du.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pl.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1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2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3 masc.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   fem.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bg2"/>
                          </a:solidFill>
                        </a:rPr>
                        <a:t>   neut.</a:t>
                      </a: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985203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43261E1A16A147A2466AA19A77A585" ma:contentTypeVersion="12" ma:contentTypeDescription="Create a new document." ma:contentTypeScope="" ma:versionID="78b5a87685d01fcb4ebdb64e7562154b">
  <xsd:schema xmlns:xsd="http://www.w3.org/2001/XMLSchema" xmlns:xs="http://www.w3.org/2001/XMLSchema" xmlns:p="http://schemas.microsoft.com/office/2006/metadata/properties" xmlns:ns2="3e067b83-0621-4377-b1f9-3cbd7d70ef02" xmlns:ns3="094ebba0-f250-498f-82c1-8c3cc4fdf0d5" targetNamespace="http://schemas.microsoft.com/office/2006/metadata/properties" ma:root="true" ma:fieldsID="cfe6b21c5e5ef5eafd7f8f5576b9ddd7" ns2:_="" ns3:_="">
    <xsd:import namespace="3e067b83-0621-4377-b1f9-3cbd7d70ef02"/>
    <xsd:import namespace="094ebba0-f250-498f-82c1-8c3cc4fdf0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067b83-0621-4377-b1f9-3cbd7d70ef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560d88b-9459-45c3-8a30-9c03b99f5b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ebba0-f250-498f-82c1-8c3cc4fdf0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2d0cfcc-8f92-45a5-b6cb-c3f5aa4c553e}" ma:internalName="TaxCatchAll" ma:showField="CatchAllData" ma:web="094ebba0-f250-498f-82c1-8c3cc4fdf0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067b83-0621-4377-b1f9-3cbd7d70ef02">
      <Terms xmlns="http://schemas.microsoft.com/office/infopath/2007/PartnerControls"/>
    </lcf76f155ced4ddcb4097134ff3c332f>
    <TaxCatchAll xmlns="094ebba0-f250-498f-82c1-8c3cc4fdf0d5" xsi:nil="true"/>
  </documentManagement>
</p:properties>
</file>

<file path=customXml/itemProps1.xml><?xml version="1.0" encoding="utf-8"?>
<ds:datastoreItem xmlns:ds="http://schemas.openxmlformats.org/officeDocument/2006/customXml" ds:itemID="{7F143723-56BC-4705-993C-B670592ADADA}"/>
</file>

<file path=customXml/itemProps2.xml><?xml version="1.0" encoding="utf-8"?>
<ds:datastoreItem xmlns:ds="http://schemas.openxmlformats.org/officeDocument/2006/customXml" ds:itemID="{70374B44-76F9-4521-BEF1-E39BED0AEBD5}"/>
</file>

<file path=customXml/itemProps3.xml><?xml version="1.0" encoding="utf-8"?>
<ds:datastoreItem xmlns:ds="http://schemas.openxmlformats.org/officeDocument/2006/customXml" ds:itemID="{9764C43C-0433-4C26-A63B-E95FB8018B71}"/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2947</Words>
  <Application>Microsoft Office PowerPoint</Application>
  <PresentationFormat>On-screen Show (16:9)</PresentationFormat>
  <Paragraphs>434</Paragraphs>
  <Slides>68</Slides>
  <Notes>47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69" baseType="lpstr">
      <vt:lpstr>Tropic</vt:lpstr>
      <vt:lpstr>Linguistics 200, Week 8</vt:lpstr>
      <vt:lpstr>Today: Nominals</vt:lpstr>
      <vt:lpstr>Do you want a language with lots of morphology?</vt:lpstr>
      <vt:lpstr>Or very little?</vt:lpstr>
      <vt:lpstr>For the most part</vt:lpstr>
      <vt:lpstr>Last Time</vt:lpstr>
      <vt:lpstr>The Next 3 Days: Creating your Nominal System</vt:lpstr>
      <vt:lpstr>Group Activity: What is Grammatical Number?</vt:lpstr>
      <vt:lpstr>Which type of system did you find coolest?</vt:lpstr>
      <vt:lpstr>But how can number be 'marked'?</vt:lpstr>
      <vt:lpstr>In Mɤɧøɴ: singular, dual, plural</vt:lpstr>
      <vt:lpstr>In Mɤɧøɴ: singular, dual, plural</vt:lpstr>
      <vt:lpstr>In Mɤɧøɴ: singular, dual, plural</vt:lpstr>
      <vt:lpstr>Here’s what we did:</vt:lpstr>
      <vt:lpstr>In Mɤɧøɴ: singular, dual, plural</vt:lpstr>
      <vt:lpstr>Something else is going on here, phonologically…</vt:lpstr>
      <vt:lpstr>Let’s think about the Dorgons (Dgon)</vt:lpstr>
      <vt:lpstr>Activity: with your group, discuss: what grammatical numbers should the Dorgons have?</vt:lpstr>
      <vt:lpstr>Affixation? </vt:lpstr>
      <vt:lpstr>Activity -- make different number forms</vt:lpstr>
      <vt:lpstr>For Next Time</vt:lpstr>
      <vt:lpstr>Linguistics 200, Week 8</vt:lpstr>
      <vt:lpstr>Review</vt:lpstr>
      <vt:lpstr>What is Gender?</vt:lpstr>
      <vt:lpstr>Group Activity: How many genders are possible? And what types?</vt:lpstr>
      <vt:lpstr>Examples of Gender?</vt:lpstr>
      <vt:lpstr>In Mɤɧøɴ: four genders</vt:lpstr>
      <vt:lpstr>How is it marked?</vt:lpstr>
      <vt:lpstr>Dorgon - Number</vt:lpstr>
      <vt:lpstr>Dorgon Gender – What makes sense?</vt:lpstr>
      <vt:lpstr>Number, Gender, Case – Order?  </vt:lpstr>
      <vt:lpstr>Dorgon - Number</vt:lpstr>
      <vt:lpstr>Activity -- make different gender forms</vt:lpstr>
      <vt:lpstr>What is Case?</vt:lpstr>
      <vt:lpstr>Examples of Case?</vt:lpstr>
      <vt:lpstr>In Mɤɧøɴ: no case </vt:lpstr>
      <vt:lpstr>Dorgon?</vt:lpstr>
      <vt:lpstr>Activity -- make different case forms</vt:lpstr>
      <vt:lpstr>Linguistics 200, Week 8</vt:lpstr>
      <vt:lpstr>Nominals</vt:lpstr>
      <vt:lpstr>Some Clarification about Gender</vt:lpstr>
      <vt:lpstr>Some Clarification about Case</vt:lpstr>
      <vt:lpstr>Dgon: dpθ̩mɳa 'idiot' </vt:lpstr>
      <vt:lpstr>Note what happens when we add number prefixes</vt:lpstr>
      <vt:lpstr>Good place for a phonotactic rule</vt:lpstr>
      <vt:lpstr>What does this mean?</vt:lpstr>
      <vt:lpstr>Adjectives &amp; Nouns</vt:lpstr>
      <vt:lpstr>Examples in English: Agreement</vt:lpstr>
      <vt:lpstr>Agreement in English </vt:lpstr>
      <vt:lpstr>Examples in Spanish (source): Agreement</vt:lpstr>
      <vt:lpstr>Examples in German (source)</vt:lpstr>
      <vt:lpstr>In Mɤɧøɴ: adjectives marked for (natural) gender, not number</vt:lpstr>
      <vt:lpstr>Dgon Adjectives: Incorporation</vt:lpstr>
      <vt:lpstr>Inuktitut</vt:lpstr>
      <vt:lpstr>Dgon Adjectives: Incorporation</vt:lpstr>
      <vt:lpstr>Dgon Adjectives: Incorporation Example</vt:lpstr>
      <vt:lpstr>Dgon Adjectives: Incorporation Example</vt:lpstr>
      <vt:lpstr>Activity – Dorgon adjectives</vt:lpstr>
      <vt:lpstr>Activity -- adjectives</vt:lpstr>
      <vt:lpstr>Pronouns</vt:lpstr>
      <vt:lpstr>In Mɤɧøɴ: match the categories from earlier</vt:lpstr>
      <vt:lpstr>Compare…</vt:lpstr>
      <vt:lpstr>Activity – Dorgon pronoun system</vt:lpstr>
      <vt:lpstr>Summary: Dgon Nominals</vt:lpstr>
      <vt:lpstr>Pronouns – need to reflect case, too!</vt:lpstr>
      <vt:lpstr>Activity – Your pronoun system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Byrd, Andrew M.</cp:lastModifiedBy>
  <cp:revision>45</cp:revision>
  <dcterms:modified xsi:type="dcterms:W3CDTF">2024-10-18T14:36:12Z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0x0101002943261E1A16A147A2466AA19A77A585</vt:lpwstr>
  </property>
</Properties>
</file>