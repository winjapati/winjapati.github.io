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99" r:id="rId5"/>
    <p:sldId id="302" r:id="rId6"/>
    <p:sldId id="301" r:id="rId7"/>
    <p:sldId id="300" r:id="rId8"/>
    <p:sldId id="305" r:id="rId9"/>
    <p:sldId id="303" r:id="rId10"/>
    <p:sldId id="259" r:id="rId11"/>
    <p:sldId id="260" r:id="rId12"/>
    <p:sldId id="304" r:id="rId13"/>
    <p:sldId id="261" r:id="rId14"/>
    <p:sldId id="311" r:id="rId15"/>
    <p:sldId id="262" r:id="rId16"/>
    <p:sldId id="263" r:id="rId17"/>
    <p:sldId id="264" r:id="rId18"/>
    <p:sldId id="265" r:id="rId19"/>
    <p:sldId id="266" r:id="rId20"/>
    <p:sldId id="312" r:id="rId21"/>
    <p:sldId id="306" r:id="rId22"/>
    <p:sldId id="313" r:id="rId23"/>
    <p:sldId id="307" r:id="rId24"/>
    <p:sldId id="314" r:id="rId25"/>
    <p:sldId id="315" r:id="rId26"/>
    <p:sldId id="316" r:id="rId27"/>
    <p:sldId id="317" r:id="rId28"/>
    <p:sldId id="320" r:id="rId29"/>
    <p:sldId id="321" r:id="rId30"/>
    <p:sldId id="310" r:id="rId31"/>
  </p:sldIdLst>
  <p:sldSz cx="9144000" cy="5143500" type="screen16x9"/>
  <p:notesSz cx="6858000" cy="9144000"/>
  <p:embeddedFontLst>
    <p:embeddedFont>
      <p:font typeface="Open Sans" panose="020B0604020202020204" charset="0"/>
      <p:regular r:id="rId33"/>
      <p:bold r:id="rId34"/>
      <p:italic r:id="rId35"/>
      <p:boldItalic r:id="rId36"/>
    </p:embeddedFont>
    <p:embeddedFont>
      <p:font typeface="PT Sans Narrow" panose="020B0604020202020204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D22F40-8B0B-3F2B-DC7A-D9831562A303}" v="270" dt="2024-10-09T18:24:05.317"/>
    <p1510:client id="{8352C00F-B218-439A-8067-E58F7806A75E}" v="22" dt="2024-10-10T13:37:36.199"/>
    <p1510:client id="{BEBA0E5A-2508-E010-858A-DCAAD16D2AC6}" v="90" dt="2024-10-10T13:36:27.169"/>
  </p1510:revLst>
</p1510:revInfo>
</file>

<file path=ppt/tableStyles.xml><?xml version="1.0" encoding="utf-8"?>
<a:tblStyleLst xmlns:a="http://schemas.openxmlformats.org/drawingml/2006/main" def="{B5084747-B9E9-4D1C-BE46-749551A23321}">
  <a:tblStyle styleId="{B5084747-B9E9-4D1C-BE46-749551A233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rd, Andrew M." userId="S::amby222@uky.edu::2d5836b5-4a72-4fdb-bd90-63723c1cd390" providerId="AD" clId="Web-{6ED22F40-8B0B-3F2B-DC7A-D9831562A303}"/>
    <pc:docChg chg="addSld delSld modSld sldOrd">
      <pc:chgData name="Byrd, Andrew M." userId="S::amby222@uky.edu::2d5836b5-4a72-4fdb-bd90-63723c1cd390" providerId="AD" clId="Web-{6ED22F40-8B0B-3F2B-DC7A-D9831562A303}" dt="2024-10-09T18:24:05.317" v="257" actId="20577"/>
      <pc:docMkLst>
        <pc:docMk/>
      </pc:docMkLst>
      <pc:sldChg chg="del">
        <pc:chgData name="Byrd, Andrew M." userId="S::amby222@uky.edu::2d5836b5-4a72-4fdb-bd90-63723c1cd390" providerId="AD" clId="Web-{6ED22F40-8B0B-3F2B-DC7A-D9831562A303}" dt="2024-10-09T17:29:38.529" v="126"/>
        <pc:sldMkLst>
          <pc:docMk/>
          <pc:sldMk cId="2287823400" sldId="308"/>
        </pc:sldMkLst>
      </pc:sldChg>
      <pc:sldChg chg="modSp">
        <pc:chgData name="Byrd, Andrew M." userId="S::amby222@uky.edu::2d5836b5-4a72-4fdb-bd90-63723c1cd390" providerId="AD" clId="Web-{6ED22F40-8B0B-3F2B-DC7A-D9831562A303}" dt="2024-10-09T17:29:36.029" v="125" actId="20577"/>
        <pc:sldMkLst>
          <pc:docMk/>
          <pc:sldMk cId="3804164629" sldId="310"/>
        </pc:sldMkLst>
        <pc:spChg chg="mod">
          <ac:chgData name="Byrd, Andrew M." userId="S::amby222@uky.edu::2d5836b5-4a72-4fdb-bd90-63723c1cd390" providerId="AD" clId="Web-{6ED22F40-8B0B-3F2B-DC7A-D9831562A303}" dt="2024-10-09T17:29:36.029" v="125" actId="20577"/>
          <ac:spMkLst>
            <pc:docMk/>
            <pc:sldMk cId="3804164629" sldId="310"/>
            <ac:spMk id="130" creationId="{00000000-0000-0000-0000-000000000000}"/>
          </ac:spMkLst>
        </pc:spChg>
        <pc:spChg chg="mod">
          <ac:chgData name="Byrd, Andrew M." userId="S::amby222@uky.edu::2d5836b5-4a72-4fdb-bd90-63723c1cd390" providerId="AD" clId="Web-{6ED22F40-8B0B-3F2B-DC7A-D9831562A303}" dt="2024-10-09T17:29:34.482" v="124" actId="20577"/>
          <ac:spMkLst>
            <pc:docMk/>
            <pc:sldMk cId="3804164629" sldId="310"/>
            <ac:spMk id="131" creationId="{00000000-0000-0000-0000-000000000000}"/>
          </ac:spMkLst>
        </pc:spChg>
      </pc:sldChg>
      <pc:sldChg chg="modSp new ord">
        <pc:chgData name="Byrd, Andrew M." userId="S::amby222@uky.edu::2d5836b5-4a72-4fdb-bd90-63723c1cd390" providerId="AD" clId="Web-{6ED22F40-8B0B-3F2B-DC7A-D9831562A303}" dt="2024-10-09T17:28:23.232" v="101" actId="1076"/>
        <pc:sldMkLst>
          <pc:docMk/>
          <pc:sldMk cId="1436776212" sldId="314"/>
        </pc:sldMkLst>
        <pc:spChg chg="mod">
          <ac:chgData name="Byrd, Andrew M." userId="S::amby222@uky.edu::2d5836b5-4a72-4fdb-bd90-63723c1cd390" providerId="AD" clId="Web-{6ED22F40-8B0B-3F2B-DC7A-D9831562A303}" dt="2024-10-09T17:28:21.513" v="100" actId="1076"/>
          <ac:spMkLst>
            <pc:docMk/>
            <pc:sldMk cId="1436776212" sldId="314"/>
            <ac:spMk id="2" creationId="{0B0783DE-7B6C-73EB-BFD0-34F1432DEAED}"/>
          </ac:spMkLst>
        </pc:spChg>
        <pc:spChg chg="mod">
          <ac:chgData name="Byrd, Andrew M." userId="S::amby222@uky.edu::2d5836b5-4a72-4fdb-bd90-63723c1cd390" providerId="AD" clId="Web-{6ED22F40-8B0B-3F2B-DC7A-D9831562A303}" dt="2024-10-09T17:28:23.232" v="101" actId="1076"/>
          <ac:spMkLst>
            <pc:docMk/>
            <pc:sldMk cId="1436776212" sldId="314"/>
            <ac:spMk id="3" creationId="{E8D4B7C0-1A27-DC1D-B842-25222629C5DA}"/>
          </ac:spMkLst>
        </pc:spChg>
      </pc:sldChg>
      <pc:sldChg chg="new del">
        <pc:chgData name="Byrd, Andrew M." userId="S::amby222@uky.edu::2d5836b5-4a72-4fdb-bd90-63723c1cd390" providerId="AD" clId="Web-{6ED22F40-8B0B-3F2B-DC7A-D9831562A303}" dt="2024-10-09T15:53:10.448" v="1"/>
        <pc:sldMkLst>
          <pc:docMk/>
          <pc:sldMk cId="2656111891" sldId="314"/>
        </pc:sldMkLst>
      </pc:sldChg>
      <pc:sldChg chg="modSp new">
        <pc:chgData name="Byrd, Andrew M." userId="S::amby222@uky.edu::2d5836b5-4a72-4fdb-bd90-63723c1cd390" providerId="AD" clId="Web-{6ED22F40-8B0B-3F2B-DC7A-D9831562A303}" dt="2024-10-09T17:30:21.858" v="168" actId="20577"/>
        <pc:sldMkLst>
          <pc:docMk/>
          <pc:sldMk cId="671192622" sldId="315"/>
        </pc:sldMkLst>
        <pc:spChg chg="mod">
          <ac:chgData name="Byrd, Andrew M." userId="S::amby222@uky.edu::2d5836b5-4a72-4fdb-bd90-63723c1cd390" providerId="AD" clId="Web-{6ED22F40-8B0B-3F2B-DC7A-D9831562A303}" dt="2024-10-09T17:26:42.388" v="27" actId="20577"/>
          <ac:spMkLst>
            <pc:docMk/>
            <pc:sldMk cId="671192622" sldId="315"/>
            <ac:spMk id="2" creationId="{DE028678-6AEE-958A-B7BA-9E7E17B414F4}"/>
          </ac:spMkLst>
        </pc:spChg>
        <pc:spChg chg="mod">
          <ac:chgData name="Byrd, Andrew M." userId="S::amby222@uky.edu::2d5836b5-4a72-4fdb-bd90-63723c1cd390" providerId="AD" clId="Web-{6ED22F40-8B0B-3F2B-DC7A-D9831562A303}" dt="2024-10-09T17:30:21.858" v="168" actId="20577"/>
          <ac:spMkLst>
            <pc:docMk/>
            <pc:sldMk cId="671192622" sldId="315"/>
            <ac:spMk id="3" creationId="{D5E48BE1-42A9-86E5-DFF2-35278CBF2316}"/>
          </ac:spMkLst>
        </pc:spChg>
      </pc:sldChg>
      <pc:sldChg chg="modSp add replId">
        <pc:chgData name="Byrd, Andrew M." userId="S::amby222@uky.edu::2d5836b5-4a72-4fdb-bd90-63723c1cd390" providerId="AD" clId="Web-{6ED22F40-8B0B-3F2B-DC7A-D9831562A303}" dt="2024-10-09T18:22:46.285" v="225" actId="20577"/>
        <pc:sldMkLst>
          <pc:docMk/>
          <pc:sldMk cId="189801675" sldId="316"/>
        </pc:sldMkLst>
        <pc:spChg chg="mod">
          <ac:chgData name="Byrd, Andrew M." userId="S::amby222@uky.edu::2d5836b5-4a72-4fdb-bd90-63723c1cd390" providerId="AD" clId="Web-{6ED22F40-8B0B-3F2B-DC7A-D9831562A303}" dt="2024-10-09T18:22:46.285" v="225" actId="20577"/>
          <ac:spMkLst>
            <pc:docMk/>
            <pc:sldMk cId="189801675" sldId="316"/>
            <ac:spMk id="3" creationId="{D5E48BE1-42A9-86E5-DFF2-35278CBF2316}"/>
          </ac:spMkLst>
        </pc:spChg>
      </pc:sldChg>
      <pc:sldChg chg="modSp add replId">
        <pc:chgData name="Byrd, Andrew M." userId="S::amby222@uky.edu::2d5836b5-4a72-4fdb-bd90-63723c1cd390" providerId="AD" clId="Web-{6ED22F40-8B0B-3F2B-DC7A-D9831562A303}" dt="2024-10-09T18:24:05.317" v="257" actId="20577"/>
        <pc:sldMkLst>
          <pc:docMk/>
          <pc:sldMk cId="2046132095" sldId="317"/>
        </pc:sldMkLst>
        <pc:spChg chg="mod">
          <ac:chgData name="Byrd, Andrew M." userId="S::amby222@uky.edu::2d5836b5-4a72-4fdb-bd90-63723c1cd390" providerId="AD" clId="Web-{6ED22F40-8B0B-3F2B-DC7A-D9831562A303}" dt="2024-10-09T18:24:05.317" v="257" actId="20577"/>
          <ac:spMkLst>
            <pc:docMk/>
            <pc:sldMk cId="2046132095" sldId="317"/>
            <ac:spMk id="3" creationId="{D5E48BE1-42A9-86E5-DFF2-35278CBF2316}"/>
          </ac:spMkLst>
        </pc:spChg>
      </pc:sldChg>
      <pc:sldChg chg="new del">
        <pc:chgData name="Byrd, Andrew M." userId="S::amby222@uky.edu::2d5836b5-4a72-4fdb-bd90-63723c1cd390" providerId="AD" clId="Web-{6ED22F40-8B0B-3F2B-DC7A-D9831562A303}" dt="2024-10-09T17:27:27.591" v="43"/>
        <pc:sldMkLst>
          <pc:docMk/>
          <pc:sldMk cId="3297520335" sldId="318"/>
        </pc:sldMkLst>
      </pc:sldChg>
      <pc:sldChg chg="add replId">
        <pc:chgData name="Byrd, Andrew M." userId="S::amby222@uky.edu::2d5836b5-4a72-4fdb-bd90-63723c1cd390" providerId="AD" clId="Web-{6ED22F40-8B0B-3F2B-DC7A-D9831562A303}" dt="2024-10-09T17:27:25.904" v="42"/>
        <pc:sldMkLst>
          <pc:docMk/>
          <pc:sldMk cId="3075506291" sldId="319"/>
        </pc:sldMkLst>
      </pc:sldChg>
      <pc:sldChg chg="modSp add replId">
        <pc:chgData name="Byrd, Andrew M." userId="S::amby222@uky.edu::2d5836b5-4a72-4fdb-bd90-63723c1cd390" providerId="AD" clId="Web-{6ED22F40-8B0B-3F2B-DC7A-D9831562A303}" dt="2024-10-09T17:28:45.529" v="116" actId="20577"/>
        <pc:sldMkLst>
          <pc:docMk/>
          <pc:sldMk cId="3900725909" sldId="320"/>
        </pc:sldMkLst>
        <pc:spChg chg="mod">
          <ac:chgData name="Byrd, Andrew M." userId="S::amby222@uky.edu::2d5836b5-4a72-4fdb-bd90-63723c1cd390" providerId="AD" clId="Web-{6ED22F40-8B0B-3F2B-DC7A-D9831562A303}" dt="2024-10-09T17:28:45.529" v="116" actId="20577"/>
          <ac:spMkLst>
            <pc:docMk/>
            <pc:sldMk cId="3900725909" sldId="320"/>
            <ac:spMk id="3" creationId="{D5E48BE1-42A9-86E5-DFF2-35278CBF2316}"/>
          </ac:spMkLst>
        </pc:spChg>
      </pc:sldChg>
      <pc:sldChg chg="modSp add replId">
        <pc:chgData name="Byrd, Andrew M." userId="S::amby222@uky.edu::2d5836b5-4a72-4fdb-bd90-63723c1cd390" providerId="AD" clId="Web-{6ED22F40-8B0B-3F2B-DC7A-D9831562A303}" dt="2024-10-09T17:29:01.889" v="120" actId="20577"/>
        <pc:sldMkLst>
          <pc:docMk/>
          <pc:sldMk cId="1304232056" sldId="321"/>
        </pc:sldMkLst>
        <pc:spChg chg="mod">
          <ac:chgData name="Byrd, Andrew M." userId="S::amby222@uky.edu::2d5836b5-4a72-4fdb-bd90-63723c1cd390" providerId="AD" clId="Web-{6ED22F40-8B0B-3F2B-DC7A-D9831562A303}" dt="2024-10-09T17:29:01.889" v="120" actId="20577"/>
          <ac:spMkLst>
            <pc:docMk/>
            <pc:sldMk cId="1304232056" sldId="321"/>
            <ac:spMk id="3" creationId="{D5E48BE1-42A9-86E5-DFF2-35278CBF2316}"/>
          </ac:spMkLst>
        </pc:spChg>
      </pc:sldChg>
    </pc:docChg>
  </pc:docChgLst>
  <pc:docChgLst>
    <pc:chgData name="Byrd, Andrew M." userId="S::amby222@uky.edu::2d5836b5-4a72-4fdb-bd90-63723c1cd390" providerId="AD" clId="Web-{BEBA0E5A-2508-E010-858A-DCAAD16D2AC6}"/>
    <pc:docChg chg="delSld modSld">
      <pc:chgData name="Byrd, Andrew M." userId="S::amby222@uky.edu::2d5836b5-4a72-4fdb-bd90-63723c1cd390" providerId="AD" clId="Web-{BEBA0E5A-2508-E010-858A-DCAAD16D2AC6}" dt="2024-10-10T13:36:27.169" v="86" actId="20577"/>
      <pc:docMkLst>
        <pc:docMk/>
      </pc:docMkLst>
      <pc:sldChg chg="modSp">
        <pc:chgData name="Byrd, Andrew M." userId="S::amby222@uky.edu::2d5836b5-4a72-4fdb-bd90-63723c1cd390" providerId="AD" clId="Web-{BEBA0E5A-2508-E010-858A-DCAAD16D2AC6}" dt="2024-10-10T13:30:33.968" v="4" actId="14100"/>
        <pc:sldMkLst>
          <pc:docMk/>
          <pc:sldMk cId="189801675" sldId="316"/>
        </pc:sldMkLst>
        <pc:spChg chg="mod">
          <ac:chgData name="Byrd, Andrew M." userId="S::amby222@uky.edu::2d5836b5-4a72-4fdb-bd90-63723c1cd390" providerId="AD" clId="Web-{BEBA0E5A-2508-E010-858A-DCAAD16D2AC6}" dt="2024-10-10T13:30:33.968" v="4" actId="14100"/>
          <ac:spMkLst>
            <pc:docMk/>
            <pc:sldMk cId="189801675" sldId="316"/>
            <ac:spMk id="3" creationId="{D5E48BE1-42A9-86E5-DFF2-35278CBF2316}"/>
          </ac:spMkLst>
        </pc:spChg>
      </pc:sldChg>
      <pc:sldChg chg="modSp">
        <pc:chgData name="Byrd, Andrew M." userId="S::amby222@uky.edu::2d5836b5-4a72-4fdb-bd90-63723c1cd390" providerId="AD" clId="Web-{BEBA0E5A-2508-E010-858A-DCAAD16D2AC6}" dt="2024-10-10T13:30:03.950" v="2" actId="14100"/>
        <pc:sldMkLst>
          <pc:docMk/>
          <pc:sldMk cId="2046132095" sldId="317"/>
        </pc:sldMkLst>
        <pc:spChg chg="mod">
          <ac:chgData name="Byrd, Andrew M." userId="S::amby222@uky.edu::2d5836b5-4a72-4fdb-bd90-63723c1cd390" providerId="AD" clId="Web-{BEBA0E5A-2508-E010-858A-DCAAD16D2AC6}" dt="2024-10-10T13:30:03.950" v="2" actId="14100"/>
          <ac:spMkLst>
            <pc:docMk/>
            <pc:sldMk cId="2046132095" sldId="317"/>
            <ac:spMk id="3" creationId="{D5E48BE1-42A9-86E5-DFF2-35278CBF2316}"/>
          </ac:spMkLst>
        </pc:spChg>
      </pc:sldChg>
      <pc:sldChg chg="del">
        <pc:chgData name="Byrd, Andrew M." userId="S::amby222@uky.edu::2d5836b5-4a72-4fdb-bd90-63723c1cd390" providerId="AD" clId="Web-{BEBA0E5A-2508-E010-858A-DCAAD16D2AC6}" dt="2024-10-10T13:30:25.920" v="3"/>
        <pc:sldMkLst>
          <pc:docMk/>
          <pc:sldMk cId="3075506291" sldId="319"/>
        </pc:sldMkLst>
      </pc:sldChg>
      <pc:sldChg chg="modSp">
        <pc:chgData name="Byrd, Andrew M." userId="S::amby222@uky.edu::2d5836b5-4a72-4fdb-bd90-63723c1cd390" providerId="AD" clId="Web-{BEBA0E5A-2508-E010-858A-DCAAD16D2AC6}" dt="2024-10-10T13:36:27.169" v="86" actId="20577"/>
        <pc:sldMkLst>
          <pc:docMk/>
          <pc:sldMk cId="3900725909" sldId="320"/>
        </pc:sldMkLst>
        <pc:spChg chg="mod">
          <ac:chgData name="Byrd, Andrew M." userId="S::amby222@uky.edu::2d5836b5-4a72-4fdb-bd90-63723c1cd390" providerId="AD" clId="Web-{BEBA0E5A-2508-E010-858A-DCAAD16D2AC6}" dt="2024-10-10T13:36:27.169" v="86" actId="20577"/>
          <ac:spMkLst>
            <pc:docMk/>
            <pc:sldMk cId="3900725909" sldId="320"/>
            <ac:spMk id="3" creationId="{D5E48BE1-42A9-86E5-DFF2-35278CBF2316}"/>
          </ac:spMkLst>
        </pc:spChg>
      </pc:sldChg>
      <pc:sldChg chg="modSp">
        <pc:chgData name="Byrd, Andrew M." userId="S::amby222@uky.edu::2d5836b5-4a72-4fdb-bd90-63723c1cd390" providerId="AD" clId="Web-{BEBA0E5A-2508-E010-858A-DCAAD16D2AC6}" dt="2024-10-10T13:35:18.602" v="70" actId="20577"/>
        <pc:sldMkLst>
          <pc:docMk/>
          <pc:sldMk cId="1304232056" sldId="321"/>
        </pc:sldMkLst>
        <pc:spChg chg="mod">
          <ac:chgData name="Byrd, Andrew M." userId="S::amby222@uky.edu::2d5836b5-4a72-4fdb-bd90-63723c1cd390" providerId="AD" clId="Web-{BEBA0E5A-2508-E010-858A-DCAAD16D2AC6}" dt="2024-10-10T13:35:18.602" v="70" actId="20577"/>
          <ac:spMkLst>
            <pc:docMk/>
            <pc:sldMk cId="1304232056" sldId="321"/>
            <ac:spMk id="3" creationId="{D5E48BE1-42A9-86E5-DFF2-35278CBF2316}"/>
          </ac:spMkLst>
        </pc:spChg>
      </pc:sldChg>
    </pc:docChg>
  </pc:docChgLst>
  <pc:docChgLst>
    <pc:chgData name="Byrd, Andrew M." userId="S::amby222@uky.edu::2d5836b5-4a72-4fdb-bd90-63723c1cd390" providerId="AD" clId="Web-{743766C5-DCF6-DCF8-EF5D-DBA8CE10E4E7}"/>
    <pc:docChg chg="modSld">
      <pc:chgData name="Byrd, Andrew M." userId="S::amby222@uky.edu::2d5836b5-4a72-4fdb-bd90-63723c1cd390" providerId="AD" clId="Web-{743766C5-DCF6-DCF8-EF5D-DBA8CE10E4E7}" dt="2024-10-07T13:59:54.786" v="2" actId="20577"/>
      <pc:docMkLst>
        <pc:docMk/>
      </pc:docMkLst>
      <pc:sldChg chg="modSp">
        <pc:chgData name="Byrd, Andrew M." userId="S::amby222@uky.edu::2d5836b5-4a72-4fdb-bd90-63723c1cd390" providerId="AD" clId="Web-{743766C5-DCF6-DCF8-EF5D-DBA8CE10E4E7}" dt="2024-10-07T13:59:54.786" v="2" actId="20577"/>
        <pc:sldMkLst>
          <pc:docMk/>
          <pc:sldMk cId="0" sldId="258"/>
        </pc:sldMkLst>
        <pc:spChg chg="mod">
          <ac:chgData name="Byrd, Andrew M." userId="S::amby222@uky.edu::2d5836b5-4a72-4fdb-bd90-63723c1cd390" providerId="AD" clId="Web-{743766C5-DCF6-DCF8-EF5D-DBA8CE10E4E7}" dt="2024-10-07T13:59:54.786" v="2" actId="20577"/>
          <ac:spMkLst>
            <pc:docMk/>
            <pc:sldMk cId="0" sldId="258"/>
            <ac:spMk id="79" creationId="{00000000-0000-0000-0000-000000000000}"/>
          </ac:spMkLst>
        </pc:spChg>
      </pc:sldChg>
    </pc:docChg>
  </pc:docChgLst>
  <pc:docChgLst>
    <pc:chgData name="Byrd, Andrew M." userId="S::amby222@uky.edu::2d5836b5-4a72-4fdb-bd90-63723c1cd390" providerId="AD" clId="Web-{90D5288E-87E8-C61F-7F5C-FE6AF10944C6}"/>
    <pc:docChg chg="addSld delSld modSld sldOrd">
      <pc:chgData name="Byrd, Andrew M." userId="S::amby222@uky.edu::2d5836b5-4a72-4fdb-bd90-63723c1cd390" providerId="AD" clId="Web-{90D5288E-87E8-C61F-7F5C-FE6AF10944C6}" dt="2024-10-07T12:14:51.488" v="465" actId="20577"/>
      <pc:docMkLst>
        <pc:docMk/>
      </pc:docMkLst>
      <pc:sldChg chg="modSp">
        <pc:chgData name="Byrd, Andrew M." userId="S::amby222@uky.edu::2d5836b5-4a72-4fdb-bd90-63723c1cd390" providerId="AD" clId="Web-{90D5288E-87E8-C61F-7F5C-FE6AF10944C6}" dt="2024-10-07T12:00:55.444" v="102" actId="20577"/>
        <pc:sldMkLst>
          <pc:docMk/>
          <pc:sldMk cId="0" sldId="256"/>
        </pc:sldMkLst>
        <pc:spChg chg="mod">
          <ac:chgData name="Byrd, Andrew M." userId="S::amby222@uky.edu::2d5836b5-4a72-4fdb-bd90-63723c1cd390" providerId="AD" clId="Web-{90D5288E-87E8-C61F-7F5C-FE6AF10944C6}" dt="2024-10-06T21:36:23.788" v="87" actId="20577"/>
          <ac:spMkLst>
            <pc:docMk/>
            <pc:sldMk cId="0" sldId="256"/>
            <ac:spMk id="66" creationId="{00000000-0000-0000-0000-000000000000}"/>
          </ac:spMkLst>
        </pc:spChg>
        <pc:spChg chg="mod">
          <ac:chgData name="Byrd, Andrew M." userId="S::amby222@uky.edu::2d5836b5-4a72-4fdb-bd90-63723c1cd390" providerId="AD" clId="Web-{90D5288E-87E8-C61F-7F5C-FE6AF10944C6}" dt="2024-10-07T12:00:55.444" v="102" actId="20577"/>
          <ac:spMkLst>
            <pc:docMk/>
            <pc:sldMk cId="0" sldId="256"/>
            <ac:spMk id="67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90D5288E-87E8-C61F-7F5C-FE6AF10944C6}" dt="2024-10-06T21:36:19.100" v="86" actId="20577"/>
        <pc:sldMkLst>
          <pc:docMk/>
          <pc:sldMk cId="0" sldId="257"/>
        </pc:sldMkLst>
        <pc:spChg chg="mod">
          <ac:chgData name="Byrd, Andrew M." userId="S::amby222@uky.edu::2d5836b5-4a72-4fdb-bd90-63723c1cd390" providerId="AD" clId="Web-{90D5288E-87E8-C61F-7F5C-FE6AF10944C6}" dt="2024-10-06T21:36:19.100" v="86" actId="20577"/>
          <ac:spMkLst>
            <pc:docMk/>
            <pc:sldMk cId="0" sldId="257"/>
            <ac:spMk id="73" creationId="{00000000-0000-0000-0000-000000000000}"/>
          </ac:spMkLst>
        </pc:spChg>
      </pc:sldChg>
      <pc:sldChg chg="modSp ord">
        <pc:chgData name="Byrd, Andrew M." userId="S::amby222@uky.edu::2d5836b5-4a72-4fdb-bd90-63723c1cd390" providerId="AD" clId="Web-{90D5288E-87E8-C61F-7F5C-FE6AF10944C6}" dt="2024-10-07T12:14:51.488" v="465" actId="20577"/>
        <pc:sldMkLst>
          <pc:docMk/>
          <pc:sldMk cId="0" sldId="259"/>
        </pc:sldMkLst>
        <pc:spChg chg="mod">
          <ac:chgData name="Byrd, Andrew M." userId="S::amby222@uky.edu::2d5836b5-4a72-4fdb-bd90-63723c1cd390" providerId="AD" clId="Web-{90D5288E-87E8-C61F-7F5C-FE6AF10944C6}" dt="2024-10-07T12:14:51.488" v="465" actId="20577"/>
          <ac:spMkLst>
            <pc:docMk/>
            <pc:sldMk cId="0" sldId="259"/>
            <ac:spMk id="85" creationId="{00000000-0000-0000-0000-000000000000}"/>
          </ac:spMkLst>
        </pc:spChg>
      </pc:sldChg>
      <pc:sldChg chg="modSp ord">
        <pc:chgData name="Byrd, Andrew M." userId="S::amby222@uky.edu::2d5836b5-4a72-4fdb-bd90-63723c1cd390" providerId="AD" clId="Web-{90D5288E-87E8-C61F-7F5C-FE6AF10944C6}" dt="2024-10-07T12:13:00.793" v="451" actId="14100"/>
        <pc:sldMkLst>
          <pc:docMk/>
          <pc:sldMk cId="0" sldId="260"/>
        </pc:sldMkLst>
        <pc:spChg chg="mod">
          <ac:chgData name="Byrd, Andrew M." userId="S::amby222@uky.edu::2d5836b5-4a72-4fdb-bd90-63723c1cd390" providerId="AD" clId="Web-{90D5288E-87E8-C61F-7F5C-FE6AF10944C6}" dt="2024-10-07T12:13:00.793" v="451" actId="14100"/>
          <ac:spMkLst>
            <pc:docMk/>
            <pc:sldMk cId="0" sldId="260"/>
            <ac:spMk id="91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90D5288E-87E8-C61F-7F5C-FE6AF10944C6}" dt="2024-10-06T16:00:44.319" v="1" actId="20577"/>
        <pc:sldMkLst>
          <pc:docMk/>
          <pc:sldMk cId="0" sldId="264"/>
        </pc:sldMkLst>
        <pc:spChg chg="mod">
          <ac:chgData name="Byrd, Andrew M." userId="S::amby222@uky.edu::2d5836b5-4a72-4fdb-bd90-63723c1cd390" providerId="AD" clId="Web-{90D5288E-87E8-C61F-7F5C-FE6AF10944C6}" dt="2024-10-06T16:00:44.319" v="1" actId="20577"/>
          <ac:spMkLst>
            <pc:docMk/>
            <pc:sldMk cId="0" sldId="264"/>
            <ac:spMk id="116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90D5288E-87E8-C61F-7F5C-FE6AF10944C6}" dt="2024-10-07T12:01:15.195" v="135"/>
        <pc:sldMkLst>
          <pc:docMk/>
          <pc:sldMk cId="0" sldId="267"/>
        </pc:sldMkLst>
      </pc:sldChg>
      <pc:sldChg chg="del">
        <pc:chgData name="Byrd, Andrew M." userId="S::amby222@uky.edu::2d5836b5-4a72-4fdb-bd90-63723c1cd390" providerId="AD" clId="Web-{90D5288E-87E8-C61F-7F5C-FE6AF10944C6}" dt="2024-10-07T12:01:15.195" v="134"/>
        <pc:sldMkLst>
          <pc:docMk/>
          <pc:sldMk cId="0" sldId="268"/>
        </pc:sldMkLst>
      </pc:sldChg>
      <pc:sldChg chg="del">
        <pc:chgData name="Byrd, Andrew M." userId="S::amby222@uky.edu::2d5836b5-4a72-4fdb-bd90-63723c1cd390" providerId="AD" clId="Web-{90D5288E-87E8-C61F-7F5C-FE6AF10944C6}" dt="2024-10-07T12:01:15.195" v="133"/>
        <pc:sldMkLst>
          <pc:docMk/>
          <pc:sldMk cId="0" sldId="269"/>
        </pc:sldMkLst>
      </pc:sldChg>
      <pc:sldChg chg="del">
        <pc:chgData name="Byrd, Andrew M." userId="S::amby222@uky.edu::2d5836b5-4a72-4fdb-bd90-63723c1cd390" providerId="AD" clId="Web-{90D5288E-87E8-C61F-7F5C-FE6AF10944C6}" dt="2024-10-07T12:01:15.195" v="132"/>
        <pc:sldMkLst>
          <pc:docMk/>
          <pc:sldMk cId="0" sldId="270"/>
        </pc:sldMkLst>
      </pc:sldChg>
      <pc:sldChg chg="del">
        <pc:chgData name="Byrd, Andrew M." userId="S::amby222@uky.edu::2d5836b5-4a72-4fdb-bd90-63723c1cd390" providerId="AD" clId="Web-{90D5288E-87E8-C61F-7F5C-FE6AF10944C6}" dt="2024-10-07T12:01:15.180" v="131"/>
        <pc:sldMkLst>
          <pc:docMk/>
          <pc:sldMk cId="0" sldId="271"/>
        </pc:sldMkLst>
      </pc:sldChg>
      <pc:sldChg chg="del">
        <pc:chgData name="Byrd, Andrew M." userId="S::amby222@uky.edu::2d5836b5-4a72-4fdb-bd90-63723c1cd390" providerId="AD" clId="Web-{90D5288E-87E8-C61F-7F5C-FE6AF10944C6}" dt="2024-10-07T12:01:15.180" v="130"/>
        <pc:sldMkLst>
          <pc:docMk/>
          <pc:sldMk cId="0" sldId="272"/>
        </pc:sldMkLst>
      </pc:sldChg>
      <pc:sldChg chg="del">
        <pc:chgData name="Byrd, Andrew M." userId="S::amby222@uky.edu::2d5836b5-4a72-4fdb-bd90-63723c1cd390" providerId="AD" clId="Web-{90D5288E-87E8-C61F-7F5C-FE6AF10944C6}" dt="2024-10-07T12:01:15.180" v="129"/>
        <pc:sldMkLst>
          <pc:docMk/>
          <pc:sldMk cId="0" sldId="273"/>
        </pc:sldMkLst>
      </pc:sldChg>
      <pc:sldChg chg="del">
        <pc:chgData name="Byrd, Andrew M." userId="S::amby222@uky.edu::2d5836b5-4a72-4fdb-bd90-63723c1cd390" providerId="AD" clId="Web-{90D5288E-87E8-C61F-7F5C-FE6AF10944C6}" dt="2024-10-07T12:01:15.180" v="128"/>
        <pc:sldMkLst>
          <pc:docMk/>
          <pc:sldMk cId="0" sldId="274"/>
        </pc:sldMkLst>
      </pc:sldChg>
      <pc:sldChg chg="del">
        <pc:chgData name="Byrd, Andrew M." userId="S::amby222@uky.edu::2d5836b5-4a72-4fdb-bd90-63723c1cd390" providerId="AD" clId="Web-{90D5288E-87E8-C61F-7F5C-FE6AF10944C6}" dt="2024-10-07T12:01:15.180" v="127"/>
        <pc:sldMkLst>
          <pc:docMk/>
          <pc:sldMk cId="0" sldId="275"/>
        </pc:sldMkLst>
      </pc:sldChg>
      <pc:sldChg chg="del">
        <pc:chgData name="Byrd, Andrew M." userId="S::amby222@uky.edu::2d5836b5-4a72-4fdb-bd90-63723c1cd390" providerId="AD" clId="Web-{90D5288E-87E8-C61F-7F5C-FE6AF10944C6}" dt="2024-10-07T12:01:15.180" v="126"/>
        <pc:sldMkLst>
          <pc:docMk/>
          <pc:sldMk cId="0" sldId="276"/>
        </pc:sldMkLst>
      </pc:sldChg>
      <pc:sldChg chg="del">
        <pc:chgData name="Byrd, Andrew M." userId="S::amby222@uky.edu::2d5836b5-4a72-4fdb-bd90-63723c1cd390" providerId="AD" clId="Web-{90D5288E-87E8-C61F-7F5C-FE6AF10944C6}" dt="2024-10-07T12:01:15.180" v="125"/>
        <pc:sldMkLst>
          <pc:docMk/>
          <pc:sldMk cId="0" sldId="277"/>
        </pc:sldMkLst>
      </pc:sldChg>
      <pc:sldChg chg="del">
        <pc:chgData name="Byrd, Andrew M." userId="S::amby222@uky.edu::2d5836b5-4a72-4fdb-bd90-63723c1cd390" providerId="AD" clId="Web-{90D5288E-87E8-C61F-7F5C-FE6AF10944C6}" dt="2024-10-07T12:01:15.180" v="124"/>
        <pc:sldMkLst>
          <pc:docMk/>
          <pc:sldMk cId="0" sldId="278"/>
        </pc:sldMkLst>
      </pc:sldChg>
      <pc:sldChg chg="del">
        <pc:chgData name="Byrd, Andrew M." userId="S::amby222@uky.edu::2d5836b5-4a72-4fdb-bd90-63723c1cd390" providerId="AD" clId="Web-{90D5288E-87E8-C61F-7F5C-FE6AF10944C6}" dt="2024-10-07T12:01:15.180" v="123"/>
        <pc:sldMkLst>
          <pc:docMk/>
          <pc:sldMk cId="0" sldId="279"/>
        </pc:sldMkLst>
      </pc:sldChg>
      <pc:sldChg chg="del">
        <pc:chgData name="Byrd, Andrew M." userId="S::amby222@uky.edu::2d5836b5-4a72-4fdb-bd90-63723c1cd390" providerId="AD" clId="Web-{90D5288E-87E8-C61F-7F5C-FE6AF10944C6}" dt="2024-10-07T12:01:15.180" v="122"/>
        <pc:sldMkLst>
          <pc:docMk/>
          <pc:sldMk cId="0" sldId="280"/>
        </pc:sldMkLst>
      </pc:sldChg>
      <pc:sldChg chg="del">
        <pc:chgData name="Byrd, Andrew M." userId="S::amby222@uky.edu::2d5836b5-4a72-4fdb-bd90-63723c1cd390" providerId="AD" clId="Web-{90D5288E-87E8-C61F-7F5C-FE6AF10944C6}" dt="2024-10-07T12:01:15.180" v="121"/>
        <pc:sldMkLst>
          <pc:docMk/>
          <pc:sldMk cId="0" sldId="281"/>
        </pc:sldMkLst>
      </pc:sldChg>
      <pc:sldChg chg="del">
        <pc:chgData name="Byrd, Andrew M." userId="S::amby222@uky.edu::2d5836b5-4a72-4fdb-bd90-63723c1cd390" providerId="AD" clId="Web-{90D5288E-87E8-C61F-7F5C-FE6AF10944C6}" dt="2024-10-07T12:01:15.180" v="120"/>
        <pc:sldMkLst>
          <pc:docMk/>
          <pc:sldMk cId="0" sldId="282"/>
        </pc:sldMkLst>
      </pc:sldChg>
      <pc:sldChg chg="del">
        <pc:chgData name="Byrd, Andrew M." userId="S::amby222@uky.edu::2d5836b5-4a72-4fdb-bd90-63723c1cd390" providerId="AD" clId="Web-{90D5288E-87E8-C61F-7F5C-FE6AF10944C6}" dt="2024-10-07T12:01:15.180" v="119"/>
        <pc:sldMkLst>
          <pc:docMk/>
          <pc:sldMk cId="0" sldId="283"/>
        </pc:sldMkLst>
      </pc:sldChg>
      <pc:sldChg chg="del">
        <pc:chgData name="Byrd, Andrew M." userId="S::amby222@uky.edu::2d5836b5-4a72-4fdb-bd90-63723c1cd390" providerId="AD" clId="Web-{90D5288E-87E8-C61F-7F5C-FE6AF10944C6}" dt="2024-10-07T12:01:15.164" v="118"/>
        <pc:sldMkLst>
          <pc:docMk/>
          <pc:sldMk cId="0" sldId="284"/>
        </pc:sldMkLst>
      </pc:sldChg>
      <pc:sldChg chg="del">
        <pc:chgData name="Byrd, Andrew M." userId="S::amby222@uky.edu::2d5836b5-4a72-4fdb-bd90-63723c1cd390" providerId="AD" clId="Web-{90D5288E-87E8-C61F-7F5C-FE6AF10944C6}" dt="2024-10-07T12:01:15.164" v="117"/>
        <pc:sldMkLst>
          <pc:docMk/>
          <pc:sldMk cId="0" sldId="285"/>
        </pc:sldMkLst>
      </pc:sldChg>
      <pc:sldChg chg="del">
        <pc:chgData name="Byrd, Andrew M." userId="S::amby222@uky.edu::2d5836b5-4a72-4fdb-bd90-63723c1cd390" providerId="AD" clId="Web-{90D5288E-87E8-C61F-7F5C-FE6AF10944C6}" dt="2024-10-07T12:01:15.164" v="116"/>
        <pc:sldMkLst>
          <pc:docMk/>
          <pc:sldMk cId="0" sldId="286"/>
        </pc:sldMkLst>
      </pc:sldChg>
      <pc:sldChg chg="del">
        <pc:chgData name="Byrd, Andrew M." userId="S::amby222@uky.edu::2d5836b5-4a72-4fdb-bd90-63723c1cd390" providerId="AD" clId="Web-{90D5288E-87E8-C61F-7F5C-FE6AF10944C6}" dt="2024-10-07T12:01:15.164" v="115"/>
        <pc:sldMkLst>
          <pc:docMk/>
          <pc:sldMk cId="0" sldId="287"/>
        </pc:sldMkLst>
      </pc:sldChg>
      <pc:sldChg chg="del">
        <pc:chgData name="Byrd, Andrew M." userId="S::amby222@uky.edu::2d5836b5-4a72-4fdb-bd90-63723c1cd390" providerId="AD" clId="Web-{90D5288E-87E8-C61F-7F5C-FE6AF10944C6}" dt="2024-10-07T12:01:15.164" v="114"/>
        <pc:sldMkLst>
          <pc:docMk/>
          <pc:sldMk cId="0" sldId="288"/>
        </pc:sldMkLst>
      </pc:sldChg>
      <pc:sldChg chg="del">
        <pc:chgData name="Byrd, Andrew M." userId="S::amby222@uky.edu::2d5836b5-4a72-4fdb-bd90-63723c1cd390" providerId="AD" clId="Web-{90D5288E-87E8-C61F-7F5C-FE6AF10944C6}" dt="2024-10-07T12:01:15.164" v="113"/>
        <pc:sldMkLst>
          <pc:docMk/>
          <pc:sldMk cId="0" sldId="289"/>
        </pc:sldMkLst>
      </pc:sldChg>
      <pc:sldChg chg="del">
        <pc:chgData name="Byrd, Andrew M." userId="S::amby222@uky.edu::2d5836b5-4a72-4fdb-bd90-63723c1cd390" providerId="AD" clId="Web-{90D5288E-87E8-C61F-7F5C-FE6AF10944C6}" dt="2024-10-07T12:01:15.164" v="112"/>
        <pc:sldMkLst>
          <pc:docMk/>
          <pc:sldMk cId="0" sldId="290"/>
        </pc:sldMkLst>
      </pc:sldChg>
      <pc:sldChg chg="del">
        <pc:chgData name="Byrd, Andrew M." userId="S::amby222@uky.edu::2d5836b5-4a72-4fdb-bd90-63723c1cd390" providerId="AD" clId="Web-{90D5288E-87E8-C61F-7F5C-FE6AF10944C6}" dt="2024-10-07T12:01:15.164" v="111"/>
        <pc:sldMkLst>
          <pc:docMk/>
          <pc:sldMk cId="0" sldId="291"/>
        </pc:sldMkLst>
      </pc:sldChg>
      <pc:sldChg chg="del">
        <pc:chgData name="Byrd, Andrew M." userId="S::amby222@uky.edu::2d5836b5-4a72-4fdb-bd90-63723c1cd390" providerId="AD" clId="Web-{90D5288E-87E8-C61F-7F5C-FE6AF10944C6}" dt="2024-10-07T12:01:15.164" v="110"/>
        <pc:sldMkLst>
          <pc:docMk/>
          <pc:sldMk cId="0" sldId="292"/>
        </pc:sldMkLst>
      </pc:sldChg>
      <pc:sldChg chg="del">
        <pc:chgData name="Byrd, Andrew M." userId="S::amby222@uky.edu::2d5836b5-4a72-4fdb-bd90-63723c1cd390" providerId="AD" clId="Web-{90D5288E-87E8-C61F-7F5C-FE6AF10944C6}" dt="2024-10-07T12:01:15.164" v="109"/>
        <pc:sldMkLst>
          <pc:docMk/>
          <pc:sldMk cId="0" sldId="293"/>
        </pc:sldMkLst>
      </pc:sldChg>
      <pc:sldChg chg="del">
        <pc:chgData name="Byrd, Andrew M." userId="S::amby222@uky.edu::2d5836b5-4a72-4fdb-bd90-63723c1cd390" providerId="AD" clId="Web-{90D5288E-87E8-C61F-7F5C-FE6AF10944C6}" dt="2024-10-07T12:01:15.164" v="108"/>
        <pc:sldMkLst>
          <pc:docMk/>
          <pc:sldMk cId="0" sldId="294"/>
        </pc:sldMkLst>
      </pc:sldChg>
      <pc:sldChg chg="del">
        <pc:chgData name="Byrd, Andrew M." userId="S::amby222@uky.edu::2d5836b5-4a72-4fdb-bd90-63723c1cd390" providerId="AD" clId="Web-{90D5288E-87E8-C61F-7F5C-FE6AF10944C6}" dt="2024-10-07T12:01:15.164" v="107"/>
        <pc:sldMkLst>
          <pc:docMk/>
          <pc:sldMk cId="0" sldId="295"/>
        </pc:sldMkLst>
      </pc:sldChg>
      <pc:sldChg chg="del">
        <pc:chgData name="Byrd, Andrew M." userId="S::amby222@uky.edu::2d5836b5-4a72-4fdb-bd90-63723c1cd390" providerId="AD" clId="Web-{90D5288E-87E8-C61F-7F5C-FE6AF10944C6}" dt="2024-10-07T12:01:15.149" v="106"/>
        <pc:sldMkLst>
          <pc:docMk/>
          <pc:sldMk cId="0" sldId="296"/>
        </pc:sldMkLst>
      </pc:sldChg>
      <pc:sldChg chg="del">
        <pc:chgData name="Byrd, Andrew M." userId="S::amby222@uky.edu::2d5836b5-4a72-4fdb-bd90-63723c1cd390" providerId="AD" clId="Web-{90D5288E-87E8-C61F-7F5C-FE6AF10944C6}" dt="2024-10-07T12:01:15.149" v="105"/>
        <pc:sldMkLst>
          <pc:docMk/>
          <pc:sldMk cId="0" sldId="297"/>
        </pc:sldMkLst>
      </pc:sldChg>
      <pc:sldChg chg="del">
        <pc:chgData name="Byrd, Andrew M." userId="S::amby222@uky.edu::2d5836b5-4a72-4fdb-bd90-63723c1cd390" providerId="AD" clId="Web-{90D5288E-87E8-C61F-7F5C-FE6AF10944C6}" dt="2024-10-07T12:01:15.149" v="104"/>
        <pc:sldMkLst>
          <pc:docMk/>
          <pc:sldMk cId="0" sldId="298"/>
        </pc:sldMkLst>
      </pc:sldChg>
      <pc:sldChg chg="modSp new">
        <pc:chgData name="Byrd, Andrew M." userId="S::amby222@uky.edu::2d5836b5-4a72-4fdb-bd90-63723c1cd390" providerId="AD" clId="Web-{90D5288E-87E8-C61F-7F5C-FE6AF10944C6}" dt="2024-10-07T12:00:13.644" v="89" actId="20577"/>
        <pc:sldMkLst>
          <pc:docMk/>
          <pc:sldMk cId="3471441874" sldId="299"/>
        </pc:sldMkLst>
        <pc:spChg chg="mod">
          <ac:chgData name="Byrd, Andrew M." userId="S::amby222@uky.edu::2d5836b5-4a72-4fdb-bd90-63723c1cd390" providerId="AD" clId="Web-{90D5288E-87E8-C61F-7F5C-FE6AF10944C6}" dt="2024-10-06T21:35:32.130" v="6" actId="20577"/>
          <ac:spMkLst>
            <pc:docMk/>
            <pc:sldMk cId="3471441874" sldId="299"/>
            <ac:spMk id="2" creationId="{AB9C951D-B224-2789-C65B-200F94751F92}"/>
          </ac:spMkLst>
        </pc:spChg>
        <pc:spChg chg="mod">
          <ac:chgData name="Byrd, Andrew M." userId="S::amby222@uky.edu::2d5836b5-4a72-4fdb-bd90-63723c1cd390" providerId="AD" clId="Web-{90D5288E-87E8-C61F-7F5C-FE6AF10944C6}" dt="2024-10-07T12:00:13.644" v="89" actId="20577"/>
          <ac:spMkLst>
            <pc:docMk/>
            <pc:sldMk cId="3471441874" sldId="299"/>
            <ac:spMk id="3" creationId="{3B09D465-B0B8-1AA6-5D9E-2FE968B04D40}"/>
          </ac:spMkLst>
        </pc:spChg>
      </pc:sldChg>
      <pc:sldChg chg="add ord replId">
        <pc:chgData name="Byrd, Andrew M." userId="S::amby222@uky.edu::2d5836b5-4a72-4fdb-bd90-63723c1cd390" providerId="AD" clId="Web-{90D5288E-87E8-C61F-7F5C-FE6AF10944C6}" dt="2024-10-07T12:12:55.152" v="449"/>
        <pc:sldMkLst>
          <pc:docMk/>
          <pc:sldMk cId="3686915477" sldId="300"/>
        </pc:sldMkLst>
      </pc:sldChg>
      <pc:sldChg chg="modSp new">
        <pc:chgData name="Byrd, Andrew M." userId="S::amby222@uky.edu::2d5836b5-4a72-4fdb-bd90-63723c1cd390" providerId="AD" clId="Web-{90D5288E-87E8-C61F-7F5C-FE6AF10944C6}" dt="2024-10-07T12:09:53.436" v="307" actId="20577"/>
        <pc:sldMkLst>
          <pc:docMk/>
          <pc:sldMk cId="2477108932" sldId="301"/>
        </pc:sldMkLst>
        <pc:spChg chg="mod">
          <ac:chgData name="Byrd, Andrew M." userId="S::amby222@uky.edu::2d5836b5-4a72-4fdb-bd90-63723c1cd390" providerId="AD" clId="Web-{90D5288E-87E8-C61F-7F5C-FE6AF10944C6}" dt="2024-10-07T12:08:04.819" v="144" actId="20577"/>
          <ac:spMkLst>
            <pc:docMk/>
            <pc:sldMk cId="2477108932" sldId="301"/>
            <ac:spMk id="2" creationId="{D1AB47E4-EFA2-4C34-2717-97BC3089D0EB}"/>
          </ac:spMkLst>
        </pc:spChg>
        <pc:spChg chg="mod">
          <ac:chgData name="Byrd, Andrew M." userId="S::amby222@uky.edu::2d5836b5-4a72-4fdb-bd90-63723c1cd390" providerId="AD" clId="Web-{90D5288E-87E8-C61F-7F5C-FE6AF10944C6}" dt="2024-10-07T12:09:53.436" v="307" actId="20577"/>
          <ac:spMkLst>
            <pc:docMk/>
            <pc:sldMk cId="2477108932" sldId="301"/>
            <ac:spMk id="3" creationId="{67A284B5-23B5-0B32-408A-5E70248C8FC6}"/>
          </ac:spMkLst>
        </pc:spChg>
      </pc:sldChg>
      <pc:sldChg chg="modSp new">
        <pc:chgData name="Byrd, Andrew M." userId="S::amby222@uky.edu::2d5836b5-4a72-4fdb-bd90-63723c1cd390" providerId="AD" clId="Web-{90D5288E-87E8-C61F-7F5C-FE6AF10944C6}" dt="2024-10-07T12:09:12.902" v="276" actId="20577"/>
        <pc:sldMkLst>
          <pc:docMk/>
          <pc:sldMk cId="2838703202" sldId="302"/>
        </pc:sldMkLst>
        <pc:spChg chg="mod">
          <ac:chgData name="Byrd, Andrew M." userId="S::amby222@uky.edu::2d5836b5-4a72-4fdb-bd90-63723c1cd390" providerId="AD" clId="Web-{90D5288E-87E8-C61F-7F5C-FE6AF10944C6}" dt="2024-10-07T12:09:01.916" v="253" actId="20577"/>
          <ac:spMkLst>
            <pc:docMk/>
            <pc:sldMk cId="2838703202" sldId="302"/>
            <ac:spMk id="2" creationId="{B7329E11-F55D-BA1F-9AAA-35B4E5862382}"/>
          </ac:spMkLst>
        </pc:spChg>
        <pc:spChg chg="mod">
          <ac:chgData name="Byrd, Andrew M." userId="S::amby222@uky.edu::2d5836b5-4a72-4fdb-bd90-63723c1cd390" providerId="AD" clId="Web-{90D5288E-87E8-C61F-7F5C-FE6AF10944C6}" dt="2024-10-07T12:09:12.902" v="276" actId="20577"/>
          <ac:spMkLst>
            <pc:docMk/>
            <pc:sldMk cId="2838703202" sldId="302"/>
            <ac:spMk id="3" creationId="{C1F73BA7-246E-6F23-1BAB-53EF6DFEF721}"/>
          </ac:spMkLst>
        </pc:spChg>
      </pc:sldChg>
      <pc:sldChg chg="modSp new">
        <pc:chgData name="Byrd, Andrew M." userId="S::amby222@uky.edu::2d5836b5-4a72-4fdb-bd90-63723c1cd390" providerId="AD" clId="Web-{90D5288E-87E8-C61F-7F5C-FE6AF10944C6}" dt="2024-10-07T12:12:46.167" v="448" actId="20577"/>
        <pc:sldMkLst>
          <pc:docMk/>
          <pc:sldMk cId="3339782157" sldId="303"/>
        </pc:sldMkLst>
        <pc:spChg chg="mod">
          <ac:chgData name="Byrd, Andrew M." userId="S::amby222@uky.edu::2d5836b5-4a72-4fdb-bd90-63723c1cd390" providerId="AD" clId="Web-{90D5288E-87E8-C61F-7F5C-FE6AF10944C6}" dt="2024-10-07T12:10:01.593" v="312" actId="20577"/>
          <ac:spMkLst>
            <pc:docMk/>
            <pc:sldMk cId="3339782157" sldId="303"/>
            <ac:spMk id="2" creationId="{9AE24686-494B-87AF-84BB-085ED6F6498E}"/>
          </ac:spMkLst>
        </pc:spChg>
        <pc:spChg chg="mod">
          <ac:chgData name="Byrd, Andrew M." userId="S::amby222@uky.edu::2d5836b5-4a72-4fdb-bd90-63723c1cd390" providerId="AD" clId="Web-{90D5288E-87E8-C61F-7F5C-FE6AF10944C6}" dt="2024-10-07T12:12:46.167" v="448" actId="20577"/>
          <ac:spMkLst>
            <pc:docMk/>
            <pc:sldMk cId="3339782157" sldId="303"/>
            <ac:spMk id="3" creationId="{285044D6-6B8C-09D6-4CBC-508A98F33EFC}"/>
          </ac:spMkLst>
        </pc:spChg>
      </pc:sldChg>
      <pc:sldChg chg="modSp new">
        <pc:chgData name="Byrd, Andrew M." userId="S::amby222@uky.edu::2d5836b5-4a72-4fdb-bd90-63723c1cd390" providerId="AD" clId="Web-{90D5288E-87E8-C61F-7F5C-FE6AF10944C6}" dt="2024-10-07T12:13:45.327" v="461" actId="14100"/>
        <pc:sldMkLst>
          <pc:docMk/>
          <pc:sldMk cId="304831396" sldId="304"/>
        </pc:sldMkLst>
        <pc:spChg chg="mod">
          <ac:chgData name="Byrd, Andrew M." userId="S::amby222@uky.edu::2d5836b5-4a72-4fdb-bd90-63723c1cd390" providerId="AD" clId="Web-{90D5288E-87E8-C61F-7F5C-FE6AF10944C6}" dt="2024-10-07T12:13:07.575" v="457" actId="20577"/>
          <ac:spMkLst>
            <pc:docMk/>
            <pc:sldMk cId="304831396" sldId="304"/>
            <ac:spMk id="2" creationId="{14A2134A-181B-1868-D3FD-FC4A4CF0ECE8}"/>
          </ac:spMkLst>
        </pc:spChg>
        <pc:spChg chg="mod">
          <ac:chgData name="Byrd, Andrew M." userId="S::amby222@uky.edu::2d5836b5-4a72-4fdb-bd90-63723c1cd390" providerId="AD" clId="Web-{90D5288E-87E8-C61F-7F5C-FE6AF10944C6}" dt="2024-10-07T12:13:45.327" v="461" actId="14100"/>
          <ac:spMkLst>
            <pc:docMk/>
            <pc:sldMk cId="304831396" sldId="304"/>
            <ac:spMk id="3" creationId="{C5426FE9-061A-C58C-348B-D1B04E65ABDE}"/>
          </ac:spMkLst>
        </pc:spChg>
      </pc:sldChg>
    </pc:docChg>
  </pc:docChgLst>
  <pc:docChgLst>
    <pc:chgData name="Byrd, Andrew M." userId="S::amby222@uky.edu::2d5836b5-4a72-4fdb-bd90-63723c1cd390" providerId="AD" clId="Web-{E2F772B1-3C9F-5020-317D-079C432DFC7D}"/>
    <pc:docChg chg="modSld">
      <pc:chgData name="Byrd, Andrew M." userId="S::amby222@uky.edu::2d5836b5-4a72-4fdb-bd90-63723c1cd390" providerId="AD" clId="Web-{E2F772B1-3C9F-5020-317D-079C432DFC7D}" dt="2024-10-07T14:00:45.018" v="29" actId="20577"/>
      <pc:docMkLst>
        <pc:docMk/>
      </pc:docMkLst>
      <pc:sldChg chg="modSp">
        <pc:chgData name="Byrd, Andrew M." userId="S::amby222@uky.edu::2d5836b5-4a72-4fdb-bd90-63723c1cd390" providerId="AD" clId="Web-{E2F772B1-3C9F-5020-317D-079C432DFC7D}" dt="2024-10-07T14:00:45.018" v="29" actId="20577"/>
        <pc:sldMkLst>
          <pc:docMk/>
          <pc:sldMk cId="0" sldId="257"/>
        </pc:sldMkLst>
        <pc:spChg chg="mod">
          <ac:chgData name="Byrd, Andrew M." userId="S::amby222@uky.edu::2d5836b5-4a72-4fdb-bd90-63723c1cd390" providerId="AD" clId="Web-{E2F772B1-3C9F-5020-317D-079C432DFC7D}" dt="2024-10-07T14:00:45.018" v="29" actId="20577"/>
          <ac:spMkLst>
            <pc:docMk/>
            <pc:sldMk cId="0" sldId="257"/>
            <ac:spMk id="73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E2F772B1-3C9F-5020-317D-079C432DFC7D}" dt="2024-10-07T14:00:14.313" v="1" actId="20577"/>
        <pc:sldMkLst>
          <pc:docMk/>
          <pc:sldMk cId="0" sldId="258"/>
        </pc:sldMkLst>
        <pc:spChg chg="mod">
          <ac:chgData name="Byrd, Andrew M." userId="S::amby222@uky.edu::2d5836b5-4a72-4fdb-bd90-63723c1cd390" providerId="AD" clId="Web-{E2F772B1-3C9F-5020-317D-079C432DFC7D}" dt="2024-10-07T14:00:14.313" v="1" actId="20577"/>
          <ac:spMkLst>
            <pc:docMk/>
            <pc:sldMk cId="0" sldId="258"/>
            <ac:spMk id="79" creationId="{00000000-0000-0000-0000-000000000000}"/>
          </ac:spMkLst>
        </pc:spChg>
      </pc:sldChg>
    </pc:docChg>
  </pc:docChgLst>
  <pc:docChgLst>
    <pc:chgData name="Byrd, Andrew M." userId="2d5836b5-4a72-4fdb-bd90-63723c1cd390" providerId="ADAL" clId="{51373653-B277-4729-94A8-2F2BED7EE509}"/>
    <pc:docChg chg="custSel addSld delSld modSld">
      <pc:chgData name="Byrd, Andrew M." userId="2d5836b5-4a72-4fdb-bd90-63723c1cd390" providerId="ADAL" clId="{51373653-B277-4729-94A8-2F2BED7EE509}" dt="2024-10-08T14:33:27.346" v="207" actId="403"/>
      <pc:docMkLst>
        <pc:docMk/>
      </pc:docMkLst>
      <pc:sldChg chg="del">
        <pc:chgData name="Byrd, Andrew M." userId="2d5836b5-4a72-4fdb-bd90-63723c1cd390" providerId="ADAL" clId="{51373653-B277-4729-94A8-2F2BED7EE509}" dt="2024-10-08T14:33:00.535" v="188" actId="47"/>
        <pc:sldMkLst>
          <pc:docMk/>
          <pc:sldMk cId="244245951" sldId="309"/>
        </pc:sldMkLst>
      </pc:sldChg>
      <pc:sldChg chg="modSp mod">
        <pc:chgData name="Byrd, Andrew M." userId="2d5836b5-4a72-4fdb-bd90-63723c1cd390" providerId="ADAL" clId="{51373653-B277-4729-94A8-2F2BED7EE509}" dt="2024-10-08T14:32:54.617" v="187" actId="404"/>
        <pc:sldMkLst>
          <pc:docMk/>
          <pc:sldMk cId="3804164629" sldId="310"/>
        </pc:sldMkLst>
        <pc:spChg chg="mod">
          <ac:chgData name="Byrd, Andrew M." userId="2d5836b5-4a72-4fdb-bd90-63723c1cd390" providerId="ADAL" clId="{51373653-B277-4729-94A8-2F2BED7EE509}" dt="2024-10-08T14:32:54.617" v="187" actId="404"/>
          <ac:spMkLst>
            <pc:docMk/>
            <pc:sldMk cId="3804164629" sldId="310"/>
            <ac:spMk id="131" creationId="{00000000-0000-0000-0000-000000000000}"/>
          </ac:spMkLst>
        </pc:spChg>
      </pc:sldChg>
      <pc:sldChg chg="addSp modSp">
        <pc:chgData name="Byrd, Andrew M." userId="2d5836b5-4a72-4fdb-bd90-63723c1cd390" providerId="ADAL" clId="{51373653-B277-4729-94A8-2F2BED7EE509}" dt="2024-10-08T14:31:41.872" v="4" actId="1076"/>
        <pc:sldMkLst>
          <pc:docMk/>
          <pc:sldMk cId="41753795" sldId="312"/>
        </pc:sldMkLst>
        <pc:picChg chg="add mod">
          <ac:chgData name="Byrd, Andrew M." userId="2d5836b5-4a72-4fdb-bd90-63723c1cd390" providerId="ADAL" clId="{51373653-B277-4729-94A8-2F2BED7EE509}" dt="2024-10-08T14:31:41.872" v="4" actId="1076"/>
          <ac:picMkLst>
            <pc:docMk/>
            <pc:sldMk cId="41753795" sldId="312"/>
            <ac:picMk id="1026" creationId="{EAFB2180-3335-7A1E-DCD5-9BD6A7CB9EFD}"/>
          </ac:picMkLst>
        </pc:picChg>
      </pc:sldChg>
      <pc:sldChg chg="modSp new mod">
        <pc:chgData name="Byrd, Andrew M." userId="2d5836b5-4a72-4fdb-bd90-63723c1cd390" providerId="ADAL" clId="{51373653-B277-4729-94A8-2F2BED7EE509}" dt="2024-10-08T14:33:27.346" v="207" actId="403"/>
        <pc:sldMkLst>
          <pc:docMk/>
          <pc:sldMk cId="1618203390" sldId="313"/>
        </pc:sldMkLst>
        <pc:spChg chg="mod">
          <ac:chgData name="Byrd, Andrew M." userId="2d5836b5-4a72-4fdb-bd90-63723c1cd390" providerId="ADAL" clId="{51373653-B277-4729-94A8-2F2BED7EE509}" dt="2024-10-08T14:33:22.657" v="203" actId="20577"/>
          <ac:spMkLst>
            <pc:docMk/>
            <pc:sldMk cId="1618203390" sldId="313"/>
            <ac:spMk id="2" creationId="{9116644D-16AC-095E-1AAE-BACA58FFB6D6}"/>
          </ac:spMkLst>
        </pc:spChg>
        <pc:spChg chg="mod">
          <ac:chgData name="Byrd, Andrew M." userId="2d5836b5-4a72-4fdb-bd90-63723c1cd390" providerId="ADAL" clId="{51373653-B277-4729-94A8-2F2BED7EE509}" dt="2024-10-08T14:33:27.346" v="207" actId="403"/>
          <ac:spMkLst>
            <pc:docMk/>
            <pc:sldMk cId="1618203390" sldId="313"/>
            <ac:spMk id="3" creationId="{B296F704-CF5E-4C9D-CE08-66BD08BDC5B5}"/>
          </ac:spMkLst>
        </pc:spChg>
      </pc:sldChg>
    </pc:docChg>
  </pc:docChgLst>
  <pc:docChgLst>
    <pc:chgData name="Byrd, Andrew M." userId="S::amby222@uky.edu::2d5836b5-4a72-4fdb-bd90-63723c1cd390" providerId="AD" clId="Web-{A6D20218-E25F-B477-19C1-CF8B42398B5B}"/>
    <pc:docChg chg="addSld delSld modSld sldOrd">
      <pc:chgData name="Byrd, Andrew M." userId="S::amby222@uky.edu::2d5836b5-4a72-4fdb-bd90-63723c1cd390" providerId="AD" clId="Web-{A6D20218-E25F-B477-19C1-CF8B42398B5B}" dt="2024-10-08T14:30:04.148" v="325" actId="14100"/>
      <pc:docMkLst>
        <pc:docMk/>
      </pc:docMkLst>
      <pc:sldChg chg="add del">
        <pc:chgData name="Byrd, Andrew M." userId="S::amby222@uky.edu::2d5836b5-4a72-4fdb-bd90-63723c1cd390" providerId="AD" clId="Web-{A6D20218-E25F-B477-19C1-CF8B42398B5B}" dt="2024-10-08T13:58:46.735" v="43"/>
        <pc:sldMkLst>
          <pc:docMk/>
          <pc:sldMk cId="0" sldId="259"/>
        </pc:sldMkLst>
      </pc:sldChg>
      <pc:sldChg chg="modSp ord">
        <pc:chgData name="Byrd, Andrew M." userId="S::amby222@uky.edu::2d5836b5-4a72-4fdb-bd90-63723c1cd390" providerId="AD" clId="Web-{A6D20218-E25F-B477-19C1-CF8B42398B5B}" dt="2024-10-08T14:29:17.225" v="298" actId="20577"/>
        <pc:sldMkLst>
          <pc:docMk/>
          <pc:sldMk cId="0" sldId="260"/>
        </pc:sldMkLst>
        <pc:spChg chg="mod">
          <ac:chgData name="Byrd, Andrew M." userId="S::amby222@uky.edu::2d5836b5-4a72-4fdb-bd90-63723c1cd390" providerId="AD" clId="Web-{A6D20218-E25F-B477-19C1-CF8B42398B5B}" dt="2024-10-08T14:29:17.225" v="298" actId="20577"/>
          <ac:spMkLst>
            <pc:docMk/>
            <pc:sldMk cId="0" sldId="260"/>
            <ac:spMk id="91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A6D20218-E25F-B477-19C1-CF8B42398B5B}" dt="2024-10-08T14:29:01.084" v="295" actId="20577"/>
        <pc:sldMkLst>
          <pc:docMk/>
          <pc:sldMk cId="0" sldId="261"/>
        </pc:sldMkLst>
        <pc:spChg chg="mod">
          <ac:chgData name="Byrd, Andrew M." userId="S::amby222@uky.edu::2d5836b5-4a72-4fdb-bd90-63723c1cd390" providerId="AD" clId="Web-{A6D20218-E25F-B477-19C1-CF8B42398B5B}" dt="2024-10-08T14:29:01.084" v="295" actId="20577"/>
          <ac:spMkLst>
            <pc:docMk/>
            <pc:sldMk cId="0" sldId="261"/>
            <ac:spMk id="97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A6D20218-E25F-B477-19C1-CF8B42398B5B}" dt="2024-10-08T14:27:15.127" v="289" actId="14100"/>
        <pc:sldMkLst>
          <pc:docMk/>
          <pc:sldMk cId="0" sldId="262"/>
        </pc:sldMkLst>
        <pc:spChg chg="mod">
          <ac:chgData name="Byrd, Andrew M." userId="S::amby222@uky.edu::2d5836b5-4a72-4fdb-bd90-63723c1cd390" providerId="AD" clId="Web-{A6D20218-E25F-B477-19C1-CF8B42398B5B}" dt="2024-10-08T14:27:15.127" v="289" actId="14100"/>
          <ac:spMkLst>
            <pc:docMk/>
            <pc:sldMk cId="0" sldId="262"/>
            <ac:spMk id="103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A6D20218-E25F-B477-19C1-CF8B42398B5B}" dt="2024-10-08T14:29:42.023" v="309" actId="20577"/>
        <pc:sldMkLst>
          <pc:docMk/>
          <pc:sldMk cId="0" sldId="263"/>
        </pc:sldMkLst>
        <pc:spChg chg="mod">
          <ac:chgData name="Byrd, Andrew M." userId="S::amby222@uky.edu::2d5836b5-4a72-4fdb-bd90-63723c1cd390" providerId="AD" clId="Web-{A6D20218-E25F-B477-19C1-CF8B42398B5B}" dt="2024-10-08T14:25:30.983" v="254" actId="20577"/>
          <ac:spMkLst>
            <pc:docMk/>
            <pc:sldMk cId="0" sldId="263"/>
            <ac:spMk id="108" creationId="{00000000-0000-0000-0000-000000000000}"/>
          </ac:spMkLst>
        </pc:spChg>
        <pc:spChg chg="mod">
          <ac:chgData name="Byrd, Andrew M." userId="S::amby222@uky.edu::2d5836b5-4a72-4fdb-bd90-63723c1cd390" providerId="AD" clId="Web-{A6D20218-E25F-B477-19C1-CF8B42398B5B}" dt="2024-10-08T14:29:42.023" v="309" actId="20577"/>
          <ac:spMkLst>
            <pc:docMk/>
            <pc:sldMk cId="0" sldId="263"/>
            <ac:spMk id="109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A6D20218-E25F-B477-19C1-CF8B42398B5B}" dt="2024-10-08T14:29:33.225" v="301" actId="20577"/>
        <pc:sldMkLst>
          <pc:docMk/>
          <pc:sldMk cId="0" sldId="264"/>
        </pc:sldMkLst>
        <pc:spChg chg="mod">
          <ac:chgData name="Byrd, Andrew M." userId="S::amby222@uky.edu::2d5836b5-4a72-4fdb-bd90-63723c1cd390" providerId="AD" clId="Web-{A6D20218-E25F-B477-19C1-CF8B42398B5B}" dt="2024-10-08T14:29:33.225" v="301" actId="20577"/>
          <ac:spMkLst>
            <pc:docMk/>
            <pc:sldMk cId="0" sldId="264"/>
            <ac:spMk id="115" creationId="{00000000-0000-0000-0000-000000000000}"/>
          </ac:spMkLst>
        </pc:spChg>
        <pc:picChg chg="mod modCrop">
          <ac:chgData name="Byrd, Andrew M." userId="S::amby222@uky.edu::2d5836b5-4a72-4fdb-bd90-63723c1cd390" providerId="AD" clId="Web-{A6D20218-E25F-B477-19C1-CF8B42398B5B}" dt="2024-10-08T14:28:20.473" v="292" actId="1076"/>
          <ac:picMkLst>
            <pc:docMk/>
            <pc:sldMk cId="0" sldId="264"/>
            <ac:picMk id="117" creationId="{00000000-0000-0000-0000-000000000000}"/>
          </ac:picMkLst>
        </pc:picChg>
      </pc:sldChg>
      <pc:sldChg chg="modSp">
        <pc:chgData name="Byrd, Andrew M." userId="S::amby222@uky.edu::2d5836b5-4a72-4fdb-bd90-63723c1cd390" providerId="AD" clId="Web-{A6D20218-E25F-B477-19C1-CF8B42398B5B}" dt="2024-10-08T14:29:45.195" v="310" actId="20577"/>
        <pc:sldMkLst>
          <pc:docMk/>
          <pc:sldMk cId="0" sldId="265"/>
        </pc:sldMkLst>
        <pc:spChg chg="mod">
          <ac:chgData name="Byrd, Andrew M." userId="S::amby222@uky.edu::2d5836b5-4a72-4fdb-bd90-63723c1cd390" providerId="AD" clId="Web-{A6D20218-E25F-B477-19C1-CF8B42398B5B}" dt="2024-10-08T14:29:45.195" v="310" actId="20577"/>
          <ac:spMkLst>
            <pc:docMk/>
            <pc:sldMk cId="0" sldId="265"/>
            <ac:spMk id="122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A6D20218-E25F-B477-19C1-CF8B42398B5B}" dt="2024-10-08T14:29:47.632" v="312" actId="20577"/>
        <pc:sldMkLst>
          <pc:docMk/>
          <pc:sldMk cId="0" sldId="266"/>
        </pc:sldMkLst>
        <pc:spChg chg="mod">
          <ac:chgData name="Byrd, Andrew M." userId="S::amby222@uky.edu::2d5836b5-4a72-4fdb-bd90-63723c1cd390" providerId="AD" clId="Web-{A6D20218-E25F-B477-19C1-CF8B42398B5B}" dt="2024-10-08T14:29:47.632" v="312" actId="20577"/>
          <ac:spMkLst>
            <pc:docMk/>
            <pc:sldMk cId="0" sldId="266"/>
            <ac:spMk id="130" creationId="{00000000-0000-0000-0000-000000000000}"/>
          </ac:spMkLst>
        </pc:spChg>
      </pc:sldChg>
      <pc:sldChg chg="add del">
        <pc:chgData name="Byrd, Andrew M." userId="S::amby222@uky.edu::2d5836b5-4a72-4fdb-bd90-63723c1cd390" providerId="AD" clId="Web-{A6D20218-E25F-B477-19C1-CF8B42398B5B}" dt="2024-10-08T13:58:46.719" v="42"/>
        <pc:sldMkLst>
          <pc:docMk/>
          <pc:sldMk cId="3339782157" sldId="303"/>
        </pc:sldMkLst>
      </pc:sldChg>
      <pc:sldChg chg="ord">
        <pc:chgData name="Byrd, Andrew M." userId="S::amby222@uky.edu::2d5836b5-4a72-4fdb-bd90-63723c1cd390" providerId="AD" clId="Web-{A6D20218-E25F-B477-19C1-CF8B42398B5B}" dt="2024-10-08T13:58:08.998" v="0"/>
        <pc:sldMkLst>
          <pc:docMk/>
          <pc:sldMk cId="304831396" sldId="304"/>
        </pc:sldMkLst>
      </pc:sldChg>
      <pc:sldChg chg="modSp new ord">
        <pc:chgData name="Byrd, Andrew M." userId="S::amby222@uky.edu::2d5836b5-4a72-4fdb-bd90-63723c1cd390" providerId="AD" clId="Web-{A6D20218-E25F-B477-19C1-CF8B42398B5B}" dt="2024-10-08T13:59:08.893" v="85" actId="14100"/>
        <pc:sldMkLst>
          <pc:docMk/>
          <pc:sldMk cId="2975688869" sldId="305"/>
        </pc:sldMkLst>
        <pc:spChg chg="mod">
          <ac:chgData name="Byrd, Andrew M." userId="S::amby222@uky.edu::2d5836b5-4a72-4fdb-bd90-63723c1cd390" providerId="AD" clId="Web-{A6D20218-E25F-B477-19C1-CF8B42398B5B}" dt="2024-10-08T13:58:20.077" v="12" actId="20577"/>
          <ac:spMkLst>
            <pc:docMk/>
            <pc:sldMk cId="2975688869" sldId="305"/>
            <ac:spMk id="2" creationId="{434AA7D0-E54D-063A-BBCF-036981D3A3C4}"/>
          </ac:spMkLst>
        </pc:spChg>
        <pc:spChg chg="mod">
          <ac:chgData name="Byrd, Andrew M." userId="S::amby222@uky.edu::2d5836b5-4a72-4fdb-bd90-63723c1cd390" providerId="AD" clId="Web-{A6D20218-E25F-B477-19C1-CF8B42398B5B}" dt="2024-10-08T13:59:08.893" v="85" actId="14100"/>
          <ac:spMkLst>
            <pc:docMk/>
            <pc:sldMk cId="2975688869" sldId="305"/>
            <ac:spMk id="3" creationId="{DD4F60EA-B1AF-0549-C83C-5EF603119598}"/>
          </ac:spMkLst>
        </pc:spChg>
      </pc:sldChg>
      <pc:sldChg chg="add replId">
        <pc:chgData name="Byrd, Andrew M." userId="S::amby222@uky.edu::2d5836b5-4a72-4fdb-bd90-63723c1cd390" providerId="AD" clId="Web-{A6D20218-E25F-B477-19C1-CF8B42398B5B}" dt="2024-10-08T14:23:30.166" v="86"/>
        <pc:sldMkLst>
          <pc:docMk/>
          <pc:sldMk cId="3735650373" sldId="306"/>
        </pc:sldMkLst>
      </pc:sldChg>
      <pc:sldChg chg="add replId">
        <pc:chgData name="Byrd, Andrew M." userId="S::amby222@uky.edu::2d5836b5-4a72-4fdb-bd90-63723c1cd390" providerId="AD" clId="Web-{A6D20218-E25F-B477-19C1-CF8B42398B5B}" dt="2024-10-08T14:23:35.791" v="87"/>
        <pc:sldMkLst>
          <pc:docMk/>
          <pc:sldMk cId="4065425560" sldId="307"/>
        </pc:sldMkLst>
      </pc:sldChg>
      <pc:sldChg chg="add replId">
        <pc:chgData name="Byrd, Andrew M." userId="S::amby222@uky.edu::2d5836b5-4a72-4fdb-bd90-63723c1cd390" providerId="AD" clId="Web-{A6D20218-E25F-B477-19C1-CF8B42398B5B}" dt="2024-10-08T14:23:39.213" v="88"/>
        <pc:sldMkLst>
          <pc:docMk/>
          <pc:sldMk cId="2287823400" sldId="308"/>
        </pc:sldMkLst>
      </pc:sldChg>
      <pc:sldChg chg="new">
        <pc:chgData name="Byrd, Andrew M." userId="S::amby222@uky.edu::2d5836b5-4a72-4fdb-bd90-63723c1cd390" providerId="AD" clId="Web-{A6D20218-E25F-B477-19C1-CF8B42398B5B}" dt="2024-10-08T14:23:42.307" v="89"/>
        <pc:sldMkLst>
          <pc:docMk/>
          <pc:sldMk cId="244245951" sldId="309"/>
        </pc:sldMkLst>
      </pc:sldChg>
      <pc:sldChg chg="delSp modSp add replId">
        <pc:chgData name="Byrd, Andrew M." userId="S::amby222@uky.edu::2d5836b5-4a72-4fdb-bd90-63723c1cd390" providerId="AD" clId="Web-{A6D20218-E25F-B477-19C1-CF8B42398B5B}" dt="2024-10-08T14:29:26.225" v="299" actId="20577"/>
        <pc:sldMkLst>
          <pc:docMk/>
          <pc:sldMk cId="3804164629" sldId="310"/>
        </pc:sldMkLst>
        <pc:spChg chg="mod">
          <ac:chgData name="Byrd, Andrew M." userId="S::amby222@uky.edu::2d5836b5-4a72-4fdb-bd90-63723c1cd390" providerId="AD" clId="Web-{A6D20218-E25F-B477-19C1-CF8B42398B5B}" dt="2024-10-08T14:23:52.745" v="101" actId="20577"/>
          <ac:spMkLst>
            <pc:docMk/>
            <pc:sldMk cId="3804164629" sldId="310"/>
            <ac:spMk id="130" creationId="{00000000-0000-0000-0000-000000000000}"/>
          </ac:spMkLst>
        </pc:spChg>
        <pc:spChg chg="mod">
          <ac:chgData name="Byrd, Andrew M." userId="S::amby222@uky.edu::2d5836b5-4a72-4fdb-bd90-63723c1cd390" providerId="AD" clId="Web-{A6D20218-E25F-B477-19C1-CF8B42398B5B}" dt="2024-10-08T14:29:26.225" v="299" actId="20577"/>
          <ac:spMkLst>
            <pc:docMk/>
            <pc:sldMk cId="3804164629" sldId="310"/>
            <ac:spMk id="131" creationId="{00000000-0000-0000-0000-000000000000}"/>
          </ac:spMkLst>
        </pc:spChg>
        <pc:picChg chg="del mod">
          <ac:chgData name="Byrd, Andrew M." userId="S::amby222@uky.edu::2d5836b5-4a72-4fdb-bd90-63723c1cd390" providerId="AD" clId="Web-{A6D20218-E25F-B477-19C1-CF8B42398B5B}" dt="2024-10-08T14:24:24.808" v="191"/>
          <ac:picMkLst>
            <pc:docMk/>
            <pc:sldMk cId="3804164629" sldId="310"/>
            <ac:picMk id="132" creationId="{00000000-0000-0000-0000-000000000000}"/>
          </ac:picMkLst>
        </pc:picChg>
      </pc:sldChg>
      <pc:sldChg chg="addSp modSp new">
        <pc:chgData name="Byrd, Andrew M." userId="S::amby222@uky.edu::2d5836b5-4a72-4fdb-bd90-63723c1cd390" providerId="AD" clId="Web-{A6D20218-E25F-B477-19C1-CF8B42398B5B}" dt="2024-10-08T14:26:36.454" v="280" actId="1076"/>
        <pc:sldMkLst>
          <pc:docMk/>
          <pc:sldMk cId="209269593" sldId="311"/>
        </pc:sldMkLst>
        <pc:spChg chg="mod">
          <ac:chgData name="Byrd, Andrew M." userId="S::amby222@uky.edu::2d5836b5-4a72-4fdb-bd90-63723c1cd390" providerId="AD" clId="Web-{A6D20218-E25F-B477-19C1-CF8B42398B5B}" dt="2024-10-08T14:25:39.670" v="266" actId="20577"/>
          <ac:spMkLst>
            <pc:docMk/>
            <pc:sldMk cId="209269593" sldId="311"/>
            <ac:spMk id="2" creationId="{AAC9E189-441A-3290-7FD7-615EA8BAC34A}"/>
          </ac:spMkLst>
        </pc:spChg>
        <pc:spChg chg="mod">
          <ac:chgData name="Byrd, Andrew M." userId="S::amby222@uky.edu::2d5836b5-4a72-4fdb-bd90-63723c1cd390" providerId="AD" clId="Web-{A6D20218-E25F-B477-19C1-CF8B42398B5B}" dt="2024-10-08T14:26:27.016" v="276" actId="1076"/>
          <ac:spMkLst>
            <pc:docMk/>
            <pc:sldMk cId="209269593" sldId="311"/>
            <ac:spMk id="3" creationId="{EE337FEF-5C63-9A6D-AEB1-D3779716116C}"/>
          </ac:spMkLst>
        </pc:spChg>
        <pc:picChg chg="add mod">
          <ac:chgData name="Byrd, Andrew M." userId="S::amby222@uky.edu::2d5836b5-4a72-4fdb-bd90-63723c1cd390" providerId="AD" clId="Web-{A6D20218-E25F-B477-19C1-CF8B42398B5B}" dt="2024-10-08T14:26:36.454" v="280" actId="1076"/>
          <ac:picMkLst>
            <pc:docMk/>
            <pc:sldMk cId="209269593" sldId="311"/>
            <ac:picMk id="4" creationId="{4FAFAE1A-05C8-578F-AAA7-6E12C476B61D}"/>
          </ac:picMkLst>
        </pc:picChg>
      </pc:sldChg>
      <pc:sldChg chg="delSp modSp add replId">
        <pc:chgData name="Byrd, Andrew M." userId="S::amby222@uky.edu::2d5836b5-4a72-4fdb-bd90-63723c1cd390" providerId="AD" clId="Web-{A6D20218-E25F-B477-19C1-CF8B42398B5B}" dt="2024-10-08T14:30:04.148" v="325" actId="14100"/>
        <pc:sldMkLst>
          <pc:docMk/>
          <pc:sldMk cId="41753795" sldId="312"/>
        </pc:sldMkLst>
        <pc:spChg chg="mod">
          <ac:chgData name="Byrd, Andrew M." userId="S::amby222@uky.edu::2d5836b5-4a72-4fdb-bd90-63723c1cd390" providerId="AD" clId="Web-{A6D20218-E25F-B477-19C1-CF8B42398B5B}" dt="2024-10-08T14:30:04.148" v="325" actId="14100"/>
          <ac:spMkLst>
            <pc:docMk/>
            <pc:sldMk cId="41753795" sldId="312"/>
            <ac:spMk id="131" creationId="{00000000-0000-0000-0000-000000000000}"/>
          </ac:spMkLst>
        </pc:spChg>
        <pc:picChg chg="del">
          <ac:chgData name="Byrd, Andrew M." userId="S::amby222@uky.edu::2d5836b5-4a72-4fdb-bd90-63723c1cd390" providerId="AD" clId="Web-{A6D20218-E25F-B477-19C1-CF8B42398B5B}" dt="2024-10-08T14:30:01.726" v="324"/>
          <ac:picMkLst>
            <pc:docMk/>
            <pc:sldMk cId="41753795" sldId="312"/>
            <ac:picMk id="132" creationId="{00000000-0000-0000-0000-000000000000}"/>
          </ac:picMkLst>
        </pc:picChg>
      </pc:sldChg>
    </pc:docChg>
  </pc:docChgLst>
  <pc:docChgLst>
    <pc:chgData name="Byrd, Andrew M." userId="2d5836b5-4a72-4fdb-bd90-63723c1cd390" providerId="ADAL" clId="{8352C00F-B218-439A-8067-E58F7806A75E}"/>
    <pc:docChg chg="undo custSel modSld">
      <pc:chgData name="Byrd, Andrew M." userId="2d5836b5-4a72-4fdb-bd90-63723c1cd390" providerId="ADAL" clId="{8352C00F-B218-439A-8067-E58F7806A75E}" dt="2024-10-10T13:37:36.199" v="36" actId="6549"/>
      <pc:docMkLst>
        <pc:docMk/>
      </pc:docMkLst>
      <pc:sldChg chg="modSp mod">
        <pc:chgData name="Byrd, Andrew M." userId="2d5836b5-4a72-4fdb-bd90-63723c1cd390" providerId="ADAL" clId="{8352C00F-B218-439A-8067-E58F7806A75E}" dt="2024-10-10T13:37:36.199" v="36" actId="6549"/>
        <pc:sldMkLst>
          <pc:docMk/>
          <pc:sldMk cId="671192622" sldId="315"/>
        </pc:sldMkLst>
        <pc:spChg chg="mod">
          <ac:chgData name="Byrd, Andrew M." userId="2d5836b5-4a72-4fdb-bd90-63723c1cd390" providerId="ADAL" clId="{8352C00F-B218-439A-8067-E58F7806A75E}" dt="2024-10-10T13:37:36.199" v="36" actId="6549"/>
          <ac:spMkLst>
            <pc:docMk/>
            <pc:sldMk cId="671192622" sldId="315"/>
            <ac:spMk id="3" creationId="{D5E48BE1-42A9-86E5-DFF2-35278CBF2316}"/>
          </ac:spMkLst>
        </pc:spChg>
      </pc:sldChg>
      <pc:sldChg chg="modSp mod">
        <pc:chgData name="Byrd, Andrew M." userId="2d5836b5-4a72-4fdb-bd90-63723c1cd390" providerId="ADAL" clId="{8352C00F-B218-439A-8067-E58F7806A75E}" dt="2024-10-10T13:37:18.694" v="20" actId="6549"/>
        <pc:sldMkLst>
          <pc:docMk/>
          <pc:sldMk cId="3900725909" sldId="320"/>
        </pc:sldMkLst>
        <pc:spChg chg="mod">
          <ac:chgData name="Byrd, Andrew M." userId="2d5836b5-4a72-4fdb-bd90-63723c1cd390" providerId="ADAL" clId="{8352C00F-B218-439A-8067-E58F7806A75E}" dt="2024-10-10T13:37:18.694" v="20" actId="6549"/>
          <ac:spMkLst>
            <pc:docMk/>
            <pc:sldMk cId="3900725909" sldId="320"/>
            <ac:spMk id="3" creationId="{D5E48BE1-42A9-86E5-DFF2-35278CBF23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9a2b83776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9a2b83776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9bbcf35d9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9bbcf35d9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9bbcf35d9a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9bbcf35d9a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9a2b83776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9a2b83776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1157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9bbcf35d9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9bbcf35d9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9bbcf35d9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9bbcf35d9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9bbcf35d9a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9bbcf35d9a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bbcf35d9a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bbcf35d9a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9bbcf35d9a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9bbcf35d9a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9bbcf35d9a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9bbcf35d9a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9bbcf35d9a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9bbcf35d9a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bcf35d9a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bcf35d9a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bcf35d9a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bcf35d9a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0135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9a2b83776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9a2b83776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6447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bcf35d9a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bcf35d9a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746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uky-my.sharepoint.com/:w:/g/personal/amby222_uky_edu/ER8cjZchm4pCr7PkvOw23jwBVC2GnqPLdhy1GH9AwV9wtw?e=ywUEiG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wadesh_lis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uky-my.sharepoint.com/:w:/g/personal/amby222_uky_edu/EWl4B4UnbVRFjBnO1uTapJ8Bi6jPmwrzyuWqK5KO6hwv6A?e=paq3V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uky-my.sharepoint.com/:w:/g/personal/amby222_uky_edu/ER8cjZchm4pCr7PkvOw23jwBVC2GnqPLdhy1GH9AwV9wtw?e=ywUEiG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 7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Parts of Speech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945575"/>
            <a:ext cx="8520600" cy="26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/>
              <a:t>What is the lexicon?</a:t>
            </a:r>
            <a:endParaRPr lang="en-US"/>
          </a:p>
          <a:p>
            <a:pPr>
              <a:lnSpc>
                <a:spcPct val="150000"/>
              </a:lnSpc>
            </a:pPr>
            <a:r>
              <a:rPr lang="en"/>
              <a:t>What are lexical categories?</a:t>
            </a:r>
          </a:p>
          <a:p>
            <a:pPr lvl="1">
              <a:lnSpc>
                <a:spcPct val="150000"/>
              </a:lnSpc>
              <a:buSzPts val="1800"/>
            </a:pPr>
            <a:r>
              <a:rPr lang="en"/>
              <a:t>In English?</a:t>
            </a:r>
          </a:p>
          <a:p>
            <a:pPr lvl="1">
              <a:lnSpc>
                <a:spcPct val="150000"/>
              </a:lnSpc>
              <a:buSzPts val="1800"/>
            </a:pPr>
            <a:r>
              <a:rPr lang="en"/>
              <a:t>Beyond?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- The Lexicon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648825"/>
            <a:ext cx="8520600" cy="29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400"/>
              <a:t>What’s a lexicon?</a:t>
            </a:r>
            <a:endParaRPr lang="en-US" sz="24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400"/>
              <a:t>What determines what goes into one?</a:t>
            </a:r>
            <a:endParaRPr sz="24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Eskimo ‘snow’</a:t>
            </a:r>
            <a:endParaRPr sz="18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‘phubbing’, ‘ghosting’</a:t>
            </a:r>
            <a:endParaRPr sz="18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‘thundersquall’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C951D-B224-2789-C65B-200F9475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 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9D465-B0B8-1AA6-5D9E-2FE968B0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762084"/>
            <a:ext cx="8520600" cy="2806941"/>
          </a:xfrm>
        </p:spPr>
        <p:txBody>
          <a:bodyPr/>
          <a:lstStyle/>
          <a:p>
            <a:r>
              <a:rPr lang="en-US" sz="2800"/>
              <a:t>What are the parts of speech (lexical categories) of English?</a:t>
            </a:r>
          </a:p>
          <a:p>
            <a:pPr>
              <a:lnSpc>
                <a:spcPct val="114999"/>
              </a:lnSpc>
            </a:pPr>
            <a:r>
              <a:rPr lang="en-US" sz="2800"/>
              <a:t>Identify all </a:t>
            </a:r>
            <a:r>
              <a:rPr lang="en-US" sz="2800" b="1"/>
              <a:t>eight </a:t>
            </a:r>
            <a:r>
              <a:rPr lang="en-US" sz="2800"/>
              <a:t>of them, and give at least two examples of each.</a:t>
            </a:r>
          </a:p>
          <a:p>
            <a:pPr>
              <a:lnSpc>
                <a:spcPct val="114999"/>
              </a:lnSpc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471441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29E11-F55D-BA1F-9AAA-35B4E586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Together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73BA7-246E-6F23-1BAB-53EF6DFEF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257843"/>
            <a:ext cx="8520600" cy="2311182"/>
          </a:xfrm>
        </p:spPr>
        <p:txBody>
          <a:bodyPr/>
          <a:lstStyle/>
          <a:p>
            <a:pPr marL="114300" indent="0">
              <a:buNone/>
            </a:pPr>
            <a:r>
              <a:rPr lang="en-US" sz="2400"/>
              <a:t>What is the function of each of these parts of speech?</a:t>
            </a:r>
          </a:p>
        </p:txBody>
      </p:sp>
    </p:spTree>
    <p:extLst>
      <p:ext uri="{BB962C8B-B14F-4D97-AF65-F5344CB8AC3E}">
        <p14:creationId xmlns:p14="http://schemas.microsoft.com/office/powerpoint/2010/main" val="2838703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B47E4-EFA2-4C34-2717-97BC3089D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 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284B5-23B5-0B32-408A-5E70248C8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058162"/>
            <a:ext cx="8520600" cy="2510863"/>
          </a:xfrm>
        </p:spPr>
        <p:txBody>
          <a:bodyPr/>
          <a:lstStyle/>
          <a:p>
            <a:pPr marL="114300" indent="0">
              <a:buNone/>
            </a:pPr>
            <a:r>
              <a:rPr lang="en-US" sz="2400"/>
              <a:t>Pondering the function of each of these parts of speech, ask yourselves:</a:t>
            </a:r>
            <a:endParaRPr lang="en-US"/>
          </a:p>
          <a:p>
            <a:pPr marL="114300" indent="0">
              <a:lnSpc>
                <a:spcPct val="114999"/>
              </a:lnSpc>
              <a:buNone/>
            </a:pPr>
            <a:endParaRPr lang="en-US" sz="2400"/>
          </a:p>
          <a:p>
            <a:pPr>
              <a:lnSpc>
                <a:spcPct val="114999"/>
              </a:lnSpc>
            </a:pPr>
            <a:r>
              <a:rPr lang="en-US" sz="2400"/>
              <a:t> Can any of them be collapsed together?  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sz="2400"/>
              <a:t> Are any of them not necessary?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08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 7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Parts of Speech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15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A7D0-E54D-063A-BBCF-036981D3A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Parts of Speech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F60EA-B1AF-0549-C83C-5EF603119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837825"/>
            <a:ext cx="8520600" cy="2731200"/>
          </a:xfrm>
        </p:spPr>
        <p:txBody>
          <a:bodyPr/>
          <a:lstStyle/>
          <a:p>
            <a:r>
              <a:rPr lang="en-US" sz="2800"/>
              <a:t>What is a part of speech (lexical category)?</a:t>
            </a:r>
          </a:p>
          <a:p>
            <a:pPr>
              <a:lnSpc>
                <a:spcPct val="114999"/>
              </a:lnSpc>
            </a:pPr>
            <a:r>
              <a:rPr lang="en-US" sz="2800"/>
              <a:t>What are the parts of speech in English?</a:t>
            </a:r>
          </a:p>
          <a:p>
            <a:pPr>
              <a:lnSpc>
                <a:spcPct val="114999"/>
              </a:lnSpc>
            </a:pPr>
            <a:r>
              <a:rPr lang="en-US" sz="2800"/>
              <a:t>Which ones can we collapse/combine?</a:t>
            </a:r>
          </a:p>
        </p:txBody>
      </p:sp>
    </p:spTree>
    <p:extLst>
      <p:ext uri="{BB962C8B-B14F-4D97-AF65-F5344CB8AC3E}">
        <p14:creationId xmlns:p14="http://schemas.microsoft.com/office/powerpoint/2010/main" val="2975688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24686-494B-87AF-84BB-085ED6F64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 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044D6-6B8C-09D6-4CBC-508A98F33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 jump down the </a:t>
            </a:r>
            <a:r>
              <a:rPr lang="en-US" err="1"/>
              <a:t>rabbithole</a:t>
            </a:r>
            <a:r>
              <a:rPr lang="en-US"/>
              <a:t> that is the internet</a:t>
            </a:r>
          </a:p>
          <a:p>
            <a:pPr lvl="1" indent="-342900">
              <a:lnSpc>
                <a:spcPct val="114999"/>
              </a:lnSpc>
              <a:buSzPts val="1800"/>
            </a:pPr>
            <a:r>
              <a:rPr lang="en-US"/>
              <a:t>Google</a:t>
            </a:r>
          </a:p>
          <a:p>
            <a:pPr lvl="1">
              <a:lnSpc>
                <a:spcPct val="114999"/>
              </a:lnSpc>
            </a:pPr>
            <a:r>
              <a:rPr lang="en-US"/>
              <a:t>ChatGPT</a:t>
            </a:r>
          </a:p>
          <a:p>
            <a:pPr lvl="1">
              <a:lnSpc>
                <a:spcPct val="114999"/>
              </a:lnSpc>
            </a:pPr>
            <a:r>
              <a:rPr lang="en-US"/>
              <a:t>Stack exchange, or whatever!</a:t>
            </a:r>
          </a:p>
          <a:p>
            <a:pPr marL="596900" lvl="1" indent="0">
              <a:lnSpc>
                <a:spcPct val="114999"/>
              </a:lnSpc>
              <a:buNone/>
            </a:pPr>
            <a:endParaRPr lang="en-US"/>
          </a:p>
          <a:p>
            <a:pPr>
              <a:lnSpc>
                <a:spcPct val="114999"/>
              </a:lnSpc>
            </a:pPr>
            <a:r>
              <a:rPr lang="en-US"/>
              <a:t>What sort of variation do we find in parts of speech?  How might this help you in crafting your lexicon?</a:t>
            </a:r>
          </a:p>
        </p:txBody>
      </p:sp>
    </p:spTree>
    <p:extLst>
      <p:ext uri="{BB962C8B-B14F-4D97-AF65-F5344CB8AC3E}">
        <p14:creationId xmlns:p14="http://schemas.microsoft.com/office/powerpoint/2010/main" val="3339782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Lexical Categories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908425"/>
            <a:ext cx="8520600" cy="26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endParaRPr lang="en"/>
          </a:p>
          <a:p>
            <a:pPr marL="11430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What are </a:t>
            </a:r>
            <a:r>
              <a:rPr lang="en" i="1"/>
              <a:t>absolutely </a:t>
            </a:r>
            <a:r>
              <a:rPr lang="en"/>
              <a:t>required?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3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11700" y="2462709"/>
            <a:ext cx="8520600" cy="21880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What are the parts of speech in your language?  Discuss, using at least three examples of each type. (Be sure to define each word / phrase that you've invented for your language, which you cite)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134A-181B-1868-D3FD-FC4A4CF0E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Pxsinunr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26FE9-061A-C58C-348B-D1B04E65A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574578"/>
            <a:ext cx="8520600" cy="1994447"/>
          </a:xfrm>
        </p:spPr>
        <p:txBody>
          <a:bodyPr/>
          <a:lstStyle/>
          <a:p>
            <a:pPr marL="114300" indent="0" algn="ctr">
              <a:buNone/>
            </a:pPr>
            <a:r>
              <a:rPr lang="en-US">
                <a:hlinkClick r:id="rId2"/>
              </a:rPr>
              <a:t>Elijah's Lexicon.docx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31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3</a:t>
            </a: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311700" y="2174500"/>
            <a:ext cx="8520600" cy="239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 the </a:t>
            </a:r>
            <a:r>
              <a:rPr lang="en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Swadesh 100 Final List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your language. If your culture </a:t>
            </a:r>
            <a:r>
              <a:rPr lang="en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lacks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particular word, please replace it with something more culturally/anatomically more appropriate.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E189-441A-3290-7FD7-615EA8BAC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Swadesh List?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37FEF-5C63-9A6D-AEB1-D37797161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80927" y="4322984"/>
            <a:ext cx="2182146" cy="505814"/>
          </a:xfrm>
        </p:spPr>
        <p:txBody>
          <a:bodyPr/>
          <a:lstStyle/>
          <a:p>
            <a:pPr marL="114300" indent="0">
              <a:buNone/>
            </a:pPr>
            <a:r>
              <a:rPr lang="en-US"/>
              <a:t>Morris Swadesh</a:t>
            </a:r>
          </a:p>
        </p:txBody>
      </p:sp>
      <p:pic>
        <p:nvPicPr>
          <p:cNvPr id="4" name="Picture 3" descr="A person wearing a hat&#10;&#10;Description automatically generated">
            <a:extLst>
              <a:ext uri="{FF2B5EF4-FFF2-40B4-BE49-F238E27FC236}">
                <a16:creationId xmlns:a16="http://schemas.microsoft.com/office/drawing/2014/main" id="{4FAFAE1A-05C8-578F-AAA7-6E12C476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231" y="1049548"/>
            <a:ext cx="3098320" cy="304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9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from Mɤɧøɴ</a:t>
            </a: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408747" y="2458419"/>
            <a:ext cx="8520600" cy="20457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lnSpc>
                <a:spcPct val="114999"/>
              </a:lnSpc>
              <a:spcAft>
                <a:spcPts val="1600"/>
              </a:spcAft>
              <a:buNone/>
            </a:pPr>
            <a:r>
              <a:rPr lang="en" sz="2000" u="sng">
                <a:hlinkClick r:id="rId3"/>
              </a:rPr>
              <a:t>Component 3_ The Mɤɧøɴ Word System.docx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Filling in the Swadesh List</a:t>
            </a:r>
            <a:endParaRPr lang="en-US"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311700" y="128580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AutoNum type="arabicPeriod"/>
            </a:pPr>
            <a:r>
              <a:rPr lang="en"/>
              <a:t>Look through the Swadesh list in your language documents, eliminating any concept that cannot exist in your language and adding those that must exist.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2856"/>
          <a:stretch/>
        </p:blipFill>
        <p:spPr>
          <a:xfrm>
            <a:off x="2674850" y="2476375"/>
            <a:ext cx="3638550" cy="174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Filling in the Swadesh List</a:t>
            </a:r>
            <a:endParaRPr lang="en" b="0">
              <a:solidFill>
                <a:srgbClr val="000000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2"/>
            </a:pPr>
            <a:r>
              <a:rPr lang="en"/>
              <a:t>Input your phonotactics into </a:t>
            </a:r>
            <a:r>
              <a:rPr lang="en" err="1"/>
              <a:t>LanguaGen</a:t>
            </a:r>
            <a:r>
              <a:rPr lang="en"/>
              <a:t>, and generate new word lists. </a:t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rcRect t="48045" r="102"/>
          <a:stretch/>
        </p:blipFill>
        <p:spPr>
          <a:xfrm>
            <a:off x="161471" y="2813657"/>
            <a:ext cx="8830141" cy="84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Filling in the Swadesh List</a:t>
            </a:r>
            <a:endParaRPr lang="en" b="0">
              <a:solidFill>
                <a:srgbClr val="000000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n"/>
              <a:t>Pay attention to semantically similar words - perhaps they will also be pronounced in a similar way.</a:t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3">
            <a:alphaModFix/>
          </a:blip>
          <a:srcRect b="2856"/>
          <a:stretch/>
        </p:blipFill>
        <p:spPr>
          <a:xfrm>
            <a:off x="4978725" y="2476350"/>
            <a:ext cx="3638550" cy="174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8950" y="2942400"/>
            <a:ext cx="331470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Filling in the Swadesh List</a:t>
            </a:r>
            <a:endParaRPr lang="en" b="0">
              <a:solidFill>
                <a:srgbClr val="000000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You may want some words to show “onomatopoeia”, but use this sparingly. </a:t>
            </a: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3875" y="3163925"/>
            <a:ext cx="4810125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Filling in the Swadesh List</a:t>
            </a:r>
            <a:endParaRPr lang="en" b="0">
              <a:solidFill>
                <a:srgbClr val="000000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11700" y="1502182"/>
            <a:ext cx="8520600" cy="3066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"/>
              <a:t>5.   Zipf's Law</a:t>
            </a:r>
          </a:p>
        </p:txBody>
      </p:sp>
      <p:pic>
        <p:nvPicPr>
          <p:cNvPr id="1026" name="Picture 2" descr="Frequency-rank Zipf's law for French language [Mandelbrot (1965)] |  Download Scientific Diagram">
            <a:extLst>
              <a:ext uri="{FF2B5EF4-FFF2-40B4-BE49-F238E27FC236}">
                <a16:creationId xmlns:a16="http://schemas.microsoft.com/office/drawing/2014/main" id="{EAFB2180-3335-7A1E-DCD5-9BD6A7CB9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073" y="1284051"/>
            <a:ext cx="3953853" cy="368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3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134A-181B-1868-D3FD-FC4A4CF0E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Pxsinunr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26FE9-061A-C58C-348B-D1B04E65A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574578"/>
            <a:ext cx="8520600" cy="1994447"/>
          </a:xfrm>
        </p:spPr>
        <p:txBody>
          <a:bodyPr/>
          <a:lstStyle/>
          <a:p>
            <a:pPr marL="114300" indent="0" algn="ctr">
              <a:buNone/>
            </a:pPr>
            <a:r>
              <a:rPr lang="en-US">
                <a:hlinkClick r:id="rId2"/>
              </a:rPr>
              <a:t>Elijah's Lexicon.docx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50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6644D-16AC-095E-1AAE-BACA58FFB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Looking Ahead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6F704-CF5E-4C9D-CE08-66BD08BDC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999"/>
              </a:lnSpc>
              <a:buFont typeface="Calibri"/>
              <a:buChar char="-"/>
            </a:pPr>
            <a:r>
              <a:rPr lang="en" sz="2400" b="1"/>
              <a:t>For Monday: complete your Swadesh List</a:t>
            </a: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 sz="1800"/>
              <a:t>Identify any words in your Swadesh list that aren't appropriate / necessary, and replace them with ones that are</a:t>
            </a: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 sz="1800"/>
              <a:t>Generate “words” in LanguaGen</a:t>
            </a: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 sz="1800"/>
              <a:t>Semantically similar may mean similar sounds</a:t>
            </a: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 sz="1800"/>
              <a:t>Onomatopoeia</a:t>
            </a: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 sz="1800"/>
              <a:t>Zipf’s Law</a:t>
            </a:r>
          </a:p>
        </p:txBody>
      </p:sp>
    </p:spTree>
    <p:extLst>
      <p:ext uri="{BB962C8B-B14F-4D97-AF65-F5344CB8AC3E}">
        <p14:creationId xmlns:p14="http://schemas.microsoft.com/office/powerpoint/2010/main" val="1618203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 7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Parts of Speech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25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783DE-7B6C-73EB-BFD0-34F1432D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91025"/>
            <a:ext cx="8520600" cy="707400"/>
          </a:xfrm>
        </p:spPr>
        <p:txBody>
          <a:bodyPr/>
          <a:lstStyle/>
          <a:p>
            <a:r>
              <a:rPr lang="en-US"/>
              <a:t>Last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4B7C0-1A27-DC1D-B842-25222629C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17075"/>
            <a:ext cx="8520600" cy="3302700"/>
          </a:xfrm>
        </p:spPr>
        <p:txBody>
          <a:bodyPr/>
          <a:lstStyle/>
          <a:p>
            <a:r>
              <a:rPr lang="en-US"/>
              <a:t>Clarification: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/>
              <a:t>What are </a:t>
            </a:r>
            <a:r>
              <a:rPr lang="en-US" b="1"/>
              <a:t>classifiers</a:t>
            </a:r>
            <a:r>
              <a:rPr lang="en-US"/>
              <a:t>?</a:t>
            </a:r>
          </a:p>
          <a:p>
            <a:pPr lvl="2">
              <a:lnSpc>
                <a:spcPct val="114999"/>
              </a:lnSpc>
              <a:buSzPts val="1800"/>
            </a:pPr>
            <a:r>
              <a:rPr lang="en-US"/>
              <a:t>Proper nouns – Capitalization</a:t>
            </a:r>
          </a:p>
          <a:p>
            <a:pPr lvl="2">
              <a:lnSpc>
                <a:spcPct val="114999"/>
              </a:lnSpc>
              <a:buSzPts val="1800"/>
            </a:pPr>
            <a:r>
              <a:rPr lang="en-US"/>
              <a:t>What is the name of a group of:</a:t>
            </a:r>
          </a:p>
          <a:p>
            <a:pPr lvl="3">
              <a:lnSpc>
                <a:spcPct val="114999"/>
              </a:lnSpc>
              <a:buSzPts val="1800"/>
            </a:pPr>
            <a:r>
              <a:rPr lang="en-US"/>
              <a:t>People</a:t>
            </a:r>
          </a:p>
          <a:p>
            <a:pPr lvl="3">
              <a:lnSpc>
                <a:spcPct val="114999"/>
              </a:lnSpc>
              <a:buSzPts val="1800"/>
            </a:pPr>
            <a:r>
              <a:rPr lang="en-US"/>
              <a:t>Dogs</a:t>
            </a:r>
          </a:p>
          <a:p>
            <a:pPr lvl="3">
              <a:lnSpc>
                <a:spcPct val="114999"/>
              </a:lnSpc>
              <a:buSzPts val="1800"/>
            </a:pPr>
            <a:r>
              <a:rPr lang="en-US"/>
              <a:t>Cats</a:t>
            </a:r>
          </a:p>
          <a:p>
            <a:pPr lvl="3">
              <a:lnSpc>
                <a:spcPct val="114999"/>
              </a:lnSpc>
              <a:buSzPts val="1800"/>
            </a:pPr>
            <a:r>
              <a:rPr lang="en-US"/>
              <a:t>Fish</a:t>
            </a:r>
          </a:p>
          <a:p>
            <a:pPr lvl="3">
              <a:lnSpc>
                <a:spcPct val="114999"/>
              </a:lnSpc>
              <a:buSzPts val="1800"/>
            </a:pPr>
            <a:r>
              <a:rPr lang="en-US"/>
              <a:t>Crows</a:t>
            </a:r>
          </a:p>
          <a:p>
            <a:pPr lvl="3">
              <a:lnSpc>
                <a:spcPct val="114999"/>
              </a:lnSpc>
              <a:buSzPts val="1800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762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8678-6AEE-958A-B7BA-9E7E17B41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What would your grammar look like without certain categories?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48BE1-42A9-86E5-DFF2-35278CBF2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Merging adjectives and adverbs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 sz="1800"/>
              <a:t>That story is true.	</a:t>
            </a:r>
            <a:r>
              <a:rPr lang="en-US" sz="1800" b="1" i="0" u="none" strike="noStrike">
                <a:solidFill>
                  <a:srgbClr val="1F1F1F"/>
                </a:solidFill>
                <a:effectLst/>
                <a:latin typeface="Open Sans" panose="020B0606030504020204" pitchFamily="34" charset="0"/>
              </a:rPr>
              <a:t>→ ___________________</a:t>
            </a:r>
            <a:endParaRPr lang="en-US" sz="1800"/>
          </a:p>
          <a:p>
            <a:pPr lvl="1">
              <a:lnSpc>
                <a:spcPct val="114999"/>
              </a:lnSpc>
              <a:buSzPts val="1800"/>
            </a:pPr>
            <a:r>
              <a:rPr lang="en-US" sz="1800"/>
              <a:t>I speak truly.		</a:t>
            </a:r>
            <a:r>
              <a:rPr lang="en-US" sz="1800" b="1" i="0" u="none" strike="noStrike">
                <a:solidFill>
                  <a:srgbClr val="1F1F1F"/>
                </a:solidFill>
                <a:effectLst/>
                <a:latin typeface="Open Sans" panose="020B0606030504020204" pitchFamily="34" charset="0"/>
              </a:rPr>
              <a:t>→ ___________________</a:t>
            </a:r>
            <a:endParaRPr lang="en-US" sz="1800"/>
          </a:p>
          <a:p>
            <a:pPr lvl="1">
              <a:lnSpc>
                <a:spcPct val="114999"/>
              </a:lnSpc>
              <a:buSzPts val="1800"/>
            </a:pPr>
            <a:r>
              <a:rPr lang="en-US" sz="1800"/>
              <a:t>I am truly happy.		</a:t>
            </a:r>
            <a:r>
              <a:rPr lang="en-US" sz="1800" b="1" i="0" u="none" strike="noStrike">
                <a:solidFill>
                  <a:srgbClr val="1F1F1F"/>
                </a:solidFill>
                <a:effectLst/>
                <a:latin typeface="Open Sans" panose="020B0606030504020204" pitchFamily="34" charset="0"/>
              </a:rPr>
              <a:t>→ ___________________</a:t>
            </a:r>
            <a:endParaRPr lang="en-US" sz="1800"/>
          </a:p>
          <a:p>
            <a:pPr lvl="1">
              <a:lnSpc>
                <a:spcPct val="114999"/>
              </a:lnSpc>
              <a:buSzPts val="1800"/>
            </a:pPr>
            <a:r>
              <a:rPr lang="en-US" sz="1800"/>
              <a:t>I am truly, truly happy.	</a:t>
            </a:r>
            <a:r>
              <a:rPr lang="en-US" sz="1800" b="1" i="0" u="none" strike="noStrike">
                <a:solidFill>
                  <a:srgbClr val="1F1F1F"/>
                </a:solidFill>
                <a:effectLst/>
                <a:latin typeface="Open Sans" panose="020B0606030504020204" pitchFamily="34" charset="0"/>
              </a:rPr>
              <a:t>→ ___________________</a:t>
            </a:r>
            <a:endParaRPr lang="en-US" sz="1800"/>
          </a:p>
          <a:p>
            <a:pPr lvl="1">
              <a:lnSpc>
                <a:spcPct val="114999"/>
              </a:lnSpc>
              <a:buSzPts val="1800"/>
            </a:pPr>
            <a:r>
              <a:rPr lang="en-US" sz="1800"/>
              <a:t>Truly, I am happy.</a:t>
            </a:r>
            <a:r>
              <a:rPr lang="en-US" sz="1800" b="1" i="0" u="none" strike="noStrike">
                <a:solidFill>
                  <a:srgbClr val="1F1F1F"/>
                </a:solidFill>
                <a:effectLst/>
                <a:latin typeface="Open Sans" panose="020B0606030504020204" pitchFamily="34" charset="0"/>
              </a:rPr>
              <a:t> 	→ ___________________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71192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8678-6AEE-958A-B7BA-9E7E17B41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What would your grammar look like without certain categories?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48BE1-42A9-86E5-DFF2-35278CBF2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768318"/>
            <a:ext cx="8520600" cy="2800707"/>
          </a:xfrm>
        </p:spPr>
        <p:txBody>
          <a:bodyPr/>
          <a:lstStyle/>
          <a:p>
            <a:pPr>
              <a:lnSpc>
                <a:spcPct val="114999"/>
              </a:lnSpc>
            </a:pPr>
            <a:r>
              <a:rPr lang="en-US" sz="2400"/>
              <a:t>No pronouns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 sz="1800"/>
              <a:t>The other day, John went to the store. He saw a giant display for Oreo-flavored Coke, and walked up to it.  Right next to it stood his old friend Susie.  He greeted her, and then they laughed at it together.</a:t>
            </a:r>
          </a:p>
        </p:txBody>
      </p:sp>
    </p:spTree>
    <p:extLst>
      <p:ext uri="{BB962C8B-B14F-4D97-AF65-F5344CB8AC3E}">
        <p14:creationId xmlns:p14="http://schemas.microsoft.com/office/powerpoint/2010/main" val="189801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8678-6AEE-958A-B7BA-9E7E17B41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What would your grammar look like without certain categories?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48BE1-42A9-86E5-DFF2-35278CBF2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719211"/>
            <a:ext cx="8520600" cy="2849814"/>
          </a:xfrm>
        </p:spPr>
        <p:txBody>
          <a:bodyPr/>
          <a:lstStyle/>
          <a:p>
            <a:pPr>
              <a:lnSpc>
                <a:spcPct val="114999"/>
              </a:lnSpc>
            </a:pPr>
            <a:r>
              <a:rPr lang="en-US" sz="2800"/>
              <a:t>No conjunctions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 sz="2000"/>
              <a:t>Me and my friend wanted to go see a movie, because we were super bored. Which should we see: Aliens or Halloween?</a:t>
            </a:r>
          </a:p>
        </p:txBody>
      </p:sp>
    </p:spTree>
    <p:extLst>
      <p:ext uri="{BB962C8B-B14F-4D97-AF65-F5344CB8AC3E}">
        <p14:creationId xmlns:p14="http://schemas.microsoft.com/office/powerpoint/2010/main" val="2046132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8678-6AEE-958A-B7BA-9E7E17B41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What would your grammar look like without certain categories?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48BE1-42A9-86E5-DFF2-35278CBF2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999"/>
              </a:lnSpc>
            </a:pPr>
            <a:r>
              <a:rPr lang="en-US"/>
              <a:t>No adjectives/modifiers at all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 sz="1800"/>
              <a:t>That story is true. </a:t>
            </a:r>
            <a:r>
              <a:rPr lang="en-US" sz="1800" b="1">
                <a:solidFill>
                  <a:srgbClr val="1F1F1F"/>
                </a:solidFill>
              </a:rPr>
              <a:t>  			→ ___________________</a:t>
            </a:r>
            <a:endParaRPr lang="en-US" sz="1800">
              <a:solidFill>
                <a:srgbClr val="A1E8D9"/>
              </a:solidFill>
            </a:endParaRPr>
          </a:p>
          <a:p>
            <a:pPr lvl="1">
              <a:lnSpc>
                <a:spcPct val="114999"/>
              </a:lnSpc>
              <a:buSzPts val="1800"/>
            </a:pPr>
            <a:r>
              <a:rPr lang="en-US" sz="1800"/>
              <a:t>I speak truly. </a:t>
            </a:r>
            <a:r>
              <a:rPr lang="en-US" sz="1800" b="1">
                <a:solidFill>
                  <a:srgbClr val="1F1F1F"/>
                </a:solidFill>
              </a:rPr>
              <a:t>   			→ ___________________</a:t>
            </a:r>
            <a:endParaRPr lang="en-US" sz="1800">
              <a:solidFill>
                <a:srgbClr val="A1E8D9"/>
              </a:solidFill>
            </a:endParaRPr>
          </a:p>
          <a:p>
            <a:pPr lvl="1">
              <a:lnSpc>
                <a:spcPct val="114999"/>
              </a:lnSpc>
              <a:buSzPts val="1800"/>
            </a:pPr>
            <a:r>
              <a:rPr lang="en-US" sz="1800"/>
              <a:t>I am truly happy.				</a:t>
            </a:r>
            <a:r>
              <a:rPr lang="en-US" sz="1800" b="1" i="0" u="none" strike="noStrike">
                <a:solidFill>
                  <a:srgbClr val="1F1F1F"/>
                </a:solidFill>
                <a:effectLst/>
                <a:latin typeface="Open Sans" panose="020B0606030504020204" pitchFamily="34" charset="0"/>
              </a:rPr>
              <a:t>→ ___________________</a:t>
            </a:r>
            <a:endParaRPr lang="en-US" sz="1800">
              <a:solidFill>
                <a:srgbClr val="A1E8D9"/>
              </a:solidFill>
            </a:endParaRPr>
          </a:p>
          <a:p>
            <a:pPr lvl="1">
              <a:lnSpc>
                <a:spcPct val="114999"/>
              </a:lnSpc>
              <a:buSzPts val="1800"/>
            </a:pPr>
            <a:r>
              <a:rPr lang="en-US" sz="1800"/>
              <a:t>The true story was heard by no one.	</a:t>
            </a:r>
            <a:r>
              <a:rPr lang="en-US" sz="1800" b="1" i="0" u="none" strike="noStrike">
                <a:solidFill>
                  <a:srgbClr val="1F1F1F"/>
                </a:solidFill>
                <a:effectLst/>
                <a:latin typeface="Open Sans" panose="020B0606030504020204" pitchFamily="34" charset="0"/>
              </a:rPr>
              <a:t>→ ___________________</a:t>
            </a:r>
            <a:endParaRPr lang="en-US" sz="1800">
              <a:solidFill>
                <a:srgbClr val="695D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725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8678-6AEE-958A-B7BA-9E7E17B41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What would your grammar look like without certain categories?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48BE1-42A9-86E5-DFF2-35278CBF2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999"/>
              </a:lnSpc>
            </a:pPr>
            <a:r>
              <a:rPr lang="en-US" sz="2000"/>
              <a:t>Only nouns and verbs?</a:t>
            </a:r>
          </a:p>
          <a:p>
            <a:pPr>
              <a:lnSpc>
                <a:spcPct val="114999"/>
              </a:lnSpc>
            </a:pPr>
            <a:endParaRPr lang="en-US" sz="2000"/>
          </a:p>
          <a:p>
            <a:pPr lvl="1">
              <a:lnSpc>
                <a:spcPct val="114999"/>
              </a:lnSpc>
            </a:pPr>
            <a:r>
              <a:rPr lang="en-US" sz="1600"/>
              <a:t>John sleeps.</a:t>
            </a:r>
          </a:p>
          <a:p>
            <a:pPr lvl="1">
              <a:lnSpc>
                <a:spcPct val="114999"/>
              </a:lnSpc>
            </a:pPr>
            <a:r>
              <a:rPr lang="en-US" sz="1600"/>
              <a:t>John teaches Linguistics.</a:t>
            </a:r>
          </a:p>
          <a:p>
            <a:pPr lvl="1">
              <a:lnSpc>
                <a:spcPct val="114999"/>
              </a:lnSpc>
            </a:pPr>
            <a:r>
              <a:rPr lang="en-US" sz="1600"/>
              <a:t>John gives son book.</a:t>
            </a:r>
          </a:p>
        </p:txBody>
      </p:sp>
    </p:spTree>
    <p:extLst>
      <p:ext uri="{BB962C8B-B14F-4D97-AF65-F5344CB8AC3E}">
        <p14:creationId xmlns:p14="http://schemas.microsoft.com/office/powerpoint/2010/main" val="1304232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 lang="en-US"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Font typeface="Calibri"/>
              <a:buChar char="-"/>
            </a:pPr>
            <a:r>
              <a:rPr lang="en" b="1"/>
              <a:t>For Monday: complete your Swadesh List</a:t>
            </a:r>
            <a:endParaRPr lang="en-US"/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/>
              <a:t>Identify any words in your Swadesh list that aren't appropriate / necessary, and replace them with ones that are</a:t>
            </a: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/>
              <a:t>Generate “words” in LanguaGen</a:t>
            </a: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/>
              <a:t>Semantically similar may mean similar sounds</a:t>
            </a: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/>
              <a:t>Onomatopoeia</a:t>
            </a: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/>
              <a:t>Zipf’s Law</a:t>
            </a: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endParaRPr lang="en"/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04164629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43261E1A16A147A2466AA19A77A585" ma:contentTypeVersion="12" ma:contentTypeDescription="Create a new document." ma:contentTypeScope="" ma:versionID="78b5a87685d01fcb4ebdb64e7562154b">
  <xsd:schema xmlns:xsd="http://www.w3.org/2001/XMLSchema" xmlns:xs="http://www.w3.org/2001/XMLSchema" xmlns:p="http://schemas.microsoft.com/office/2006/metadata/properties" xmlns:ns2="3e067b83-0621-4377-b1f9-3cbd7d70ef02" xmlns:ns3="094ebba0-f250-498f-82c1-8c3cc4fdf0d5" targetNamespace="http://schemas.microsoft.com/office/2006/metadata/properties" ma:root="true" ma:fieldsID="cfe6b21c5e5ef5eafd7f8f5576b9ddd7" ns2:_="" ns3:_="">
    <xsd:import namespace="3e067b83-0621-4377-b1f9-3cbd7d70ef02"/>
    <xsd:import namespace="094ebba0-f250-498f-82c1-8c3cc4fdf0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067b83-0621-4377-b1f9-3cbd7d70ef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560d88b-9459-45c3-8a30-9c03b99f5b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ebba0-f250-498f-82c1-8c3cc4fdf0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2d0cfcc-8f92-45a5-b6cb-c3f5aa4c553e}" ma:internalName="TaxCatchAll" ma:showField="CatchAllData" ma:web="094ebba0-f250-498f-82c1-8c3cc4fdf0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067b83-0621-4377-b1f9-3cbd7d70ef02">
      <Terms xmlns="http://schemas.microsoft.com/office/infopath/2007/PartnerControls"/>
    </lcf76f155ced4ddcb4097134ff3c332f>
    <TaxCatchAll xmlns="094ebba0-f250-498f-82c1-8c3cc4fdf0d5" xsi:nil="true"/>
  </documentManagement>
</p:properties>
</file>

<file path=customXml/itemProps1.xml><?xml version="1.0" encoding="utf-8"?>
<ds:datastoreItem xmlns:ds="http://schemas.openxmlformats.org/officeDocument/2006/customXml" ds:itemID="{13887C33-D352-495D-BCA9-B0F319154CC8}"/>
</file>

<file path=customXml/itemProps2.xml><?xml version="1.0" encoding="utf-8"?>
<ds:datastoreItem xmlns:ds="http://schemas.openxmlformats.org/officeDocument/2006/customXml" ds:itemID="{ECFB01D4-7379-4707-8D34-3D6997C2E0DC}"/>
</file>

<file path=customXml/itemProps3.xml><?xml version="1.0" encoding="utf-8"?>
<ds:datastoreItem xmlns:ds="http://schemas.openxmlformats.org/officeDocument/2006/customXml" ds:itemID="{1703BBF0-2A3E-4401-BD60-10E1343DC76F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30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Tropic</vt:lpstr>
      <vt:lpstr>Linguistics 200, Week 7</vt:lpstr>
      <vt:lpstr>Today</vt:lpstr>
      <vt:lpstr>Review - The Lexicon</vt:lpstr>
      <vt:lpstr>Group Activity</vt:lpstr>
      <vt:lpstr>Together</vt:lpstr>
      <vt:lpstr>Group Activity</vt:lpstr>
      <vt:lpstr>Linguistics 200, Week 7</vt:lpstr>
      <vt:lpstr>Review: Parts of Speech</vt:lpstr>
      <vt:lpstr>Group Activity</vt:lpstr>
      <vt:lpstr>Lexical Categories</vt:lpstr>
      <vt:lpstr>Component 3</vt:lpstr>
      <vt:lpstr>Pxsinunr</vt:lpstr>
      <vt:lpstr>Component 3</vt:lpstr>
      <vt:lpstr>Swadesh List?</vt:lpstr>
      <vt:lpstr>Example from Mɤɧøɴ</vt:lpstr>
      <vt:lpstr>Filling in the Swadesh List</vt:lpstr>
      <vt:lpstr>Filling in the Swadesh List </vt:lpstr>
      <vt:lpstr>Filling in the Swadesh List </vt:lpstr>
      <vt:lpstr>Filling in the Swadesh List </vt:lpstr>
      <vt:lpstr>Filling in the Swadesh List </vt:lpstr>
      <vt:lpstr>Pxsinunr</vt:lpstr>
      <vt:lpstr>Looking Ahead</vt:lpstr>
      <vt:lpstr>Linguistics 200, Week 7</vt:lpstr>
      <vt:lpstr>Last Time</vt:lpstr>
      <vt:lpstr>What would your grammar look like without certain categories?</vt:lpstr>
      <vt:lpstr>What would your grammar look like without certain categories?</vt:lpstr>
      <vt:lpstr>What would your grammar look like without certain categories?</vt:lpstr>
      <vt:lpstr>What would your grammar look like without certain categories?</vt:lpstr>
      <vt:lpstr>What would your grammar look like without certain categories?</vt:lpstr>
      <vt:lpstr>Today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2024-10-10T13:37:44Z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0x0101002943261E1A16A147A2466AA19A77A585</vt:lpwstr>
  </property>
</Properties>
</file>