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Slides/notesSlide60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2"/>
  </p:notesMasterIdLst>
  <p:sldIdLst>
    <p:sldId id="256" r:id="rId2"/>
    <p:sldId id="324" r:id="rId3"/>
    <p:sldId id="323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20" r:id="rId17"/>
    <p:sldId id="345" r:id="rId18"/>
    <p:sldId id="342" r:id="rId19"/>
    <p:sldId id="346" r:id="rId20"/>
    <p:sldId id="343" r:id="rId21"/>
    <p:sldId id="347" r:id="rId22"/>
    <p:sldId id="344" r:id="rId23"/>
    <p:sldId id="348" r:id="rId24"/>
    <p:sldId id="318" r:id="rId25"/>
    <p:sldId id="319" r:id="rId26"/>
    <p:sldId id="338" r:id="rId27"/>
    <p:sldId id="325" r:id="rId28"/>
    <p:sldId id="339" r:id="rId29"/>
    <p:sldId id="341" r:id="rId30"/>
    <p:sldId id="340" r:id="rId31"/>
    <p:sldId id="316" r:id="rId32"/>
    <p:sldId id="349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350" r:id="rId46"/>
    <p:sldId id="351" r:id="rId47"/>
    <p:sldId id="269" r:id="rId48"/>
    <p:sldId id="270" r:id="rId49"/>
    <p:sldId id="271" r:id="rId50"/>
    <p:sldId id="272" r:id="rId51"/>
    <p:sldId id="273" r:id="rId52"/>
    <p:sldId id="274" r:id="rId53"/>
    <p:sldId id="275" r:id="rId54"/>
    <p:sldId id="276" r:id="rId55"/>
    <p:sldId id="277" r:id="rId56"/>
    <p:sldId id="278" r:id="rId57"/>
    <p:sldId id="279" r:id="rId58"/>
    <p:sldId id="280" r:id="rId59"/>
    <p:sldId id="281" r:id="rId60"/>
    <p:sldId id="282" r:id="rId61"/>
    <p:sldId id="283" r:id="rId62"/>
    <p:sldId id="284" r:id="rId63"/>
    <p:sldId id="285" r:id="rId64"/>
    <p:sldId id="286" r:id="rId65"/>
    <p:sldId id="355" r:id="rId66"/>
    <p:sldId id="352" r:id="rId67"/>
    <p:sldId id="354" r:id="rId68"/>
    <p:sldId id="353" r:id="rId69"/>
    <p:sldId id="356" r:id="rId70"/>
    <p:sldId id="288" r:id="rId71"/>
  </p:sldIdLst>
  <p:sldSz cx="9144000" cy="5143500" type="screen16x9"/>
  <p:notesSz cx="6858000" cy="9144000"/>
  <p:embeddedFontLst>
    <p:embeddedFont>
      <p:font typeface="Open Sans" panose="020B060402020202020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E7C04-0245-C3AC-D201-703821864C80}" v="846" dt="2024-09-26T13:06:01.397"/>
    <p1510:client id="{1A88F70B-2BAB-B9B9-9992-AC138E11DD00}" v="62" dt="2024-09-25T14:02:01.770"/>
    <p1510:client id="{631AD888-2EBA-0721-7459-06E6AC7BC487}" v="15" dt="2024-09-25T01:04:03.816"/>
  </p1510:revLst>
</p1510:revInfo>
</file>

<file path=ppt/tableStyles.xml><?xml version="1.0" encoding="utf-8"?>
<a:tblStyleLst xmlns:a="http://schemas.openxmlformats.org/drawingml/2006/main" def="{D995918F-9A37-4E83-8684-8A561F7F0141}">
  <a:tblStyle styleId="{D995918F-9A37-4E83-8684-8A561F7F01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ustomXml" Target="../customXml/item2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2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tableStyles" Target="tableStyles.xml"/><Relationship Id="rId85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3.fntdata"/><Relationship Id="rId83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1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S::amby222@uky.edu::2d5836b5-4a72-4fdb-bd90-63723c1cd390" providerId="AD" clId="Web-{FF05D066-AF96-417A-00F0-CE6D5451A6FE}"/>
    <pc:docChg chg="addSld delSld modSld sldOrd">
      <pc:chgData name="Byrd, Andrew M." userId="S::amby222@uky.edu::2d5836b5-4a72-4fdb-bd90-63723c1cd390" providerId="AD" clId="Web-{FF05D066-AF96-417A-00F0-CE6D5451A6FE}" dt="2024-09-23T12:51:59.337" v="370" actId="20577"/>
      <pc:docMkLst>
        <pc:docMk/>
      </pc:docMkLst>
      <pc:sldChg chg="delSp">
        <pc:chgData name="Byrd, Andrew M." userId="S::amby222@uky.edu::2d5836b5-4a72-4fdb-bd90-63723c1cd390" providerId="AD" clId="Web-{FF05D066-AF96-417A-00F0-CE6D5451A6FE}" dt="2024-09-23T12:41:53.269" v="10"/>
        <pc:sldMkLst>
          <pc:docMk/>
          <pc:sldMk cId="1488620768" sldId="319"/>
        </pc:sldMkLst>
        <pc:spChg chg="del">
          <ac:chgData name="Byrd, Andrew M." userId="S::amby222@uky.edu::2d5836b5-4a72-4fdb-bd90-63723c1cd390" providerId="AD" clId="Web-{FF05D066-AF96-417A-00F0-CE6D5451A6FE}" dt="2024-09-23T12:41:53.269" v="10"/>
          <ac:spMkLst>
            <pc:docMk/>
            <pc:sldMk cId="1488620768" sldId="319"/>
            <ac:spMk id="377" creationId="{00000000-0000-0000-0000-000000000000}"/>
          </ac:spMkLst>
        </pc:spChg>
      </pc:sldChg>
      <pc:sldChg chg="delSp modSp ord">
        <pc:chgData name="Byrd, Andrew M." userId="S::amby222@uky.edu::2d5836b5-4a72-4fdb-bd90-63723c1cd390" providerId="AD" clId="Web-{FF05D066-AF96-417A-00F0-CE6D5451A6FE}" dt="2024-09-23T12:48:46.033" v="289" actId="14100"/>
        <pc:sldMkLst>
          <pc:docMk/>
          <pc:sldMk cId="2690877035" sldId="320"/>
        </pc:sldMkLst>
        <pc:spChg chg="mod">
          <ac:chgData name="Byrd, Andrew M." userId="S::amby222@uky.edu::2d5836b5-4a72-4fdb-bd90-63723c1cd390" providerId="AD" clId="Web-{FF05D066-AF96-417A-00F0-CE6D5451A6FE}" dt="2024-09-23T12:48:46.033" v="289" actId="14100"/>
          <ac:spMkLst>
            <pc:docMk/>
            <pc:sldMk cId="2690877035" sldId="320"/>
            <ac:spMk id="385" creationId="{00000000-0000-0000-0000-000000000000}"/>
          </ac:spMkLst>
        </pc:spChg>
        <pc:picChg chg="del">
          <ac:chgData name="Byrd, Andrew M." userId="S::amby222@uky.edu::2d5836b5-4a72-4fdb-bd90-63723c1cd390" providerId="AD" clId="Web-{FF05D066-AF96-417A-00F0-CE6D5451A6FE}" dt="2024-09-23T12:48:39.768" v="285"/>
          <ac:picMkLst>
            <pc:docMk/>
            <pc:sldMk cId="2690877035" sldId="320"/>
            <ac:picMk id="383" creationId="{00000000-0000-0000-0000-000000000000}"/>
          </ac:picMkLst>
        </pc:picChg>
      </pc:sldChg>
      <pc:sldChg chg="delSp del ord">
        <pc:chgData name="Byrd, Andrew M." userId="S::amby222@uky.edu::2d5836b5-4a72-4fdb-bd90-63723c1cd390" providerId="AD" clId="Web-{FF05D066-AF96-417A-00F0-CE6D5451A6FE}" dt="2024-09-23T12:50:55.585" v="344"/>
        <pc:sldMkLst>
          <pc:docMk/>
          <pc:sldMk cId="2419029260" sldId="321"/>
        </pc:sldMkLst>
        <pc:graphicFrameChg chg="del">
          <ac:chgData name="Byrd, Andrew M." userId="S::amby222@uky.edu::2d5836b5-4a72-4fdb-bd90-63723c1cd390" providerId="AD" clId="Web-{FF05D066-AF96-417A-00F0-CE6D5451A6FE}" dt="2024-09-23T12:48:50.924" v="291"/>
          <ac:graphicFrameMkLst>
            <pc:docMk/>
            <pc:sldMk cId="2419029260" sldId="321"/>
            <ac:graphicFrameMk id="390" creationId="{00000000-0000-0000-0000-000000000000}"/>
          </ac:graphicFrameMkLst>
        </pc:graphicFrameChg>
      </pc:sldChg>
      <pc:sldChg chg="del">
        <pc:chgData name="Byrd, Andrew M." userId="S::amby222@uky.edu::2d5836b5-4a72-4fdb-bd90-63723c1cd390" providerId="AD" clId="Web-{FF05D066-AF96-417A-00F0-CE6D5451A6FE}" dt="2024-09-23T12:40:52.626" v="0"/>
        <pc:sldMkLst>
          <pc:docMk/>
          <pc:sldMk cId="1576630431" sldId="322"/>
        </pc:sldMkLst>
      </pc:sldChg>
      <pc:sldChg chg="modSp">
        <pc:chgData name="Byrd, Andrew M." userId="S::amby222@uky.edu::2d5836b5-4a72-4fdb-bd90-63723c1cd390" providerId="AD" clId="Web-{FF05D066-AF96-417A-00F0-CE6D5451A6FE}" dt="2024-09-23T12:51:59.337" v="370" actId="20577"/>
        <pc:sldMkLst>
          <pc:docMk/>
          <pc:sldMk cId="98543767" sldId="323"/>
        </pc:sldMkLst>
        <pc:spChg chg="mod">
          <ac:chgData name="Byrd, Andrew M." userId="S::amby222@uky.edu::2d5836b5-4a72-4fdb-bd90-63723c1cd390" providerId="AD" clId="Web-{FF05D066-AF96-417A-00F0-CE6D5451A6FE}" dt="2024-09-23T12:51:59.337" v="370" actId="20577"/>
          <ac:spMkLst>
            <pc:docMk/>
            <pc:sldMk cId="98543767" sldId="323"/>
            <ac:spMk id="264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FF05D066-AF96-417A-00F0-CE6D5451A6FE}" dt="2024-09-23T12:43:34.366" v="59" actId="20577"/>
        <pc:sldMkLst>
          <pc:docMk/>
          <pc:sldMk cId="3730147425" sldId="325"/>
        </pc:sldMkLst>
        <pc:spChg chg="mod">
          <ac:chgData name="Byrd, Andrew M." userId="S::amby222@uky.edu::2d5836b5-4a72-4fdb-bd90-63723c1cd390" providerId="AD" clId="Web-{FF05D066-AF96-417A-00F0-CE6D5451A6FE}" dt="2024-09-23T12:43:34.366" v="59" actId="20577"/>
          <ac:spMkLst>
            <pc:docMk/>
            <pc:sldMk cId="3730147425" sldId="325"/>
            <ac:spMk id="3" creationId="{BBCCF0FA-1525-CC39-9246-4C47BE7B6DE6}"/>
          </ac:spMkLst>
        </pc:spChg>
      </pc:sldChg>
      <pc:sldChg chg="addSp delSp modSp new">
        <pc:chgData name="Byrd, Andrew M." userId="S::amby222@uky.edu::2d5836b5-4a72-4fdb-bd90-63723c1cd390" providerId="AD" clId="Web-{FF05D066-AF96-417A-00F0-CE6D5451A6FE}" dt="2024-09-23T12:41:17.220" v="7" actId="1076"/>
        <pc:sldMkLst>
          <pc:docMk/>
          <pc:sldMk cId="2373173162" sldId="338"/>
        </pc:sldMkLst>
        <pc:spChg chg="mod">
          <ac:chgData name="Byrd, Andrew M." userId="S::amby222@uky.edu::2d5836b5-4a72-4fdb-bd90-63723c1cd390" providerId="AD" clId="Web-{FF05D066-AF96-417A-00F0-CE6D5451A6FE}" dt="2024-09-23T12:41:11.126" v="3" actId="20577"/>
          <ac:spMkLst>
            <pc:docMk/>
            <pc:sldMk cId="2373173162" sldId="338"/>
            <ac:spMk id="2" creationId="{6103C21F-125C-D49C-354A-0EA25BCF6A14}"/>
          </ac:spMkLst>
        </pc:spChg>
        <pc:spChg chg="del">
          <ac:chgData name="Byrd, Andrew M." userId="S::amby222@uky.edu::2d5836b5-4a72-4fdb-bd90-63723c1cd390" providerId="AD" clId="Web-{FF05D066-AF96-417A-00F0-CE6D5451A6FE}" dt="2024-09-23T12:41:13.267" v="4"/>
          <ac:spMkLst>
            <pc:docMk/>
            <pc:sldMk cId="2373173162" sldId="338"/>
            <ac:spMk id="3" creationId="{16544931-AEC6-8902-E257-6642B4A91FC9}"/>
          </ac:spMkLst>
        </pc:spChg>
        <pc:picChg chg="add mod">
          <ac:chgData name="Byrd, Andrew M." userId="S::amby222@uky.edu::2d5836b5-4a72-4fdb-bd90-63723c1cd390" providerId="AD" clId="Web-{FF05D066-AF96-417A-00F0-CE6D5451A6FE}" dt="2024-09-23T12:41:17.220" v="7" actId="1076"/>
          <ac:picMkLst>
            <pc:docMk/>
            <pc:sldMk cId="2373173162" sldId="338"/>
            <ac:picMk id="4" creationId="{06A05982-1B6E-970B-8384-55CC58CAB3D2}"/>
          </ac:picMkLst>
        </pc:picChg>
      </pc:sldChg>
      <pc:sldChg chg="modSp add replId">
        <pc:chgData name="Byrd, Andrew M." userId="S::amby222@uky.edu::2d5836b5-4a72-4fdb-bd90-63723c1cd390" providerId="AD" clId="Web-{FF05D066-AF96-417A-00F0-CE6D5451A6FE}" dt="2024-09-23T12:47:52.344" v="268" actId="1076"/>
        <pc:sldMkLst>
          <pc:docMk/>
          <pc:sldMk cId="4217889329" sldId="339"/>
        </pc:sldMkLst>
        <pc:spChg chg="mod">
          <ac:chgData name="Byrd, Andrew M." userId="S::amby222@uky.edu::2d5836b5-4a72-4fdb-bd90-63723c1cd390" providerId="AD" clId="Web-{FF05D066-AF96-417A-00F0-CE6D5451A6FE}" dt="2024-09-23T12:47:52.344" v="268" actId="1076"/>
          <ac:spMkLst>
            <pc:docMk/>
            <pc:sldMk cId="4217889329" sldId="339"/>
            <ac:spMk id="3" creationId="{BBCCF0FA-1525-CC39-9246-4C47BE7B6DE6}"/>
          </ac:spMkLst>
        </pc:spChg>
      </pc:sldChg>
      <pc:sldChg chg="modSp new">
        <pc:chgData name="Byrd, Andrew M." userId="S::amby222@uky.edu::2d5836b5-4a72-4fdb-bd90-63723c1cd390" providerId="AD" clId="Web-{FF05D066-AF96-417A-00F0-CE6D5451A6FE}" dt="2024-09-23T12:45:09.432" v="213" actId="20577"/>
        <pc:sldMkLst>
          <pc:docMk/>
          <pc:sldMk cId="3486111531" sldId="340"/>
        </pc:sldMkLst>
        <pc:spChg chg="mod">
          <ac:chgData name="Byrd, Andrew M." userId="S::amby222@uky.edu::2d5836b5-4a72-4fdb-bd90-63723c1cd390" providerId="AD" clId="Web-{FF05D066-AF96-417A-00F0-CE6D5451A6FE}" dt="2024-09-23T12:43:54.148" v="64" actId="20577"/>
          <ac:spMkLst>
            <pc:docMk/>
            <pc:sldMk cId="3486111531" sldId="340"/>
            <ac:spMk id="2" creationId="{625A7F48-929F-CDDB-7442-62D13B17351A}"/>
          </ac:spMkLst>
        </pc:spChg>
        <pc:spChg chg="mod">
          <ac:chgData name="Byrd, Andrew M." userId="S::amby222@uky.edu::2d5836b5-4a72-4fdb-bd90-63723c1cd390" providerId="AD" clId="Web-{FF05D066-AF96-417A-00F0-CE6D5451A6FE}" dt="2024-09-23T12:45:09.432" v="213" actId="20577"/>
          <ac:spMkLst>
            <pc:docMk/>
            <pc:sldMk cId="3486111531" sldId="340"/>
            <ac:spMk id="3" creationId="{4074BE59-5B66-C75B-D759-2A5EC150EF6E}"/>
          </ac:spMkLst>
        </pc:spChg>
      </pc:sldChg>
      <pc:sldChg chg="modSp add replId">
        <pc:chgData name="Byrd, Andrew M." userId="S::amby222@uky.edu::2d5836b5-4a72-4fdb-bd90-63723c1cd390" providerId="AD" clId="Web-{FF05D066-AF96-417A-00F0-CE6D5451A6FE}" dt="2024-09-23T12:48:07.813" v="281" actId="20577"/>
        <pc:sldMkLst>
          <pc:docMk/>
          <pc:sldMk cId="2301762937" sldId="341"/>
        </pc:sldMkLst>
        <pc:spChg chg="mod">
          <ac:chgData name="Byrd, Andrew M." userId="S::amby222@uky.edu::2d5836b5-4a72-4fdb-bd90-63723c1cd390" providerId="AD" clId="Web-{FF05D066-AF96-417A-00F0-CE6D5451A6FE}" dt="2024-09-23T12:45:19.432" v="219" actId="20577"/>
          <ac:spMkLst>
            <pc:docMk/>
            <pc:sldMk cId="2301762937" sldId="341"/>
            <ac:spMk id="2" creationId="{B0A83AD2-BEEF-0E21-8071-0D92DCAD6C58}"/>
          </ac:spMkLst>
        </pc:spChg>
        <pc:spChg chg="mod">
          <ac:chgData name="Byrd, Andrew M." userId="S::amby222@uky.edu::2d5836b5-4a72-4fdb-bd90-63723c1cd390" providerId="AD" clId="Web-{FF05D066-AF96-417A-00F0-CE6D5451A6FE}" dt="2024-09-23T12:48:07.813" v="281" actId="20577"/>
          <ac:spMkLst>
            <pc:docMk/>
            <pc:sldMk cId="2301762937" sldId="341"/>
            <ac:spMk id="3" creationId="{BBCCF0FA-1525-CC39-9246-4C47BE7B6DE6}"/>
          </ac:spMkLst>
        </pc:spChg>
      </pc:sldChg>
      <pc:sldChg chg="addSp delSp modSp add replId">
        <pc:chgData name="Byrd, Andrew M." userId="S::amby222@uky.edu::2d5836b5-4a72-4fdb-bd90-63723c1cd390" providerId="AD" clId="Web-{FF05D066-AF96-417A-00F0-CE6D5451A6FE}" dt="2024-09-23T12:50:36.678" v="322"/>
        <pc:sldMkLst>
          <pc:docMk/>
          <pc:sldMk cId="251833697" sldId="342"/>
        </pc:sldMkLst>
        <pc:spChg chg="mod">
          <ac:chgData name="Byrd, Andrew M." userId="S::amby222@uky.edu::2d5836b5-4a72-4fdb-bd90-63723c1cd390" providerId="AD" clId="Web-{FF05D066-AF96-417A-00F0-CE6D5451A6FE}" dt="2024-09-23T12:49:17.800" v="299" actId="14100"/>
          <ac:spMkLst>
            <pc:docMk/>
            <pc:sldMk cId="251833697" sldId="342"/>
            <ac:spMk id="385" creationId="{00000000-0000-0000-0000-000000000000}"/>
          </ac:spMkLst>
        </pc:spChg>
        <pc:graphicFrameChg chg="add del mod">
          <ac:chgData name="Byrd, Andrew M." userId="S::amby222@uky.edu::2d5836b5-4a72-4fdb-bd90-63723c1cd390" providerId="AD" clId="Web-{FF05D066-AF96-417A-00F0-CE6D5451A6FE}" dt="2024-09-23T12:50:36.678" v="322"/>
          <ac:graphicFrameMkLst>
            <pc:docMk/>
            <pc:sldMk cId="251833697" sldId="342"/>
            <ac:graphicFrameMk id="3" creationId="{29D69E10-62DA-E25A-7DDE-C88BD676224C}"/>
          </ac:graphicFrameMkLst>
        </pc:graphicFrameChg>
        <pc:picChg chg="del">
          <ac:chgData name="Byrd, Andrew M." userId="S::amby222@uky.edu::2d5836b5-4a72-4fdb-bd90-63723c1cd390" providerId="AD" clId="Web-{FF05D066-AF96-417A-00F0-CE6D5451A6FE}" dt="2024-09-23T12:49:21.707" v="301"/>
          <ac:picMkLst>
            <pc:docMk/>
            <pc:sldMk cId="251833697" sldId="342"/>
            <ac:picMk id="383" creationId="{00000000-0000-0000-0000-000000000000}"/>
          </ac:picMkLst>
        </pc:picChg>
      </pc:sldChg>
      <pc:sldChg chg="delSp modSp add replId">
        <pc:chgData name="Byrd, Andrew M." userId="S::amby222@uky.edu::2d5836b5-4a72-4fdb-bd90-63723c1cd390" providerId="AD" clId="Web-{FF05D066-AF96-417A-00F0-CE6D5451A6FE}" dt="2024-09-23T12:50:13.146" v="314"/>
        <pc:sldMkLst>
          <pc:docMk/>
          <pc:sldMk cId="1190985523" sldId="343"/>
        </pc:sldMkLst>
        <pc:spChg chg="mod">
          <ac:chgData name="Byrd, Andrew M." userId="S::amby222@uky.edu::2d5836b5-4a72-4fdb-bd90-63723c1cd390" providerId="AD" clId="Web-{FF05D066-AF96-417A-00F0-CE6D5451A6FE}" dt="2024-09-23T12:50:08.630" v="312" actId="14100"/>
          <ac:spMkLst>
            <pc:docMk/>
            <pc:sldMk cId="1190985523" sldId="343"/>
            <ac:spMk id="385" creationId="{00000000-0000-0000-0000-000000000000}"/>
          </ac:spMkLst>
        </pc:spChg>
        <pc:picChg chg="del">
          <ac:chgData name="Byrd, Andrew M." userId="S::amby222@uky.edu::2d5836b5-4a72-4fdb-bd90-63723c1cd390" providerId="AD" clId="Web-{FF05D066-AF96-417A-00F0-CE6D5451A6FE}" dt="2024-09-23T12:50:13.146" v="314"/>
          <ac:picMkLst>
            <pc:docMk/>
            <pc:sldMk cId="1190985523" sldId="343"/>
            <ac:picMk id="383" creationId="{00000000-0000-0000-0000-000000000000}"/>
          </ac:picMkLst>
        </pc:picChg>
      </pc:sldChg>
      <pc:sldChg chg="addSp delSp modSp add replId">
        <pc:chgData name="Byrd, Andrew M." userId="S::amby222@uky.edu::2d5836b5-4a72-4fdb-bd90-63723c1cd390" providerId="AD" clId="Web-{FF05D066-AF96-417A-00F0-CE6D5451A6FE}" dt="2024-09-23T12:50:53.272" v="343"/>
        <pc:sldMkLst>
          <pc:docMk/>
          <pc:sldMk cId="3988267201" sldId="344"/>
        </pc:sldMkLst>
        <pc:spChg chg="mod">
          <ac:chgData name="Byrd, Andrew M." userId="S::amby222@uky.edu::2d5836b5-4a72-4fdb-bd90-63723c1cd390" providerId="AD" clId="Web-{FF05D066-AF96-417A-00F0-CE6D5451A6FE}" dt="2024-09-23T12:50:20.584" v="317" actId="14100"/>
          <ac:spMkLst>
            <pc:docMk/>
            <pc:sldMk cId="3988267201" sldId="344"/>
            <ac:spMk id="385" creationId="{00000000-0000-0000-0000-000000000000}"/>
          </ac:spMkLst>
        </pc:spChg>
        <pc:graphicFrameChg chg="add del mod modGraphic">
          <ac:chgData name="Byrd, Andrew M." userId="S::amby222@uky.edu::2d5836b5-4a72-4fdb-bd90-63723c1cd390" providerId="AD" clId="Web-{FF05D066-AF96-417A-00F0-CE6D5451A6FE}" dt="2024-09-23T12:50:53.272" v="343"/>
          <ac:graphicFrameMkLst>
            <pc:docMk/>
            <pc:sldMk cId="3988267201" sldId="344"/>
            <ac:graphicFrameMk id="3" creationId="{5D7BFE99-1C61-991B-9E58-D54C7B469D7F}"/>
          </ac:graphicFrameMkLst>
        </pc:graphicFrameChg>
        <pc:picChg chg="del">
          <ac:chgData name="Byrd, Andrew M." userId="S::amby222@uky.edu::2d5836b5-4a72-4fdb-bd90-63723c1cd390" providerId="AD" clId="Web-{FF05D066-AF96-417A-00F0-CE6D5451A6FE}" dt="2024-09-23T12:50:21.131" v="318"/>
          <ac:picMkLst>
            <pc:docMk/>
            <pc:sldMk cId="3988267201" sldId="344"/>
            <ac:picMk id="383" creationId="{00000000-0000-0000-0000-000000000000}"/>
          </ac:picMkLst>
        </pc:picChg>
      </pc:sldChg>
      <pc:sldChg chg="addSp modSp add replId">
        <pc:chgData name="Byrd, Andrew M." userId="S::amby222@uky.edu::2d5836b5-4a72-4fdb-bd90-63723c1cd390" providerId="AD" clId="Web-{FF05D066-AF96-417A-00F0-CE6D5451A6FE}" dt="2024-09-23T12:49:01.206" v="295" actId="1076"/>
        <pc:sldMkLst>
          <pc:docMk/>
          <pc:sldMk cId="2296463815" sldId="345"/>
        </pc:sldMkLst>
        <pc:graphicFrameChg chg="add mod modGraphic">
          <ac:chgData name="Byrd, Andrew M." userId="S::amby222@uky.edu::2d5836b5-4a72-4fdb-bd90-63723c1cd390" providerId="AD" clId="Web-{FF05D066-AF96-417A-00F0-CE6D5451A6FE}" dt="2024-09-23T12:49:01.206" v="295" actId="1076"/>
          <ac:graphicFrameMkLst>
            <pc:docMk/>
            <pc:sldMk cId="2296463815" sldId="345"/>
            <ac:graphicFrameMk id="3" creationId="{5FB3A389-EB1A-E2A9-F45F-F891F8A8025A}"/>
          </ac:graphicFrameMkLst>
        </pc:graphicFrameChg>
      </pc:sldChg>
      <pc:sldChg chg="addSp delSp modSp add replId">
        <pc:chgData name="Byrd, Andrew M." userId="S::amby222@uky.edu::2d5836b5-4a72-4fdb-bd90-63723c1cd390" providerId="AD" clId="Web-{FF05D066-AF96-417A-00F0-CE6D5451A6FE}" dt="2024-09-23T12:49:56.223" v="306" actId="1076"/>
        <pc:sldMkLst>
          <pc:docMk/>
          <pc:sldMk cId="2903901188" sldId="346"/>
        </pc:sldMkLst>
        <pc:picChg chg="add mod modCrop">
          <ac:chgData name="Byrd, Andrew M." userId="S::amby222@uky.edu::2d5836b5-4a72-4fdb-bd90-63723c1cd390" providerId="AD" clId="Web-{FF05D066-AF96-417A-00F0-CE6D5451A6FE}" dt="2024-09-23T12:49:56.223" v="306" actId="1076"/>
          <ac:picMkLst>
            <pc:docMk/>
            <pc:sldMk cId="2903901188" sldId="346"/>
            <ac:picMk id="2" creationId="{54F9E06D-061E-E9BC-DE23-97653C8196A6}"/>
          </ac:picMkLst>
        </pc:picChg>
        <pc:picChg chg="del">
          <ac:chgData name="Byrd, Andrew M." userId="S::amby222@uky.edu::2d5836b5-4a72-4fdb-bd90-63723c1cd390" providerId="AD" clId="Web-{FF05D066-AF96-417A-00F0-CE6D5451A6FE}" dt="2024-09-23T12:49:25.066" v="302"/>
          <ac:picMkLst>
            <pc:docMk/>
            <pc:sldMk cId="2903901188" sldId="346"/>
            <ac:picMk id="383" creationId="{00000000-0000-0000-0000-000000000000}"/>
          </ac:picMkLst>
        </pc:picChg>
      </pc:sldChg>
      <pc:sldChg chg="add replId">
        <pc:chgData name="Byrd, Andrew M." userId="S::amby222@uky.edu::2d5836b5-4a72-4fdb-bd90-63723c1cd390" providerId="AD" clId="Web-{FF05D066-AF96-417A-00F0-CE6D5451A6FE}" dt="2024-09-23T12:50:11.740" v="313"/>
        <pc:sldMkLst>
          <pc:docMk/>
          <pc:sldMk cId="3552585467" sldId="347"/>
        </pc:sldMkLst>
      </pc:sldChg>
      <pc:sldChg chg="add replId">
        <pc:chgData name="Byrd, Andrew M." userId="S::amby222@uky.edu::2d5836b5-4a72-4fdb-bd90-63723c1cd390" providerId="AD" clId="Web-{FF05D066-AF96-417A-00F0-CE6D5451A6FE}" dt="2024-09-23T12:50:50.944" v="342"/>
        <pc:sldMkLst>
          <pc:docMk/>
          <pc:sldMk cId="1134114212" sldId="348"/>
        </pc:sldMkLst>
      </pc:sldChg>
    </pc:docChg>
  </pc:docChgLst>
  <pc:docChgLst>
    <pc:chgData name="Byrd, Andrew M." userId="S::amby222@uky.edu::2d5836b5-4a72-4fdb-bd90-63723c1cd390" providerId="AD" clId="Web-{E6BF9FEC-CBB3-E869-A219-07D9F619C760}"/>
    <pc:docChg chg="addSld">
      <pc:chgData name="Byrd, Andrew M." userId="S::amby222@uky.edu::2d5836b5-4a72-4fdb-bd90-63723c1cd390" providerId="AD" clId="Web-{E6BF9FEC-CBB3-E869-A219-07D9F619C760}" dt="2024-09-19T14:45:47.257" v="4"/>
      <pc:docMkLst>
        <pc:docMk/>
      </pc:docMkLst>
      <pc:sldChg chg="add">
        <pc:chgData name="Byrd, Andrew M." userId="S::amby222@uky.edu::2d5836b5-4a72-4fdb-bd90-63723c1cd390" providerId="AD" clId="Web-{E6BF9FEC-CBB3-E869-A219-07D9F619C760}" dt="2024-09-19T14:45:47.226" v="0"/>
        <pc:sldMkLst>
          <pc:docMk/>
          <pc:sldMk cId="2299040691" sldId="318"/>
        </pc:sldMkLst>
      </pc:sldChg>
      <pc:sldChg chg="add">
        <pc:chgData name="Byrd, Andrew M." userId="S::amby222@uky.edu::2d5836b5-4a72-4fdb-bd90-63723c1cd390" providerId="AD" clId="Web-{E6BF9FEC-CBB3-E869-A219-07D9F619C760}" dt="2024-09-19T14:45:47.226" v="1"/>
        <pc:sldMkLst>
          <pc:docMk/>
          <pc:sldMk cId="1488620768" sldId="319"/>
        </pc:sldMkLst>
      </pc:sldChg>
      <pc:sldChg chg="add">
        <pc:chgData name="Byrd, Andrew M." userId="S::amby222@uky.edu::2d5836b5-4a72-4fdb-bd90-63723c1cd390" providerId="AD" clId="Web-{E6BF9FEC-CBB3-E869-A219-07D9F619C760}" dt="2024-09-19T14:45:47.242" v="2"/>
        <pc:sldMkLst>
          <pc:docMk/>
          <pc:sldMk cId="2690877035" sldId="320"/>
        </pc:sldMkLst>
      </pc:sldChg>
      <pc:sldChg chg="add">
        <pc:chgData name="Byrd, Andrew M." userId="S::amby222@uky.edu::2d5836b5-4a72-4fdb-bd90-63723c1cd390" providerId="AD" clId="Web-{E6BF9FEC-CBB3-E869-A219-07D9F619C760}" dt="2024-09-19T14:45:47.242" v="3"/>
        <pc:sldMkLst>
          <pc:docMk/>
          <pc:sldMk cId="2419029260" sldId="321"/>
        </pc:sldMkLst>
      </pc:sldChg>
      <pc:sldChg chg="add">
        <pc:chgData name="Byrd, Andrew M." userId="S::amby222@uky.edu::2d5836b5-4a72-4fdb-bd90-63723c1cd390" providerId="AD" clId="Web-{E6BF9FEC-CBB3-E869-A219-07D9F619C760}" dt="2024-09-19T14:45:47.257" v="4"/>
        <pc:sldMkLst>
          <pc:docMk/>
          <pc:sldMk cId="1576630431" sldId="322"/>
        </pc:sldMkLst>
      </pc:sldChg>
    </pc:docChg>
  </pc:docChgLst>
  <pc:docChgLst>
    <pc:chgData name="Byrd, Andrew M." userId="S::amby222@uky.edu::2d5836b5-4a72-4fdb-bd90-63723c1cd390" providerId="AD" clId="Web-{D4AD13B2-FAD1-72E8-4CEF-A48B80BF91ED}"/>
    <pc:docChg chg="addSld modSld">
      <pc:chgData name="Byrd, Andrew M." userId="S::amby222@uky.edu::2d5836b5-4a72-4fdb-bd90-63723c1cd390" providerId="AD" clId="Web-{D4AD13B2-FAD1-72E8-4CEF-A48B80BF91ED}" dt="2024-09-19T14:48:23.885" v="3" actId="20577"/>
      <pc:docMkLst>
        <pc:docMk/>
      </pc:docMkLst>
      <pc:sldChg chg="add">
        <pc:chgData name="Byrd, Andrew M." userId="S::amby222@uky.edu::2d5836b5-4a72-4fdb-bd90-63723c1cd390" providerId="AD" clId="Web-{D4AD13B2-FAD1-72E8-4CEF-A48B80BF91ED}" dt="2024-09-19T14:46:43.223" v="0"/>
        <pc:sldMkLst>
          <pc:docMk/>
          <pc:sldMk cId="98543767" sldId="323"/>
        </pc:sldMkLst>
      </pc:sldChg>
      <pc:sldChg chg="add">
        <pc:chgData name="Byrd, Andrew M." userId="S::amby222@uky.edu::2d5836b5-4a72-4fdb-bd90-63723c1cd390" providerId="AD" clId="Web-{D4AD13B2-FAD1-72E8-4CEF-A48B80BF91ED}" dt="2024-09-19T14:47:27.882" v="1"/>
        <pc:sldMkLst>
          <pc:docMk/>
          <pc:sldMk cId="2314122331" sldId="324"/>
        </pc:sldMkLst>
      </pc:sldChg>
      <pc:sldChg chg="modSp add">
        <pc:chgData name="Byrd, Andrew M." userId="S::amby222@uky.edu::2d5836b5-4a72-4fdb-bd90-63723c1cd390" providerId="AD" clId="Web-{D4AD13B2-FAD1-72E8-4CEF-A48B80BF91ED}" dt="2024-09-19T14:48:23.885" v="3" actId="20577"/>
        <pc:sldMkLst>
          <pc:docMk/>
          <pc:sldMk cId="3730147425" sldId="325"/>
        </pc:sldMkLst>
        <pc:spChg chg="mod">
          <ac:chgData name="Byrd, Andrew M." userId="S::amby222@uky.edu::2d5836b5-4a72-4fdb-bd90-63723c1cd390" providerId="AD" clId="Web-{D4AD13B2-FAD1-72E8-4CEF-A48B80BF91ED}" dt="2024-09-19T14:48:23.885" v="3" actId="20577"/>
          <ac:spMkLst>
            <pc:docMk/>
            <pc:sldMk cId="3730147425" sldId="325"/>
            <ac:spMk id="2" creationId="{B0A83AD2-BEEF-0E21-8071-0D92DCAD6C58}"/>
          </ac:spMkLst>
        </pc:spChg>
      </pc:sldChg>
    </pc:docChg>
  </pc:docChgLst>
  <pc:docChgLst>
    <pc:chgData name="Byrd, Andrew M." userId="S::amby222@uky.edu::2d5836b5-4a72-4fdb-bd90-63723c1cd390" providerId="AD" clId="Web-{9659F59D-4932-75DA-AE75-893FC95E25FC}"/>
    <pc:docChg chg="addSld delSld modSld sldOrd">
      <pc:chgData name="Byrd, Andrew M." userId="S::amby222@uky.edu::2d5836b5-4a72-4fdb-bd90-63723c1cd390" providerId="AD" clId="Web-{9659F59D-4932-75DA-AE75-893FC95E25FC}" dt="2024-09-23T12:37:19.608" v="130" actId="20577"/>
      <pc:docMkLst>
        <pc:docMk/>
      </pc:docMkLst>
      <pc:sldChg chg="modSp">
        <pc:chgData name="Byrd, Andrew M." userId="S::amby222@uky.edu::2d5836b5-4a72-4fdb-bd90-63723c1cd390" providerId="AD" clId="Web-{9659F59D-4932-75DA-AE75-893FC95E25FC}" dt="2024-09-23T12:37:19.608" v="130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9659F59D-4932-75DA-AE75-893FC95E25FC}" dt="2024-09-23T12:37:19.608" v="130" actId="20577"/>
          <ac:spMkLst>
            <pc:docMk/>
            <pc:sldMk cId="0" sldId="258"/>
            <ac:spMk id="78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9659F59D-4932-75DA-AE75-893FC95E25FC}" dt="2024-09-23T12:34:46.589" v="44"/>
        <pc:sldMkLst>
          <pc:docMk/>
          <pc:sldMk cId="0" sldId="289"/>
        </pc:sldMkLst>
      </pc:sldChg>
      <pc:sldChg chg="del">
        <pc:chgData name="Byrd, Andrew M." userId="S::amby222@uky.edu::2d5836b5-4a72-4fdb-bd90-63723c1cd390" providerId="AD" clId="Web-{9659F59D-4932-75DA-AE75-893FC95E25FC}" dt="2024-09-23T12:34:46.589" v="43"/>
        <pc:sldMkLst>
          <pc:docMk/>
          <pc:sldMk cId="0" sldId="290"/>
        </pc:sldMkLst>
      </pc:sldChg>
      <pc:sldChg chg="del">
        <pc:chgData name="Byrd, Andrew M." userId="S::amby222@uky.edu::2d5836b5-4a72-4fdb-bd90-63723c1cd390" providerId="AD" clId="Web-{9659F59D-4932-75DA-AE75-893FC95E25FC}" dt="2024-09-23T12:34:46.589" v="42"/>
        <pc:sldMkLst>
          <pc:docMk/>
          <pc:sldMk cId="0" sldId="291"/>
        </pc:sldMkLst>
      </pc:sldChg>
      <pc:sldChg chg="del">
        <pc:chgData name="Byrd, Andrew M." userId="S::amby222@uky.edu::2d5836b5-4a72-4fdb-bd90-63723c1cd390" providerId="AD" clId="Web-{9659F59D-4932-75DA-AE75-893FC95E25FC}" dt="2024-09-23T12:34:46.589" v="41"/>
        <pc:sldMkLst>
          <pc:docMk/>
          <pc:sldMk cId="0" sldId="292"/>
        </pc:sldMkLst>
      </pc:sldChg>
      <pc:sldChg chg="del">
        <pc:chgData name="Byrd, Andrew M." userId="S::amby222@uky.edu::2d5836b5-4a72-4fdb-bd90-63723c1cd390" providerId="AD" clId="Web-{9659F59D-4932-75DA-AE75-893FC95E25FC}" dt="2024-09-23T12:34:46.589" v="40"/>
        <pc:sldMkLst>
          <pc:docMk/>
          <pc:sldMk cId="0" sldId="293"/>
        </pc:sldMkLst>
      </pc:sldChg>
      <pc:sldChg chg="del">
        <pc:chgData name="Byrd, Andrew M." userId="S::amby222@uky.edu::2d5836b5-4a72-4fdb-bd90-63723c1cd390" providerId="AD" clId="Web-{9659F59D-4932-75DA-AE75-893FC95E25FC}" dt="2024-09-23T12:34:46.589" v="39"/>
        <pc:sldMkLst>
          <pc:docMk/>
          <pc:sldMk cId="0" sldId="294"/>
        </pc:sldMkLst>
      </pc:sldChg>
      <pc:sldChg chg="del">
        <pc:chgData name="Byrd, Andrew M." userId="S::amby222@uky.edu::2d5836b5-4a72-4fdb-bd90-63723c1cd390" providerId="AD" clId="Web-{9659F59D-4932-75DA-AE75-893FC95E25FC}" dt="2024-09-23T12:34:46.589" v="38"/>
        <pc:sldMkLst>
          <pc:docMk/>
          <pc:sldMk cId="0" sldId="295"/>
        </pc:sldMkLst>
      </pc:sldChg>
      <pc:sldChg chg="del">
        <pc:chgData name="Byrd, Andrew M." userId="S::amby222@uky.edu::2d5836b5-4a72-4fdb-bd90-63723c1cd390" providerId="AD" clId="Web-{9659F59D-4932-75DA-AE75-893FC95E25FC}" dt="2024-09-23T12:34:46.589" v="37"/>
        <pc:sldMkLst>
          <pc:docMk/>
          <pc:sldMk cId="0" sldId="296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36"/>
        <pc:sldMkLst>
          <pc:docMk/>
          <pc:sldMk cId="0" sldId="297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35"/>
        <pc:sldMkLst>
          <pc:docMk/>
          <pc:sldMk cId="0" sldId="298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34"/>
        <pc:sldMkLst>
          <pc:docMk/>
          <pc:sldMk cId="0" sldId="299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33"/>
        <pc:sldMkLst>
          <pc:docMk/>
          <pc:sldMk cId="0" sldId="300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32"/>
        <pc:sldMkLst>
          <pc:docMk/>
          <pc:sldMk cId="0" sldId="301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31"/>
        <pc:sldMkLst>
          <pc:docMk/>
          <pc:sldMk cId="0" sldId="302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30"/>
        <pc:sldMkLst>
          <pc:docMk/>
          <pc:sldMk cId="0" sldId="303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29"/>
        <pc:sldMkLst>
          <pc:docMk/>
          <pc:sldMk cId="0" sldId="304"/>
        </pc:sldMkLst>
      </pc:sldChg>
      <pc:sldChg chg="del">
        <pc:chgData name="Byrd, Andrew M." userId="S::amby222@uky.edu::2d5836b5-4a72-4fdb-bd90-63723c1cd390" providerId="AD" clId="Web-{9659F59D-4932-75DA-AE75-893FC95E25FC}" dt="2024-09-23T12:34:35.291" v="28"/>
        <pc:sldMkLst>
          <pc:docMk/>
          <pc:sldMk cId="0" sldId="305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27"/>
        <pc:sldMkLst>
          <pc:docMk/>
          <pc:sldMk cId="0" sldId="306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26"/>
        <pc:sldMkLst>
          <pc:docMk/>
          <pc:sldMk cId="0" sldId="307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25"/>
        <pc:sldMkLst>
          <pc:docMk/>
          <pc:sldMk cId="0" sldId="308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24"/>
        <pc:sldMkLst>
          <pc:docMk/>
          <pc:sldMk cId="0" sldId="309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23"/>
        <pc:sldMkLst>
          <pc:docMk/>
          <pc:sldMk cId="0" sldId="310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22"/>
        <pc:sldMkLst>
          <pc:docMk/>
          <pc:sldMk cId="0" sldId="311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21"/>
        <pc:sldMkLst>
          <pc:docMk/>
          <pc:sldMk cId="0" sldId="312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20"/>
        <pc:sldMkLst>
          <pc:docMk/>
          <pc:sldMk cId="0" sldId="313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19"/>
        <pc:sldMkLst>
          <pc:docMk/>
          <pc:sldMk cId="0" sldId="314"/>
        </pc:sldMkLst>
      </pc:sldChg>
      <pc:sldChg chg="del">
        <pc:chgData name="Byrd, Andrew M." userId="S::amby222@uky.edu::2d5836b5-4a72-4fdb-bd90-63723c1cd390" providerId="AD" clId="Web-{9659F59D-4932-75DA-AE75-893FC95E25FC}" dt="2024-09-23T12:34:35.276" v="18"/>
        <pc:sldMkLst>
          <pc:docMk/>
          <pc:sldMk cId="0" sldId="315"/>
        </pc:sldMkLst>
      </pc:sldChg>
      <pc:sldChg chg="modSp">
        <pc:chgData name="Byrd, Andrew M." userId="S::amby222@uky.edu::2d5836b5-4a72-4fdb-bd90-63723c1cd390" providerId="AD" clId="Web-{9659F59D-4932-75DA-AE75-893FC95E25FC}" dt="2024-09-23T12:29:16.588" v="17" actId="20577"/>
        <pc:sldMkLst>
          <pc:docMk/>
          <pc:sldMk cId="1161999918" sldId="316"/>
        </pc:sldMkLst>
        <pc:spChg chg="mod">
          <ac:chgData name="Byrd, Andrew M." userId="S::amby222@uky.edu::2d5836b5-4a72-4fdb-bd90-63723c1cd390" providerId="AD" clId="Web-{9659F59D-4932-75DA-AE75-893FC95E25FC}" dt="2024-09-23T12:29:16.588" v="17" actId="20577"/>
          <ac:spMkLst>
            <pc:docMk/>
            <pc:sldMk cId="1161999918" sldId="316"/>
            <ac:spMk id="67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9659F59D-4932-75DA-AE75-893FC95E25FC}" dt="2024-09-23T12:28:49.774" v="0"/>
        <pc:sldMkLst>
          <pc:docMk/>
          <pc:sldMk cId="2351613266" sldId="317"/>
        </pc:sldMkLst>
      </pc:sldChg>
      <pc:sldChg chg="modSp">
        <pc:chgData name="Byrd, Andrew M." userId="S::amby222@uky.edu::2d5836b5-4a72-4fdb-bd90-63723c1cd390" providerId="AD" clId="Web-{9659F59D-4932-75DA-AE75-893FC95E25FC}" dt="2024-09-23T12:36:39.122" v="99" actId="1076"/>
        <pc:sldMkLst>
          <pc:docMk/>
          <pc:sldMk cId="2690877035" sldId="320"/>
        </pc:sldMkLst>
        <pc:spChg chg="mod">
          <ac:chgData name="Byrd, Andrew M." userId="S::amby222@uky.edu::2d5836b5-4a72-4fdb-bd90-63723c1cd390" providerId="AD" clId="Web-{9659F59D-4932-75DA-AE75-893FC95E25FC}" dt="2024-09-23T12:36:37.388" v="98" actId="1076"/>
          <ac:spMkLst>
            <pc:docMk/>
            <pc:sldMk cId="2690877035" sldId="320"/>
            <ac:spMk id="384" creationId="{00000000-0000-0000-0000-000000000000}"/>
          </ac:spMkLst>
        </pc:spChg>
        <pc:spChg chg="mod">
          <ac:chgData name="Byrd, Andrew M." userId="S::amby222@uky.edu::2d5836b5-4a72-4fdb-bd90-63723c1cd390" providerId="AD" clId="Web-{9659F59D-4932-75DA-AE75-893FC95E25FC}" dt="2024-09-23T12:36:39.122" v="99" actId="1076"/>
          <ac:spMkLst>
            <pc:docMk/>
            <pc:sldMk cId="2690877035" sldId="320"/>
            <ac:spMk id="385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9659F59D-4932-75DA-AE75-893FC95E25FC}" dt="2024-09-23T12:36:48.498" v="116"/>
        <pc:sldMkLst>
          <pc:docMk/>
          <pc:sldMk cId="2419029260" sldId="321"/>
        </pc:sldMkLst>
        <pc:graphicFrameChg chg="mod modGraphic">
          <ac:chgData name="Byrd, Andrew M." userId="S::amby222@uky.edu::2d5836b5-4a72-4fdb-bd90-63723c1cd390" providerId="AD" clId="Web-{9659F59D-4932-75DA-AE75-893FC95E25FC}" dt="2024-09-23T12:36:48.498" v="116"/>
          <ac:graphicFrameMkLst>
            <pc:docMk/>
            <pc:sldMk cId="2419029260" sldId="321"/>
            <ac:graphicFrameMk id="390" creationId="{00000000-0000-0000-0000-000000000000}"/>
          </ac:graphicFrameMkLst>
        </pc:graphicFrameChg>
      </pc:sldChg>
      <pc:sldChg chg="ord">
        <pc:chgData name="Byrd, Andrew M." userId="S::amby222@uky.edu::2d5836b5-4a72-4fdb-bd90-63723c1cd390" providerId="AD" clId="Web-{9659F59D-4932-75DA-AE75-893FC95E25FC}" dt="2024-09-23T12:35:45.637" v="45"/>
        <pc:sldMkLst>
          <pc:docMk/>
          <pc:sldMk cId="98543767" sldId="323"/>
        </pc:sldMkLst>
      </pc:sldChg>
      <pc:sldChg chg="modSp ord">
        <pc:chgData name="Byrd, Andrew M." userId="S::amby222@uky.edu::2d5836b5-4a72-4fdb-bd90-63723c1cd390" providerId="AD" clId="Web-{9659F59D-4932-75DA-AE75-893FC95E25FC}" dt="2024-09-23T12:35:56.356" v="50" actId="20577"/>
        <pc:sldMkLst>
          <pc:docMk/>
          <pc:sldMk cId="2314122331" sldId="324"/>
        </pc:sldMkLst>
        <pc:spChg chg="mod">
          <ac:chgData name="Byrd, Andrew M." userId="S::amby222@uky.edu::2d5836b5-4a72-4fdb-bd90-63723c1cd390" providerId="AD" clId="Web-{9659F59D-4932-75DA-AE75-893FC95E25FC}" dt="2024-09-23T12:35:56.356" v="50" actId="20577"/>
          <ac:spMkLst>
            <pc:docMk/>
            <pc:sldMk cId="2314122331" sldId="324"/>
            <ac:spMk id="270" creationId="{00000000-0000-0000-0000-000000000000}"/>
          </ac:spMkLst>
        </pc:spChg>
      </pc:sldChg>
      <pc:sldChg chg="add">
        <pc:chgData name="Byrd, Andrew M." userId="S::amby222@uky.edu::2d5836b5-4a72-4fdb-bd90-63723c1cd390" providerId="AD" clId="Web-{9659F59D-4932-75DA-AE75-893FC95E25FC}" dt="2024-09-23T12:28:59.571" v="1"/>
        <pc:sldMkLst>
          <pc:docMk/>
          <pc:sldMk cId="1960829131" sldId="326"/>
        </pc:sldMkLst>
      </pc:sldChg>
      <pc:sldChg chg="add">
        <pc:chgData name="Byrd, Andrew M." userId="S::amby222@uky.edu::2d5836b5-4a72-4fdb-bd90-63723c1cd390" providerId="AD" clId="Web-{9659F59D-4932-75DA-AE75-893FC95E25FC}" dt="2024-09-23T12:28:59.571" v="2"/>
        <pc:sldMkLst>
          <pc:docMk/>
          <pc:sldMk cId="1148322925" sldId="327"/>
        </pc:sldMkLst>
      </pc:sldChg>
      <pc:sldChg chg="add">
        <pc:chgData name="Byrd, Andrew M." userId="S::amby222@uky.edu::2d5836b5-4a72-4fdb-bd90-63723c1cd390" providerId="AD" clId="Web-{9659F59D-4932-75DA-AE75-893FC95E25FC}" dt="2024-09-23T12:28:59.587" v="3"/>
        <pc:sldMkLst>
          <pc:docMk/>
          <pc:sldMk cId="549420944" sldId="328"/>
        </pc:sldMkLst>
      </pc:sldChg>
      <pc:sldChg chg="add">
        <pc:chgData name="Byrd, Andrew M." userId="S::amby222@uky.edu::2d5836b5-4a72-4fdb-bd90-63723c1cd390" providerId="AD" clId="Web-{9659F59D-4932-75DA-AE75-893FC95E25FC}" dt="2024-09-23T12:28:59.603" v="4"/>
        <pc:sldMkLst>
          <pc:docMk/>
          <pc:sldMk cId="253461653" sldId="329"/>
        </pc:sldMkLst>
      </pc:sldChg>
      <pc:sldChg chg="add">
        <pc:chgData name="Byrd, Andrew M." userId="S::amby222@uky.edu::2d5836b5-4a72-4fdb-bd90-63723c1cd390" providerId="AD" clId="Web-{9659F59D-4932-75DA-AE75-893FC95E25FC}" dt="2024-09-23T12:28:59.603" v="5"/>
        <pc:sldMkLst>
          <pc:docMk/>
          <pc:sldMk cId="1724937698" sldId="330"/>
        </pc:sldMkLst>
      </pc:sldChg>
      <pc:sldChg chg="add">
        <pc:chgData name="Byrd, Andrew M." userId="S::amby222@uky.edu::2d5836b5-4a72-4fdb-bd90-63723c1cd390" providerId="AD" clId="Web-{9659F59D-4932-75DA-AE75-893FC95E25FC}" dt="2024-09-23T12:28:59.618" v="6"/>
        <pc:sldMkLst>
          <pc:docMk/>
          <pc:sldMk cId="3893962806" sldId="331"/>
        </pc:sldMkLst>
      </pc:sldChg>
      <pc:sldChg chg="add">
        <pc:chgData name="Byrd, Andrew M." userId="S::amby222@uky.edu::2d5836b5-4a72-4fdb-bd90-63723c1cd390" providerId="AD" clId="Web-{9659F59D-4932-75DA-AE75-893FC95E25FC}" dt="2024-09-23T12:28:59.618" v="7"/>
        <pc:sldMkLst>
          <pc:docMk/>
          <pc:sldMk cId="4084019068" sldId="332"/>
        </pc:sldMkLst>
      </pc:sldChg>
      <pc:sldChg chg="add">
        <pc:chgData name="Byrd, Andrew M." userId="S::amby222@uky.edu::2d5836b5-4a72-4fdb-bd90-63723c1cd390" providerId="AD" clId="Web-{9659F59D-4932-75DA-AE75-893FC95E25FC}" dt="2024-09-23T12:28:59.634" v="8"/>
        <pc:sldMkLst>
          <pc:docMk/>
          <pc:sldMk cId="4241628691" sldId="333"/>
        </pc:sldMkLst>
      </pc:sldChg>
      <pc:sldChg chg="add">
        <pc:chgData name="Byrd, Andrew M." userId="S::amby222@uky.edu::2d5836b5-4a72-4fdb-bd90-63723c1cd390" providerId="AD" clId="Web-{9659F59D-4932-75DA-AE75-893FC95E25FC}" dt="2024-09-23T12:28:59.650" v="9"/>
        <pc:sldMkLst>
          <pc:docMk/>
          <pc:sldMk cId="1818512222" sldId="334"/>
        </pc:sldMkLst>
      </pc:sldChg>
      <pc:sldChg chg="add">
        <pc:chgData name="Byrd, Andrew M." userId="S::amby222@uky.edu::2d5836b5-4a72-4fdb-bd90-63723c1cd390" providerId="AD" clId="Web-{9659F59D-4932-75DA-AE75-893FC95E25FC}" dt="2024-09-23T12:28:59.665" v="10"/>
        <pc:sldMkLst>
          <pc:docMk/>
          <pc:sldMk cId="621124824" sldId="335"/>
        </pc:sldMkLst>
      </pc:sldChg>
      <pc:sldChg chg="add">
        <pc:chgData name="Byrd, Andrew M." userId="S::amby222@uky.edu::2d5836b5-4a72-4fdb-bd90-63723c1cd390" providerId="AD" clId="Web-{9659F59D-4932-75DA-AE75-893FC95E25FC}" dt="2024-09-23T12:28:59.665" v="11"/>
        <pc:sldMkLst>
          <pc:docMk/>
          <pc:sldMk cId="994500727" sldId="336"/>
        </pc:sldMkLst>
      </pc:sldChg>
      <pc:sldChg chg="add">
        <pc:chgData name="Byrd, Andrew M." userId="S::amby222@uky.edu::2d5836b5-4a72-4fdb-bd90-63723c1cd390" providerId="AD" clId="Web-{9659F59D-4932-75DA-AE75-893FC95E25FC}" dt="2024-09-23T12:28:59.681" v="12"/>
        <pc:sldMkLst>
          <pc:docMk/>
          <pc:sldMk cId="741895013" sldId="337"/>
        </pc:sldMkLst>
      </pc:sldChg>
    </pc:docChg>
  </pc:docChgLst>
  <pc:docChgLst>
    <pc:chgData name="Byrd, Andrew M." userId="S::amby222@uky.edu::2d5836b5-4a72-4fdb-bd90-63723c1cd390" providerId="AD" clId="Web-{6DA3545C-B262-DAA8-0336-1C4145F6FCAE}"/>
    <pc:docChg chg="addSld delSld modSld">
      <pc:chgData name="Byrd, Andrew M." userId="S::amby222@uky.edu::2d5836b5-4a72-4fdb-bd90-63723c1cd390" providerId="AD" clId="Web-{6DA3545C-B262-DAA8-0336-1C4145F6FCAE}" dt="2024-08-18T13:14:47.706" v="25" actId="20577"/>
      <pc:docMkLst>
        <pc:docMk/>
      </pc:docMkLst>
      <pc:sldChg chg="modSp">
        <pc:chgData name="Byrd, Andrew M." userId="S::amby222@uky.edu::2d5836b5-4a72-4fdb-bd90-63723c1cd390" providerId="AD" clId="Web-{6DA3545C-B262-DAA8-0336-1C4145F6FCAE}" dt="2024-08-18T13:14:33.987" v="19" actId="20577"/>
        <pc:sldMkLst>
          <pc:docMk/>
          <pc:sldMk cId="0" sldId="256"/>
        </pc:sldMkLst>
        <pc:spChg chg="mod">
          <ac:chgData name="Byrd, Andrew M." userId="S::amby222@uky.edu::2d5836b5-4a72-4fdb-bd90-63723c1cd390" providerId="AD" clId="Web-{6DA3545C-B262-DAA8-0336-1C4145F6FCAE}" dt="2024-08-18T13:14:27.502" v="12" actId="20577"/>
          <ac:spMkLst>
            <pc:docMk/>
            <pc:sldMk cId="0" sldId="256"/>
            <ac:spMk id="66" creationId="{00000000-0000-0000-0000-000000000000}"/>
          </ac:spMkLst>
        </pc:spChg>
        <pc:spChg chg="mod">
          <ac:chgData name="Byrd, Andrew M." userId="S::amby222@uky.edu::2d5836b5-4a72-4fdb-bd90-63723c1cd390" providerId="AD" clId="Web-{6DA3545C-B262-DAA8-0336-1C4145F6FCAE}" dt="2024-08-18T13:14:33.987" v="19" actId="20577"/>
          <ac:spMkLst>
            <pc:docMk/>
            <pc:sldMk cId="0" sldId="256"/>
            <ac:spMk id="67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6DA3545C-B262-DAA8-0336-1C4145F6FCAE}" dt="2024-08-16T13:42:14.802" v="3" actId="20577"/>
        <pc:sldMkLst>
          <pc:docMk/>
          <pc:sldMk cId="0" sldId="284"/>
        </pc:sldMkLst>
        <pc:spChg chg="mod">
          <ac:chgData name="Byrd, Andrew M." userId="S::amby222@uky.edu::2d5836b5-4a72-4fdb-bd90-63723c1cd390" providerId="AD" clId="Web-{6DA3545C-B262-DAA8-0336-1C4145F6FCAE}" dt="2024-08-16T13:42:14.802" v="3" actId="20577"/>
          <ac:spMkLst>
            <pc:docMk/>
            <pc:sldMk cId="0" sldId="284"/>
            <ac:spMk id="247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6DA3545C-B262-DAA8-0336-1C4145F6FCAE}" dt="2024-08-16T13:42:28.161" v="8" actId="20577"/>
        <pc:sldMkLst>
          <pc:docMk/>
          <pc:sldMk cId="0" sldId="285"/>
        </pc:sldMkLst>
        <pc:spChg chg="mod">
          <ac:chgData name="Byrd, Andrew M." userId="S::amby222@uky.edu::2d5836b5-4a72-4fdb-bd90-63723c1cd390" providerId="AD" clId="Web-{6DA3545C-B262-DAA8-0336-1C4145F6FCAE}" dt="2024-08-16T13:42:28.161" v="8" actId="20577"/>
          <ac:spMkLst>
            <pc:docMk/>
            <pc:sldMk cId="0" sldId="285"/>
            <ac:spMk id="253" creationId="{00000000-0000-0000-0000-000000000000}"/>
          </ac:spMkLst>
        </pc:spChg>
      </pc:sldChg>
      <pc:sldChg chg="add replId">
        <pc:chgData name="Byrd, Andrew M." userId="S::amby222@uky.edu::2d5836b5-4a72-4fdb-bd90-63723c1cd390" providerId="AD" clId="Web-{6DA3545C-B262-DAA8-0336-1C4145F6FCAE}" dt="2024-08-18T13:14:23.190" v="9"/>
        <pc:sldMkLst>
          <pc:docMk/>
          <pc:sldMk cId="1161999918" sldId="316"/>
        </pc:sldMkLst>
      </pc:sldChg>
      <pc:sldChg chg="new del">
        <pc:chgData name="Byrd, Andrew M." userId="S::amby222@uky.edu::2d5836b5-4a72-4fdb-bd90-63723c1cd390" providerId="AD" clId="Web-{6DA3545C-B262-DAA8-0336-1C4145F6FCAE}" dt="2024-08-18T13:14:40.768" v="21"/>
        <pc:sldMkLst>
          <pc:docMk/>
          <pc:sldMk cId="154554064" sldId="317"/>
        </pc:sldMkLst>
      </pc:sldChg>
      <pc:sldChg chg="modSp add replId">
        <pc:chgData name="Byrd, Andrew M." userId="S::amby222@uky.edu::2d5836b5-4a72-4fdb-bd90-63723c1cd390" providerId="AD" clId="Web-{6DA3545C-B262-DAA8-0336-1C4145F6FCAE}" dt="2024-08-18T13:14:47.706" v="25" actId="20577"/>
        <pc:sldMkLst>
          <pc:docMk/>
          <pc:sldMk cId="2351613266" sldId="317"/>
        </pc:sldMkLst>
        <pc:spChg chg="mod">
          <ac:chgData name="Byrd, Andrew M." userId="S::amby222@uky.edu::2d5836b5-4a72-4fdb-bd90-63723c1cd390" providerId="AD" clId="Web-{6DA3545C-B262-DAA8-0336-1C4145F6FCAE}" dt="2024-08-18T13:14:45.409" v="23" actId="20577"/>
          <ac:spMkLst>
            <pc:docMk/>
            <pc:sldMk cId="2351613266" sldId="317"/>
            <ac:spMk id="72" creationId="{00000000-0000-0000-0000-000000000000}"/>
          </ac:spMkLst>
        </pc:spChg>
        <pc:spChg chg="mod">
          <ac:chgData name="Byrd, Andrew M." userId="S::amby222@uky.edu::2d5836b5-4a72-4fdb-bd90-63723c1cd390" providerId="AD" clId="Web-{6DA3545C-B262-DAA8-0336-1C4145F6FCAE}" dt="2024-08-18T13:14:47.706" v="25" actId="20577"/>
          <ac:spMkLst>
            <pc:docMk/>
            <pc:sldMk cId="2351613266" sldId="317"/>
            <ac:spMk id="73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1A88F70B-2BAB-B9B9-9992-AC138E11DD00}"/>
    <pc:docChg chg="addSld modSld sldOrd">
      <pc:chgData name="Byrd, Andrew M." userId="S::amby222@uky.edu::2d5836b5-4a72-4fdb-bd90-63723c1cd390" providerId="AD" clId="Web-{1A88F70B-2BAB-B9B9-9992-AC138E11DD00}" dt="2024-09-25T14:02:01.770" v="59" actId="20577"/>
      <pc:docMkLst>
        <pc:docMk/>
      </pc:docMkLst>
      <pc:sldChg chg="modSp new ord">
        <pc:chgData name="Byrd, Andrew M." userId="S::amby222@uky.edu::2d5836b5-4a72-4fdb-bd90-63723c1cd390" providerId="AD" clId="Web-{1A88F70B-2BAB-B9B9-9992-AC138E11DD00}" dt="2024-09-25T14:02:01.770" v="59" actId="20577"/>
        <pc:sldMkLst>
          <pc:docMk/>
          <pc:sldMk cId="2054072692" sldId="349"/>
        </pc:sldMkLst>
        <pc:spChg chg="mod">
          <ac:chgData name="Byrd, Andrew M." userId="S::amby222@uky.edu::2d5836b5-4a72-4fdb-bd90-63723c1cd390" providerId="AD" clId="Web-{1A88F70B-2BAB-B9B9-9992-AC138E11DD00}" dt="2024-09-25T13:47:06.948" v="2" actId="20577"/>
          <ac:spMkLst>
            <pc:docMk/>
            <pc:sldMk cId="2054072692" sldId="349"/>
            <ac:spMk id="2" creationId="{FE24E7B9-02A7-A702-9A4B-8C5AAFE17543}"/>
          </ac:spMkLst>
        </pc:spChg>
        <pc:spChg chg="mod">
          <ac:chgData name="Byrd, Andrew M." userId="S::amby222@uky.edu::2d5836b5-4a72-4fdb-bd90-63723c1cd390" providerId="AD" clId="Web-{1A88F70B-2BAB-B9B9-9992-AC138E11DD00}" dt="2024-09-25T14:02:01.770" v="59" actId="20577"/>
          <ac:spMkLst>
            <pc:docMk/>
            <pc:sldMk cId="2054072692" sldId="349"/>
            <ac:spMk id="3" creationId="{29952A78-7EFB-98A4-D9D8-F7A8D0D41FA6}"/>
          </ac:spMkLst>
        </pc:spChg>
      </pc:sldChg>
    </pc:docChg>
  </pc:docChgLst>
  <pc:docChgLst>
    <pc:chgData name="Byrd, Andrew M." userId="S::amby222@uky.edu::2d5836b5-4a72-4fdb-bd90-63723c1cd390" providerId="AD" clId="Web-{DE05394B-D96C-0498-B64E-738E972C7D1B}"/>
    <pc:docChg chg="modSld">
      <pc:chgData name="Byrd, Andrew M." userId="S::amby222@uky.edu::2d5836b5-4a72-4fdb-bd90-63723c1cd390" providerId="AD" clId="Web-{DE05394B-D96C-0498-B64E-738E972C7D1B}" dt="2024-09-23T14:36:45.370" v="1" actId="20577"/>
      <pc:docMkLst>
        <pc:docMk/>
      </pc:docMkLst>
      <pc:sldChg chg="modSp">
        <pc:chgData name="Byrd, Andrew M." userId="S::amby222@uky.edu::2d5836b5-4a72-4fdb-bd90-63723c1cd390" providerId="AD" clId="Web-{DE05394B-D96C-0498-B64E-738E972C7D1B}" dt="2024-09-23T14:36:45.370" v="1" actId="20577"/>
        <pc:sldMkLst>
          <pc:docMk/>
          <pc:sldMk cId="2301762937" sldId="341"/>
        </pc:sldMkLst>
        <pc:spChg chg="mod">
          <ac:chgData name="Byrd, Andrew M." userId="S::amby222@uky.edu::2d5836b5-4a72-4fdb-bd90-63723c1cd390" providerId="AD" clId="Web-{DE05394B-D96C-0498-B64E-738E972C7D1B}" dt="2024-09-23T14:36:45.370" v="1" actId="20577"/>
          <ac:spMkLst>
            <pc:docMk/>
            <pc:sldMk cId="2301762937" sldId="341"/>
            <ac:spMk id="3" creationId="{BBCCF0FA-1525-CC39-9246-4C47BE7B6DE6}"/>
          </ac:spMkLst>
        </pc:spChg>
      </pc:sldChg>
    </pc:docChg>
  </pc:docChgLst>
  <pc:docChgLst>
    <pc:chgData name="Byrd, Andrew M." userId="S::amby222@uky.edu::2d5836b5-4a72-4fdb-bd90-63723c1cd390" providerId="AD" clId="Web-{105E7C04-0245-C3AC-D201-703821864C80}"/>
    <pc:docChg chg="addSld delSld modSld sldOrd">
      <pc:chgData name="Byrd, Andrew M." userId="S::amby222@uky.edu::2d5836b5-4a72-4fdb-bd90-63723c1cd390" providerId="AD" clId="Web-{105E7C04-0245-C3AC-D201-703821864C80}" dt="2024-09-26T13:05:59.835" v="612" actId="20577"/>
      <pc:docMkLst>
        <pc:docMk/>
      </pc:docMkLst>
      <pc:sldChg chg="delSp modSp del ord">
        <pc:chgData name="Byrd, Andrew M." userId="S::amby222@uky.edu::2d5836b5-4a72-4fdb-bd90-63723c1cd390" providerId="AD" clId="Web-{105E7C04-0245-C3AC-D201-703821864C80}" dt="2024-09-26T13:05:41.490" v="594"/>
        <pc:sldMkLst>
          <pc:docMk/>
          <pc:sldMk cId="0" sldId="287"/>
        </pc:sldMkLst>
        <pc:spChg chg="mod">
          <ac:chgData name="Byrd, Andrew M." userId="S::amby222@uky.edu::2d5836b5-4a72-4fdb-bd90-63723c1cd390" providerId="AD" clId="Web-{105E7C04-0245-C3AC-D201-703821864C80}" dt="2024-09-26T12:47:16.608" v="128" actId="20577"/>
          <ac:spMkLst>
            <pc:docMk/>
            <pc:sldMk cId="0" sldId="287"/>
            <ac:spMk id="265" creationId="{00000000-0000-0000-0000-000000000000}"/>
          </ac:spMkLst>
        </pc:spChg>
        <pc:picChg chg="del">
          <ac:chgData name="Byrd, Andrew M." userId="S::amby222@uky.edu::2d5836b5-4a72-4fdb-bd90-63723c1cd390" providerId="AD" clId="Web-{105E7C04-0245-C3AC-D201-703821864C80}" dt="2024-09-26T12:47:17.983" v="129"/>
          <ac:picMkLst>
            <pc:docMk/>
            <pc:sldMk cId="0" sldId="287"/>
            <ac:picMk id="266" creationId="{00000000-0000-0000-0000-000000000000}"/>
          </ac:picMkLst>
        </pc:picChg>
      </pc:sldChg>
      <pc:sldChg chg="modSp">
        <pc:chgData name="Byrd, Andrew M." userId="S::amby222@uky.edu::2d5836b5-4a72-4fdb-bd90-63723c1cd390" providerId="AD" clId="Web-{105E7C04-0245-C3AC-D201-703821864C80}" dt="2024-09-26T12:46:28.466" v="119" actId="20577"/>
        <pc:sldMkLst>
          <pc:docMk/>
          <pc:sldMk cId="2054072692" sldId="349"/>
        </pc:sldMkLst>
        <pc:spChg chg="mod">
          <ac:chgData name="Byrd, Andrew M." userId="S::amby222@uky.edu::2d5836b5-4a72-4fdb-bd90-63723c1cd390" providerId="AD" clId="Web-{105E7C04-0245-C3AC-D201-703821864C80}" dt="2024-09-26T12:46:28.466" v="119" actId="20577"/>
          <ac:spMkLst>
            <pc:docMk/>
            <pc:sldMk cId="2054072692" sldId="349"/>
            <ac:spMk id="3" creationId="{29952A78-7EFB-98A4-D9D8-F7A8D0D41FA6}"/>
          </ac:spMkLst>
        </pc:spChg>
      </pc:sldChg>
      <pc:sldChg chg="modSp add replId">
        <pc:chgData name="Byrd, Andrew M." userId="S::amby222@uky.edu::2d5836b5-4a72-4fdb-bd90-63723c1cd390" providerId="AD" clId="Web-{105E7C04-0245-C3AC-D201-703821864C80}" dt="2024-09-26T12:43:33.569" v="2" actId="20577"/>
        <pc:sldMkLst>
          <pc:docMk/>
          <pc:sldMk cId="3989111930" sldId="350"/>
        </pc:sldMkLst>
        <pc:spChg chg="mod">
          <ac:chgData name="Byrd, Andrew M." userId="S::amby222@uky.edu::2d5836b5-4a72-4fdb-bd90-63723c1cd390" providerId="AD" clId="Web-{105E7C04-0245-C3AC-D201-703821864C80}" dt="2024-09-26T12:43:33.569" v="2" actId="20577"/>
          <ac:spMkLst>
            <pc:docMk/>
            <pc:sldMk cId="3989111930" sldId="350"/>
            <ac:spMk id="67" creationId="{00000000-0000-0000-0000-000000000000}"/>
          </ac:spMkLst>
        </pc:spChg>
      </pc:sldChg>
      <pc:sldChg chg="modSp new ord">
        <pc:chgData name="Byrd, Andrew M." userId="S::amby222@uky.edu::2d5836b5-4a72-4fdb-bd90-63723c1cd390" providerId="AD" clId="Web-{105E7C04-0245-C3AC-D201-703821864C80}" dt="2024-09-26T12:44:52.806" v="118" actId="20577"/>
        <pc:sldMkLst>
          <pc:docMk/>
          <pc:sldMk cId="3168516495" sldId="351"/>
        </pc:sldMkLst>
        <pc:spChg chg="mod">
          <ac:chgData name="Byrd, Andrew M." userId="S::amby222@uky.edu::2d5836b5-4a72-4fdb-bd90-63723c1cd390" providerId="AD" clId="Web-{105E7C04-0245-C3AC-D201-703821864C80}" dt="2024-09-26T12:43:40.304" v="5" actId="20577"/>
          <ac:spMkLst>
            <pc:docMk/>
            <pc:sldMk cId="3168516495" sldId="351"/>
            <ac:spMk id="2" creationId="{2853F0CA-53F9-65EC-0CF5-0DBA48D50EED}"/>
          </ac:spMkLst>
        </pc:spChg>
        <pc:spChg chg="mod">
          <ac:chgData name="Byrd, Andrew M." userId="S::amby222@uky.edu::2d5836b5-4a72-4fdb-bd90-63723c1cd390" providerId="AD" clId="Web-{105E7C04-0245-C3AC-D201-703821864C80}" dt="2024-09-26T12:44:52.806" v="118" actId="20577"/>
          <ac:spMkLst>
            <pc:docMk/>
            <pc:sldMk cId="3168516495" sldId="351"/>
            <ac:spMk id="3" creationId="{303DA931-7681-56EB-F626-055C1CDDD71C}"/>
          </ac:spMkLst>
        </pc:spChg>
      </pc:sldChg>
      <pc:sldChg chg="delSp modSp add del replId">
        <pc:chgData name="Byrd, Andrew M." userId="S::amby222@uky.edu::2d5836b5-4a72-4fdb-bd90-63723c1cd390" providerId="AD" clId="Web-{105E7C04-0245-C3AC-D201-703821864C80}" dt="2024-09-26T13:05:33.927" v="589"/>
        <pc:sldMkLst>
          <pc:docMk/>
          <pc:sldMk cId="568996160" sldId="352"/>
        </pc:sldMkLst>
        <pc:spChg chg="mod">
          <ac:chgData name="Byrd, Andrew M." userId="S::amby222@uky.edu::2d5836b5-4a72-4fdb-bd90-63723c1cd390" providerId="AD" clId="Web-{105E7C04-0245-C3AC-D201-703821864C80}" dt="2024-09-26T12:47:47" v="148" actId="20577"/>
          <ac:spMkLst>
            <pc:docMk/>
            <pc:sldMk cId="568996160" sldId="352"/>
            <ac:spMk id="216" creationId="{00000000-0000-0000-0000-000000000000}"/>
          </ac:spMkLst>
        </pc:spChg>
        <pc:spChg chg="mod">
          <ac:chgData name="Byrd, Andrew M." userId="S::amby222@uky.edu::2d5836b5-4a72-4fdb-bd90-63723c1cd390" providerId="AD" clId="Web-{105E7C04-0245-C3AC-D201-703821864C80}" dt="2024-09-26T12:59:28.134" v="263" actId="20577"/>
          <ac:spMkLst>
            <pc:docMk/>
            <pc:sldMk cId="568996160" sldId="352"/>
            <ac:spMk id="217" creationId="{00000000-0000-0000-0000-000000000000}"/>
          </ac:spMkLst>
        </pc:spChg>
        <pc:spChg chg="del">
          <ac:chgData name="Byrd, Andrew M." userId="S::amby222@uky.edu::2d5836b5-4a72-4fdb-bd90-63723c1cd390" providerId="AD" clId="Web-{105E7C04-0245-C3AC-D201-703821864C80}" dt="2024-09-26T12:47:55.485" v="151"/>
          <ac:spMkLst>
            <pc:docMk/>
            <pc:sldMk cId="568996160" sldId="352"/>
            <ac:spMk id="218" creationId="{00000000-0000-0000-0000-000000000000}"/>
          </ac:spMkLst>
        </pc:spChg>
        <pc:spChg chg="del">
          <ac:chgData name="Byrd, Andrew M." userId="S::amby222@uky.edu::2d5836b5-4a72-4fdb-bd90-63723c1cd390" providerId="AD" clId="Web-{105E7C04-0245-C3AC-D201-703821864C80}" dt="2024-09-26T12:47:54.203" v="150"/>
          <ac:spMkLst>
            <pc:docMk/>
            <pc:sldMk cId="568996160" sldId="352"/>
            <ac:spMk id="219" creationId="{00000000-0000-0000-0000-000000000000}"/>
          </ac:spMkLst>
        </pc:spChg>
        <pc:spChg chg="del">
          <ac:chgData name="Byrd, Andrew M." userId="S::amby222@uky.edu::2d5836b5-4a72-4fdb-bd90-63723c1cd390" providerId="AD" clId="Web-{105E7C04-0245-C3AC-D201-703821864C80}" dt="2024-09-26T12:47:52.844" v="149"/>
          <ac:spMkLst>
            <pc:docMk/>
            <pc:sldMk cId="568996160" sldId="352"/>
            <ac:spMk id="220" creationId="{00000000-0000-0000-0000-000000000000}"/>
          </ac:spMkLst>
        </pc:spChg>
      </pc:sldChg>
      <pc:sldChg chg="add del replId">
        <pc:chgData name="Byrd, Andrew M." userId="S::amby222@uky.edu::2d5836b5-4a72-4fdb-bd90-63723c1cd390" providerId="AD" clId="Web-{105E7C04-0245-C3AC-D201-703821864C80}" dt="2024-09-26T12:47:29.124" v="131"/>
        <pc:sldMkLst>
          <pc:docMk/>
          <pc:sldMk cId="3414162073" sldId="352"/>
        </pc:sldMkLst>
      </pc:sldChg>
      <pc:sldChg chg="addSp modSp new add del">
        <pc:chgData name="Byrd, Andrew M." userId="S::amby222@uky.edu::2d5836b5-4a72-4fdb-bd90-63723c1cd390" providerId="AD" clId="Web-{105E7C04-0245-C3AC-D201-703821864C80}" dt="2024-09-26T13:05:33.943" v="592"/>
        <pc:sldMkLst>
          <pc:docMk/>
          <pc:sldMk cId="222785100" sldId="353"/>
        </pc:sldMkLst>
        <pc:spChg chg="mod">
          <ac:chgData name="Byrd, Andrew M." userId="S::amby222@uky.edu::2d5836b5-4a72-4fdb-bd90-63723c1cd390" providerId="AD" clId="Web-{105E7C04-0245-C3AC-D201-703821864C80}" dt="2024-09-26T12:49:21.378" v="168" actId="20577"/>
          <ac:spMkLst>
            <pc:docMk/>
            <pc:sldMk cId="222785100" sldId="353"/>
            <ac:spMk id="2" creationId="{EC424FDE-BCD0-0AB3-9CFD-37C46407A6C3}"/>
          </ac:spMkLst>
        </pc:spChg>
        <pc:spChg chg="mod">
          <ac:chgData name="Byrd, Andrew M." userId="S::amby222@uky.edu::2d5836b5-4a72-4fdb-bd90-63723c1cd390" providerId="AD" clId="Web-{105E7C04-0245-C3AC-D201-703821864C80}" dt="2024-09-26T13:03:50.346" v="508" actId="20577"/>
          <ac:spMkLst>
            <pc:docMk/>
            <pc:sldMk cId="222785100" sldId="353"/>
            <ac:spMk id="3" creationId="{0B4B6C00-0A70-DEFB-22EF-C49D6C13A3D8}"/>
          </ac:spMkLst>
        </pc:spChg>
        <pc:spChg chg="add mod">
          <ac:chgData name="Byrd, Andrew M." userId="S::amby222@uky.edu::2d5836b5-4a72-4fdb-bd90-63723c1cd390" providerId="AD" clId="Web-{105E7C04-0245-C3AC-D201-703821864C80}" dt="2024-09-26T13:04:45.801" v="576" actId="1076"/>
          <ac:spMkLst>
            <pc:docMk/>
            <pc:sldMk cId="222785100" sldId="353"/>
            <ac:spMk id="4" creationId="{B04EADFA-D7DE-0E99-479B-5D98C4762146}"/>
          </ac:spMkLst>
        </pc:spChg>
      </pc:sldChg>
      <pc:sldChg chg="modSp add del replId">
        <pc:chgData name="Byrd, Andrew M." userId="S::amby222@uky.edu::2d5836b5-4a72-4fdb-bd90-63723c1cd390" providerId="AD" clId="Web-{105E7C04-0245-C3AC-D201-703821864C80}" dt="2024-09-26T13:05:33.943" v="591"/>
        <pc:sldMkLst>
          <pc:docMk/>
          <pc:sldMk cId="2215118499" sldId="354"/>
        </pc:sldMkLst>
        <pc:spChg chg="mod">
          <ac:chgData name="Byrd, Andrew M." userId="S::amby222@uky.edu::2d5836b5-4a72-4fdb-bd90-63723c1cd390" providerId="AD" clId="Web-{105E7C04-0245-C3AC-D201-703821864C80}" dt="2024-09-26T13:00:41.449" v="304" actId="20577"/>
          <ac:spMkLst>
            <pc:docMk/>
            <pc:sldMk cId="2215118499" sldId="354"/>
            <ac:spMk id="217" creationId="{00000000-0000-0000-0000-000000000000}"/>
          </ac:spMkLst>
        </pc:spChg>
      </pc:sldChg>
      <pc:sldChg chg="addSp modSp new add del ord">
        <pc:chgData name="Byrd, Andrew M." userId="S::amby222@uky.edu::2d5836b5-4a72-4fdb-bd90-63723c1cd390" providerId="AD" clId="Web-{105E7C04-0245-C3AC-D201-703821864C80}" dt="2024-09-26T13:05:43.990" v="595"/>
        <pc:sldMkLst>
          <pc:docMk/>
          <pc:sldMk cId="2335234374" sldId="355"/>
        </pc:sldMkLst>
        <pc:spChg chg="mod">
          <ac:chgData name="Byrd, Andrew M." userId="S::amby222@uky.edu::2d5836b5-4a72-4fdb-bd90-63723c1cd390" providerId="AD" clId="Web-{105E7C04-0245-C3AC-D201-703821864C80}" dt="2024-09-26T13:00:55.215" v="314" actId="20577"/>
          <ac:spMkLst>
            <pc:docMk/>
            <pc:sldMk cId="2335234374" sldId="355"/>
            <ac:spMk id="2" creationId="{41466BF8-5633-6235-0D47-0F046A12BA4D}"/>
          </ac:spMkLst>
        </pc:spChg>
        <pc:spChg chg="mod">
          <ac:chgData name="Byrd, Andrew M." userId="S::amby222@uky.edu::2d5836b5-4a72-4fdb-bd90-63723c1cd390" providerId="AD" clId="Web-{105E7C04-0245-C3AC-D201-703821864C80}" dt="2024-09-26T13:01:34.685" v="338" actId="14100"/>
          <ac:spMkLst>
            <pc:docMk/>
            <pc:sldMk cId="2335234374" sldId="355"/>
            <ac:spMk id="3" creationId="{3F098AAA-ACFA-66B6-7CAB-E578E44BCB14}"/>
          </ac:spMkLst>
        </pc:spChg>
        <pc:graphicFrameChg chg="add mod">
          <ac:chgData name="Byrd, Andrew M." userId="S::amby222@uky.edu::2d5836b5-4a72-4fdb-bd90-63723c1cd390" providerId="AD" clId="Web-{105E7C04-0245-C3AC-D201-703821864C80}" dt="2024-09-26T13:01:37.763" v="339" actId="1076"/>
          <ac:graphicFrameMkLst>
            <pc:docMk/>
            <pc:sldMk cId="2335234374" sldId="355"/>
            <ac:graphicFrameMk id="5" creationId="{8E3F276D-A822-65F4-8D00-AFC1E52FD62F}"/>
          </ac:graphicFrameMkLst>
        </pc:graphicFrameChg>
      </pc:sldChg>
      <pc:sldChg chg="modSp new">
        <pc:chgData name="Byrd, Andrew M." userId="S::amby222@uky.edu::2d5836b5-4a72-4fdb-bd90-63723c1cd390" providerId="AD" clId="Web-{105E7C04-0245-C3AC-D201-703821864C80}" dt="2024-09-26T13:05:59.835" v="612" actId="20577"/>
        <pc:sldMkLst>
          <pc:docMk/>
          <pc:sldMk cId="753460804" sldId="356"/>
        </pc:sldMkLst>
        <pc:spChg chg="mod">
          <ac:chgData name="Byrd, Andrew M." userId="S::amby222@uky.edu::2d5836b5-4a72-4fdb-bd90-63723c1cd390" providerId="AD" clId="Web-{105E7C04-0245-C3AC-D201-703821864C80}" dt="2024-09-26T13:05:59.835" v="612" actId="20577"/>
          <ac:spMkLst>
            <pc:docMk/>
            <pc:sldMk cId="753460804" sldId="356"/>
            <ac:spMk id="2" creationId="{53274D1B-0BCC-FFEE-121E-C2842A818744}"/>
          </ac:spMkLst>
        </pc:spChg>
      </pc:sldChg>
    </pc:docChg>
  </pc:docChgLst>
  <pc:docChgLst>
    <pc:chgData name="Byrd, Andrew M." userId="S::amby222@uky.edu::2d5836b5-4a72-4fdb-bd90-63723c1cd390" providerId="AD" clId="Web-{631AD888-2EBA-0721-7459-06E6AC7BC487}"/>
    <pc:docChg chg="modSld">
      <pc:chgData name="Byrd, Andrew M." userId="S::amby222@uky.edu::2d5836b5-4a72-4fdb-bd90-63723c1cd390" providerId="AD" clId="Web-{631AD888-2EBA-0721-7459-06E6AC7BC487}" dt="2024-09-25T01:04:03.816" v="12" actId="20577"/>
      <pc:docMkLst>
        <pc:docMk/>
      </pc:docMkLst>
      <pc:sldChg chg="modSp">
        <pc:chgData name="Byrd, Andrew M." userId="S::amby222@uky.edu::2d5836b5-4a72-4fdb-bd90-63723c1cd390" providerId="AD" clId="Web-{631AD888-2EBA-0721-7459-06E6AC7BC487}" dt="2024-09-25T01:04:03.816" v="12" actId="20577"/>
        <pc:sldMkLst>
          <pc:docMk/>
          <pc:sldMk cId="1161999918" sldId="316"/>
        </pc:sldMkLst>
        <pc:spChg chg="mod">
          <ac:chgData name="Byrd, Andrew M." userId="S::amby222@uky.edu::2d5836b5-4a72-4fdb-bd90-63723c1cd390" providerId="AD" clId="Web-{631AD888-2EBA-0721-7459-06E6AC7BC487}" dt="2024-09-25T01:03:46.597" v="5" actId="20577"/>
          <ac:spMkLst>
            <pc:docMk/>
            <pc:sldMk cId="1161999918" sldId="316"/>
            <ac:spMk id="66" creationId="{00000000-0000-0000-0000-000000000000}"/>
          </ac:spMkLst>
        </pc:spChg>
        <pc:spChg chg="mod">
          <ac:chgData name="Byrd, Andrew M." userId="S::amby222@uky.edu::2d5836b5-4a72-4fdb-bd90-63723c1cd390" providerId="AD" clId="Web-{631AD888-2EBA-0721-7459-06E6AC7BC487}" dt="2024-09-25T01:04:03.816" v="12" actId="20577"/>
          <ac:spMkLst>
            <pc:docMk/>
            <pc:sldMk cId="1161999918" sldId="316"/>
            <ac:spMk id="6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edc24405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edc24405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edc2440591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edc2440591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edc24405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edc24405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edc244059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edc244059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edc244059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edc244059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dc244059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edc244059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edc244059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edc244059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edc244059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edc244059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edc244059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edc244059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edc244059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edc244059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edc244059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edc244059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edc244059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edc244059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edc2440591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edc2440591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edc244059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edc244059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dc24405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dc24405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dc24405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dc24405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835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dc24405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dc24405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8010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dc24405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dc24405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8204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dc24405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dc24405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4469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dc24405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dc24405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4899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dc24405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dc24405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406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edc24405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edc24405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7344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edc244059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edc244059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edc244059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edc2440591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55737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4cd4b67c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4cd4b67c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a2b83776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a2b83776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a5770eccf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a5770eccf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9a2b83776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9a2b83776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9a5770ecc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9a5770ecc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a5770ecc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9a5770ecc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9a2b83776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9a2b83776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9a5770ecc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9a5770ecc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9a5770ecc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9a5770ecc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a2b83776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a2b83776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a5770eccf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9a5770eccf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a5770ecc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a5770ecc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3173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a2b83776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a2b83776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a5770ecc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a5770ecc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a5770ecc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a5770ecc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a2b83776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a2b83776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a5770ecc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a5770ecc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9a5770ecc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9a5770ecc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9a2b83776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9a2b83776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9a5770ecc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9a5770eccf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a5770ecc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a5770eccf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9a5770ecc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9a5770ecc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a5770ecc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9a5770eccf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999cd15f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999cd15f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99cd15ff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99cd15ff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999cd15ff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999cd15ff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99cd15ff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999cd15ff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a2b8377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a2b8377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a5770ecc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a5770ecc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9c814d3b2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9c814d3b2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a5770ecc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9a5770eccf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8285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a5770ecc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9a5770eccf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3461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f59279e3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f59279e3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uTOhDqhCKQ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hawaiian-words.com/common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ansparent.com/learn-japanese/phrases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ansparent.com/learn-japanese/phrases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ansparent.com/learn-japanese/phrases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settastone.com/spanish-words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e/common-words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esaurus.com/browse/know" TargetMode="External"/><Relationship Id="rId13" Type="http://schemas.openxmlformats.org/officeDocument/2006/relationships/hyperlink" Target="https://www.thesaurus.com/browse/want" TargetMode="External"/><Relationship Id="rId18" Type="http://schemas.openxmlformats.org/officeDocument/2006/relationships/hyperlink" Target="https://www.thesaurus.com/browse/tell" TargetMode="External"/><Relationship Id="rId3" Type="http://schemas.openxmlformats.org/officeDocument/2006/relationships/hyperlink" Target="https://www.thesaurus.com/browse/do" TargetMode="External"/><Relationship Id="rId7" Type="http://schemas.openxmlformats.org/officeDocument/2006/relationships/hyperlink" Target="https://www.thesaurus.com/browse/make" TargetMode="External"/><Relationship Id="rId12" Type="http://schemas.openxmlformats.org/officeDocument/2006/relationships/hyperlink" Target="https://www.thesaurus.com/browse/come" TargetMode="External"/><Relationship Id="rId17" Type="http://schemas.openxmlformats.org/officeDocument/2006/relationships/hyperlink" Target="https://www.thesaurus.com/browse/give" TargetMode="External"/><Relationship Id="rId2" Type="http://schemas.openxmlformats.org/officeDocument/2006/relationships/notesSlide" Target="../notesSlides/notesSlide41.xml"/><Relationship Id="rId16" Type="http://schemas.openxmlformats.org/officeDocument/2006/relationships/hyperlink" Target="https://www.thesaurus.com/browse/find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thesaurus.com/browse/get" TargetMode="External"/><Relationship Id="rId11" Type="http://schemas.openxmlformats.org/officeDocument/2006/relationships/hyperlink" Target="https://www.thesaurus.com/browse/see" TargetMode="External"/><Relationship Id="rId5" Type="http://schemas.openxmlformats.org/officeDocument/2006/relationships/hyperlink" Target="https://www.thesaurus.com/browse/go" TargetMode="External"/><Relationship Id="rId15" Type="http://schemas.openxmlformats.org/officeDocument/2006/relationships/hyperlink" Target="https://www.thesaurus.com/browse/use" TargetMode="External"/><Relationship Id="rId10" Type="http://schemas.openxmlformats.org/officeDocument/2006/relationships/hyperlink" Target="https://www.thesaurus.com/browse/take" TargetMode="External"/><Relationship Id="rId4" Type="http://schemas.openxmlformats.org/officeDocument/2006/relationships/hyperlink" Target="https://www.thesaurus.com/browse/say" TargetMode="External"/><Relationship Id="rId9" Type="http://schemas.openxmlformats.org/officeDocument/2006/relationships/hyperlink" Target="https://www.thesaurus.com/browse/think" TargetMode="External"/><Relationship Id="rId14" Type="http://schemas.openxmlformats.org/officeDocument/2006/relationships/hyperlink" Target="https://www.thesaurus.com/browse/look" TargetMode="Externa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esaurus.com/browse/know" TargetMode="External"/><Relationship Id="rId13" Type="http://schemas.openxmlformats.org/officeDocument/2006/relationships/hyperlink" Target="https://www.thesaurus.com/browse/want" TargetMode="External"/><Relationship Id="rId18" Type="http://schemas.openxmlformats.org/officeDocument/2006/relationships/hyperlink" Target="https://www.thesaurus.com/browse/tell" TargetMode="External"/><Relationship Id="rId3" Type="http://schemas.openxmlformats.org/officeDocument/2006/relationships/hyperlink" Target="https://www.thesaurus.com/browse/do" TargetMode="External"/><Relationship Id="rId7" Type="http://schemas.openxmlformats.org/officeDocument/2006/relationships/hyperlink" Target="https://www.thesaurus.com/browse/make" TargetMode="External"/><Relationship Id="rId12" Type="http://schemas.openxmlformats.org/officeDocument/2006/relationships/hyperlink" Target="https://www.thesaurus.com/browse/come" TargetMode="External"/><Relationship Id="rId17" Type="http://schemas.openxmlformats.org/officeDocument/2006/relationships/hyperlink" Target="https://www.thesaurus.com/browse/give" TargetMode="External"/><Relationship Id="rId2" Type="http://schemas.openxmlformats.org/officeDocument/2006/relationships/notesSlide" Target="../notesSlides/notesSlide42.xml"/><Relationship Id="rId16" Type="http://schemas.openxmlformats.org/officeDocument/2006/relationships/hyperlink" Target="https://www.thesaurus.com/browse/find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thesaurus.com/browse/get" TargetMode="External"/><Relationship Id="rId11" Type="http://schemas.openxmlformats.org/officeDocument/2006/relationships/hyperlink" Target="https://www.thesaurus.com/browse/see" TargetMode="External"/><Relationship Id="rId5" Type="http://schemas.openxmlformats.org/officeDocument/2006/relationships/hyperlink" Target="https://www.thesaurus.com/browse/go" TargetMode="External"/><Relationship Id="rId15" Type="http://schemas.openxmlformats.org/officeDocument/2006/relationships/hyperlink" Target="https://www.thesaurus.com/browse/use" TargetMode="External"/><Relationship Id="rId10" Type="http://schemas.openxmlformats.org/officeDocument/2006/relationships/hyperlink" Target="https://www.thesaurus.com/browse/take" TargetMode="External"/><Relationship Id="rId4" Type="http://schemas.openxmlformats.org/officeDocument/2006/relationships/hyperlink" Target="https://www.thesaurus.com/browse/say" TargetMode="External"/><Relationship Id="rId9" Type="http://schemas.openxmlformats.org/officeDocument/2006/relationships/hyperlink" Target="https://www.thesaurus.com/browse/think" TargetMode="External"/><Relationship Id="rId14" Type="http://schemas.openxmlformats.org/officeDocument/2006/relationships/hyperlink" Target="https://www.thesaurus.com/browse/look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yourpocket.com/warsaw/the-polish-language-co-za-bzdura_74022f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7-minute-world-languages.com/en/georgian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susurrus-llc.github.io/langua/gen/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ipa-reader.xyz/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Linguistics 200, Week 5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Day 1: Vowels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What we’ll doing today &amp; next time</a:t>
            </a:r>
            <a:endParaRPr/>
          </a:p>
        </p:txBody>
      </p:sp>
      <p:sp>
        <p:nvSpPr>
          <p:cNvPr id="270" name="Google Shape;270;p47"/>
          <p:cNvSpPr txBox="1">
            <a:spLocks noGrp="1"/>
          </p:cNvSpPr>
          <p:nvPr>
            <p:ph type="body" idx="1"/>
          </p:nvPr>
        </p:nvSpPr>
        <p:spPr>
          <a:xfrm>
            <a:off x="311700" y="2043651"/>
            <a:ext cx="8520600" cy="2464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"/>
              <a:t>Vowels!</a:t>
            </a:r>
            <a:endParaRPr lang="en-US"/>
          </a:p>
          <a:p>
            <a:pPr marL="114300" indent="0">
              <a:lnSpc>
                <a:spcPct val="150000"/>
              </a:lnSpc>
              <a:buNone/>
            </a:pPr>
            <a:endParaRPr lang="en"/>
          </a:p>
          <a:p>
            <a:pPr marL="400050" indent="-285750">
              <a:lnSpc>
                <a:spcPct val="150000"/>
              </a:lnSpc>
            </a:pPr>
            <a:r>
              <a:rPr lang="en"/>
              <a:t>What are the properties of vowels?</a:t>
            </a:r>
          </a:p>
          <a:p>
            <a:pPr marL="400050" indent="-285750">
              <a:lnSpc>
                <a:spcPct val="150000"/>
              </a:lnSpc>
            </a:pPr>
            <a:r>
              <a:rPr lang="en"/>
              <a:t>How were the vowels of Metra constructed?</a:t>
            </a:r>
          </a:p>
          <a:p>
            <a:pPr marL="400050" indent="-285750">
              <a:lnSpc>
                <a:spcPct val="150000"/>
              </a:lnSpc>
            </a:pPr>
            <a:r>
              <a:rPr lang="en"/>
              <a:t>Creating a vowel system for </a:t>
            </a:r>
            <a:r>
              <a:rPr lang="en" err="1"/>
              <a:t>Dorgon</a:t>
            </a:r>
            <a:endParaRPr lang="en"/>
          </a:p>
          <a:p>
            <a:pPr marL="400050" indent="-285750">
              <a:lnSpc>
                <a:spcPct val="150000"/>
              </a:lnSpc>
            </a:pPr>
            <a:r>
              <a:rPr lang="en"/>
              <a:t>Begin constructing your own vowel system</a:t>
            </a:r>
            <a:endParaRPr/>
          </a:p>
          <a:p>
            <a:pPr marL="9144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12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Questions</a:t>
            </a:r>
            <a:endParaRPr/>
          </a:p>
        </p:txBody>
      </p:sp>
      <p:sp>
        <p:nvSpPr>
          <p:cNvPr id="264" name="Google Shape;264;p4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English actually has at least thirteen vowel sounds—we have just five vowel </a:t>
            </a:r>
            <a:r>
              <a:rPr lang="en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letters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en-US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317500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Consonants are described by three features: voicing, manner, and place. What features do vowels have?</a:t>
            </a:r>
            <a:endParaRPr lang="en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317500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issue with having too few vowels?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most common vowel inventory contains seven vowels.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9854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8" descr="For more details, check this Medgadget post: http://medgadget.com/archives/2010/08/first_realtime_mri_of_moving_organs_and_joints.html &#10; &#10;Video: Max Planck Institute for Biophysical Chemistry, Göttingen &#10;Martin Uecker, Shuo Zhang, Dirk Voit, Alexander Karaus, Klaus-Dietmar Merboldt, Jens Frahm &#10;Real-time MRI at a resolution of 20 ms. &#10;NMR in Biomedicine 23, doi:10.1002/nbm.1585 (Online 27 August 2010)" title="Live video of movements during speech production (MRI at 20 ms.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4800" y="587350"/>
            <a:ext cx="5291725" cy="396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082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575" y="68525"/>
            <a:ext cx="483870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9"/>
          <p:cNvSpPr txBox="1"/>
          <p:nvPr/>
        </p:nvSpPr>
        <p:spPr>
          <a:xfrm>
            <a:off x="6581125" y="170282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Height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Backness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48322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" name="Google Shape;286;p50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" name="Google Shape;287;p50"/>
          <p:cNvSpPr txBox="1"/>
          <p:nvPr/>
        </p:nvSpPr>
        <p:spPr>
          <a:xfrm>
            <a:off x="7211700" y="1943875"/>
            <a:ext cx="62184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Feet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Fit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4942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Google Shape;292;p51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3" name="Google Shape;293;p51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Height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Backness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34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8" name="Google Shape;298;p52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i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9" name="Google Shape;299;p52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Height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Backness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52"/>
          <p:cNvSpPr txBox="1"/>
          <p:nvPr/>
        </p:nvSpPr>
        <p:spPr>
          <a:xfrm>
            <a:off x="4234375" y="4425800"/>
            <a:ext cx="8319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kʰip</a:t>
            </a:r>
            <a:endParaRPr sz="15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24937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Google Shape;305;p53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i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6" name="Google Shape;306;p53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Backness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93962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Google Shape;311;p54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i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2" name="Google Shape;312;p54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Front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8401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" name="Google Shape;317;p55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i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8" name="Google Shape;318;p55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Front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Tense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41628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" name="Google Shape;323;p56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i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4" name="Google Shape;324;p56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Front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Unrounded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18512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57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ʌ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0" name="Google Shape;330;p57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Height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Backness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57"/>
          <p:cNvSpPr txBox="1"/>
          <p:nvPr/>
        </p:nvSpPr>
        <p:spPr>
          <a:xfrm>
            <a:off x="4234375" y="4425800"/>
            <a:ext cx="8319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kʰʌt</a:t>
            </a:r>
            <a:endParaRPr sz="15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21124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6" name="Google Shape;336;p58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ʊ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æ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7" name="Google Shape;337;p58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Height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Backness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58"/>
          <p:cNvSpPr txBox="1"/>
          <p:nvPr/>
        </p:nvSpPr>
        <p:spPr>
          <a:xfrm>
            <a:off x="4234375" y="4425800"/>
            <a:ext cx="8319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kʰ</a:t>
            </a:r>
            <a:r>
              <a:rPr lang="en" sz="1600" b="1"/>
              <a:t>ʊ</a:t>
            </a:r>
            <a:r>
              <a:rPr lang="en" sz="1500" b="1"/>
              <a:t>k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94500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Google Shape;343;p59"/>
          <p:cNvGraphicFramePr/>
          <p:nvPr/>
        </p:nvGraphicFramePr>
        <p:xfrm>
          <a:off x="1609188" y="703225"/>
          <a:ext cx="5362575" cy="2948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 b="1"/>
                        <a:t> 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Front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Central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Back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High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ɪ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ʊ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Mid</a:t>
                      </a:r>
                      <a:endParaRPr sz="16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tense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lax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ɛ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ʌ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ə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endParaRPr sz="16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600"/>
                        <a:t>ɔ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Low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æ</a:t>
                      </a:r>
                      <a:endParaRPr sz="16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ɑ</a:t>
                      </a:r>
                      <a:endParaRPr sz="16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4" name="Google Shape;344;p59"/>
          <p:cNvSpPr txBox="1"/>
          <p:nvPr/>
        </p:nvSpPr>
        <p:spPr>
          <a:xfrm>
            <a:off x="7344750" y="1957375"/>
            <a:ext cx="1446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Height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Backness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Tenseness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Roundedness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59"/>
          <p:cNvSpPr txBox="1"/>
          <p:nvPr/>
        </p:nvSpPr>
        <p:spPr>
          <a:xfrm>
            <a:off x="4234375" y="4425800"/>
            <a:ext cx="8319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kʰæt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41895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272525" y="-800"/>
            <a:ext cx="3310800" cy="24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your vowel system</a:t>
            </a:r>
            <a:endParaRPr/>
          </a:p>
        </p:txBody>
      </p:sp>
      <p:sp>
        <p:nvSpPr>
          <p:cNvPr id="385" name="Google Shape;385;p64"/>
          <p:cNvSpPr txBox="1"/>
          <p:nvPr/>
        </p:nvSpPr>
        <p:spPr>
          <a:xfrm>
            <a:off x="125075" y="2361177"/>
            <a:ext cx="3605700" cy="174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What is the smallest vowel system you can have?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9087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272525" y="-800"/>
            <a:ext cx="3310800" cy="24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your vowel system</a:t>
            </a:r>
            <a:endParaRPr/>
          </a:p>
        </p:txBody>
      </p:sp>
      <p:sp>
        <p:nvSpPr>
          <p:cNvPr id="385" name="Google Shape;385;p64"/>
          <p:cNvSpPr txBox="1"/>
          <p:nvPr/>
        </p:nvSpPr>
        <p:spPr>
          <a:xfrm>
            <a:off x="125075" y="2361177"/>
            <a:ext cx="3605700" cy="174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What is the smallest vowel system you can have?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B3A389-EB1A-E2A9-F45F-F891F8A80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914983"/>
              </p:ext>
            </p:extLst>
          </p:nvPr>
        </p:nvGraphicFramePr>
        <p:xfrm>
          <a:off x="4052473" y="1289097"/>
          <a:ext cx="5006406" cy="2780653"/>
        </p:xfrm>
        <a:graphic>
          <a:graphicData uri="http://schemas.openxmlformats.org/drawingml/2006/table">
            <a:tbl>
              <a:tblPr bandRow="1">
                <a:tableStyleId>{D995918F-9A37-4E83-8684-8A561F7F0141}</a:tableStyleId>
              </a:tblPr>
              <a:tblGrid>
                <a:gridCol w="693605">
                  <a:extLst>
                    <a:ext uri="{9D8B030D-6E8A-4147-A177-3AD203B41FA5}">
                      <a16:colId xmlns:a16="http://schemas.microsoft.com/office/drawing/2014/main" val="2971384234"/>
                    </a:ext>
                  </a:extLst>
                </a:gridCol>
                <a:gridCol w="1378318">
                  <a:extLst>
                    <a:ext uri="{9D8B030D-6E8A-4147-A177-3AD203B41FA5}">
                      <a16:colId xmlns:a16="http://schemas.microsoft.com/office/drawing/2014/main" val="4291751341"/>
                    </a:ext>
                  </a:extLst>
                </a:gridCol>
                <a:gridCol w="1547273">
                  <a:extLst>
                    <a:ext uri="{9D8B030D-6E8A-4147-A177-3AD203B41FA5}">
                      <a16:colId xmlns:a16="http://schemas.microsoft.com/office/drawing/2014/main" val="451571231"/>
                    </a:ext>
                  </a:extLst>
                </a:gridCol>
                <a:gridCol w="1387210">
                  <a:extLst>
                    <a:ext uri="{9D8B030D-6E8A-4147-A177-3AD203B41FA5}">
                      <a16:colId xmlns:a16="http://schemas.microsoft.com/office/drawing/2014/main" val="2661082107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 fontAlgn="auto"/>
                      <a:endParaRPr lang="en-US" sz="1600" b="1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Front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Central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Back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738542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High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  <a:p>
                      <a:pPr algn="l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tense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  <a:p>
                      <a:pPr algn="l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lax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US" sz="1600" b="0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/>
                      <a:r>
                        <a:rPr lang="en-US" sz="1600" b="0" i="0" u="none" strike="noStrike" err="1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i</a:t>
                      </a:r>
                      <a:endParaRPr lang="en-US" b="0" i="0" err="1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US" sz="1600" b="0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US" sz="1600" b="0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u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96728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Mid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  <a:p>
                      <a:pPr algn="l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tense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  <a:p>
                      <a:pPr algn="l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lax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US" sz="1600" b="0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US" sz="1600" b="0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US" sz="1600" b="0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3283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Low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US" sz="1600" b="0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u="none" strike="noStrike">
                          <a:solidFill>
                            <a:srgbClr val="695D46"/>
                          </a:solidFill>
                          <a:effectLst/>
                          <a:latin typeface="Arial"/>
                        </a:rPr>
                        <a:t>a</a:t>
                      </a:r>
                      <a:endParaRPr lang="en-US" b="0" i="0">
                        <a:solidFill>
                          <a:srgbClr val="A1E8D9"/>
                        </a:solidFill>
                        <a:effectLst/>
                        <a:latin typeface="Arial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US" sz="1600" b="0" i="0" u="none" strike="noStrike">
                        <a:solidFill>
                          <a:srgbClr val="695D4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94" marR="25394" marT="25394" marB="2539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78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463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272525" y="-800"/>
            <a:ext cx="3310800" cy="24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your vowel system</a:t>
            </a:r>
            <a:endParaRPr/>
          </a:p>
        </p:txBody>
      </p:sp>
      <p:sp>
        <p:nvSpPr>
          <p:cNvPr id="385" name="Google Shape;385;p64"/>
          <p:cNvSpPr txBox="1"/>
          <p:nvPr/>
        </p:nvSpPr>
        <p:spPr>
          <a:xfrm>
            <a:off x="125075" y="1930481"/>
            <a:ext cx="3605700" cy="217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" sz="1800">
              <a:latin typeface="Open Sans"/>
              <a:ea typeface="Open Sans"/>
              <a:cs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Which types of languages tend to have fewer vowels?</a:t>
            </a:r>
            <a:endParaRPr lang="en" sz="18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1833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272525" y="-800"/>
            <a:ext cx="3310800" cy="24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your vowel system</a:t>
            </a:r>
            <a:endParaRPr/>
          </a:p>
        </p:txBody>
      </p:sp>
      <p:sp>
        <p:nvSpPr>
          <p:cNvPr id="385" name="Google Shape;385;p64"/>
          <p:cNvSpPr txBox="1"/>
          <p:nvPr/>
        </p:nvSpPr>
        <p:spPr>
          <a:xfrm>
            <a:off x="125075" y="1930481"/>
            <a:ext cx="3605700" cy="217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" sz="1800">
              <a:latin typeface="Open Sans"/>
              <a:ea typeface="Open Sans"/>
              <a:cs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Which types of languages tend to have fewer vowels?</a:t>
            </a:r>
            <a:endParaRPr lang="en" sz="1800">
              <a:latin typeface="Open Sans"/>
              <a:ea typeface="Open Sans"/>
              <a:cs typeface="Open Sans"/>
            </a:endParaRPr>
          </a:p>
        </p:txBody>
      </p:sp>
      <p:pic>
        <p:nvPicPr>
          <p:cNvPr id="2" name="Picture 1" descr="A map of the world&#10;&#10;Description automatically generated">
            <a:extLst>
              <a:ext uri="{FF2B5EF4-FFF2-40B4-BE49-F238E27FC236}">
                <a16:creationId xmlns:a16="http://schemas.microsoft.com/office/drawing/2014/main" id="{54F9E06D-061E-E9BC-DE23-97653C8196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34" r="27273" b="-161"/>
          <a:stretch/>
        </p:blipFill>
        <p:spPr>
          <a:xfrm>
            <a:off x="4663109" y="-8283"/>
            <a:ext cx="4170302" cy="515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01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272525" y="-800"/>
            <a:ext cx="3310800" cy="24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your vowel system</a:t>
            </a:r>
            <a:endParaRPr/>
          </a:p>
        </p:txBody>
      </p:sp>
      <p:sp>
        <p:nvSpPr>
          <p:cNvPr id="385" name="Google Shape;385;p64"/>
          <p:cNvSpPr txBox="1"/>
          <p:nvPr/>
        </p:nvSpPr>
        <p:spPr>
          <a:xfrm>
            <a:off x="125075" y="2029872"/>
            <a:ext cx="3605700" cy="207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How does the “elevator” metaphor help you in your vowel system’s design?</a:t>
            </a:r>
            <a:endParaRPr lang="en" sz="18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90985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9925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272525" y="-800"/>
            <a:ext cx="3310800" cy="24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your vowel system</a:t>
            </a:r>
            <a:endParaRPr/>
          </a:p>
        </p:txBody>
      </p:sp>
      <p:sp>
        <p:nvSpPr>
          <p:cNvPr id="385" name="Google Shape;385;p64"/>
          <p:cNvSpPr txBox="1"/>
          <p:nvPr/>
        </p:nvSpPr>
        <p:spPr>
          <a:xfrm>
            <a:off x="125075" y="2029872"/>
            <a:ext cx="3605700" cy="207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How does the “elevator” metaphor help you in your vowel system’s design?</a:t>
            </a:r>
            <a:endParaRPr lang="en" sz="18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52585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272525" y="-800"/>
            <a:ext cx="3310800" cy="24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your vowel system</a:t>
            </a:r>
            <a:endParaRPr/>
          </a:p>
        </p:txBody>
      </p:sp>
      <p:sp>
        <p:nvSpPr>
          <p:cNvPr id="385" name="Google Shape;385;p64"/>
          <p:cNvSpPr txBox="1"/>
          <p:nvPr/>
        </p:nvSpPr>
        <p:spPr>
          <a:xfrm>
            <a:off x="125075" y="2112698"/>
            <a:ext cx="3605700" cy="198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" sz="1800">
              <a:latin typeface="Open Sans"/>
              <a:ea typeface="Open Sans"/>
              <a:cs typeface="Open Sans"/>
            </a:endParaRPr>
          </a:p>
          <a:p>
            <a:pPr marL="457200" indent="-342900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</a:rPr>
              <a:t>Easy ways to make your system "non-English"</a:t>
            </a:r>
          </a:p>
        </p:txBody>
      </p:sp>
    </p:spTree>
    <p:extLst>
      <p:ext uri="{BB962C8B-B14F-4D97-AF65-F5344CB8AC3E}">
        <p14:creationId xmlns:p14="http://schemas.microsoft.com/office/powerpoint/2010/main" val="3988267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272525" y="-800"/>
            <a:ext cx="3310800" cy="24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your vowel system</a:t>
            </a:r>
            <a:endParaRPr/>
          </a:p>
        </p:txBody>
      </p:sp>
      <p:sp>
        <p:nvSpPr>
          <p:cNvPr id="385" name="Google Shape;385;p64"/>
          <p:cNvSpPr txBox="1"/>
          <p:nvPr/>
        </p:nvSpPr>
        <p:spPr>
          <a:xfrm>
            <a:off x="125075" y="2112698"/>
            <a:ext cx="3605700" cy="198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" sz="1800">
              <a:latin typeface="Open Sans"/>
              <a:ea typeface="Open Sans"/>
              <a:cs typeface="Open Sans"/>
            </a:endParaRPr>
          </a:p>
          <a:p>
            <a:pPr marL="457200" indent="-342900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Open Sans"/>
              <a:buChar char="●"/>
            </a:pPr>
            <a:r>
              <a:rPr lang="en" sz="1800">
                <a:latin typeface="Open Sans"/>
                <a:ea typeface="Open Sans"/>
                <a:cs typeface="Open Sans"/>
              </a:rPr>
              <a:t>Easy ways to make your system "non-English"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7BFE99-1C61-991B-9E58-D54C7B469D7F}"/>
              </a:ext>
            </a:extLst>
          </p:cNvPr>
          <p:cNvGraphicFramePr>
            <a:graphicFrameLocks noGrp="1"/>
          </p:cNvGraphicFramePr>
          <p:nvPr/>
        </p:nvGraphicFramePr>
        <p:xfrm>
          <a:off x="3787429" y="1072601"/>
          <a:ext cx="5362575" cy="3031427"/>
        </p:xfrm>
        <a:graphic>
          <a:graphicData uri="http://schemas.openxmlformats.org/drawingml/2006/table">
            <a:tbl>
              <a:tblPr bandRow="1">
                <a:tableStyleId>{D995918F-9A37-4E83-8684-8A561F7F0141}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1343168587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700145606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79991644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329044633"/>
                    </a:ext>
                  </a:extLst>
                </a:gridCol>
              </a:tblGrid>
              <a:tr h="447256">
                <a:tc>
                  <a:txBody>
                    <a:bodyPr/>
                    <a:lstStyle/>
                    <a:p>
                      <a:pPr algn="l" rtl="0" fontAlgn="auto"/>
                      <a:endParaRPr lang="en-US" sz="1600" b="1" i="0" u="none" strike="noStrike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Front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Central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Back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971766"/>
                  </a:ext>
                </a:extLst>
              </a:tr>
              <a:tr h="112643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600" b="1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High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tense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lax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endParaRPr lang="en-US" sz="1600" b="0" i="0" u="none" strike="noStrike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 err="1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i</a:t>
                      </a:r>
                      <a:endParaRPr lang="en-US" b="0" i="0" err="1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ɪ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endParaRPr lang="en-US" sz="1600" b="0" i="0" u="none" strike="noStrike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endParaRPr lang="en-US" sz="1600" b="0" i="0" u="none" strike="noStrike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u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1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ʊ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27245"/>
                  </a:ext>
                </a:extLst>
              </a:tr>
              <a:tr h="112643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600" b="1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Mid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tense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lax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endParaRPr lang="en-US" sz="1600" b="0" i="0" u="none" strike="noStrike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e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ɛ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endParaRPr lang="en-US" sz="1600" b="0" i="0" u="none" strike="noStrike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ʌ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ə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auto"/>
                      <a:endParaRPr lang="en-US" sz="1600" b="0" i="0" u="none" strike="noStrike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o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ɔ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824446"/>
                  </a:ext>
                </a:extLst>
              </a:tr>
              <a:tr h="33129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600" b="1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Low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æ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a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600" b="0" i="0" u="none" strike="noStrike">
                          <a:solidFill>
                            <a:schemeClr val="bg2"/>
                          </a:solidFill>
                          <a:effectLst/>
                          <a:latin typeface="Arial"/>
                        </a:rPr>
                        <a:t>ɑ</a:t>
                      </a:r>
                      <a:endParaRPr lang="en-US" b="0" i="0">
                        <a:solidFill>
                          <a:schemeClr val="bg2"/>
                        </a:solidFill>
                        <a:effectLst/>
                        <a:latin typeface="Arial"/>
                      </a:endParaRPr>
                    </a:p>
                  </a:txBody>
                  <a:tcPr marL="29204" marR="29204" marT="29204" marB="29204">
                    <a:lnL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756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114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325" y="252400"/>
            <a:ext cx="581025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62"/>
          <p:cNvSpPr/>
          <p:nvPr/>
        </p:nvSpPr>
        <p:spPr>
          <a:xfrm>
            <a:off x="3747650" y="1551975"/>
            <a:ext cx="299700" cy="494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62"/>
          <p:cNvSpPr/>
          <p:nvPr/>
        </p:nvSpPr>
        <p:spPr>
          <a:xfrm>
            <a:off x="3510300" y="2109100"/>
            <a:ext cx="299700" cy="494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62"/>
          <p:cNvSpPr/>
          <p:nvPr/>
        </p:nvSpPr>
        <p:spPr>
          <a:xfrm>
            <a:off x="4921875" y="4225225"/>
            <a:ext cx="299700" cy="494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62"/>
          <p:cNvSpPr/>
          <p:nvPr/>
        </p:nvSpPr>
        <p:spPr>
          <a:xfrm>
            <a:off x="5284125" y="2109100"/>
            <a:ext cx="299700" cy="494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62"/>
          <p:cNvSpPr/>
          <p:nvPr/>
        </p:nvSpPr>
        <p:spPr>
          <a:xfrm>
            <a:off x="6753175" y="2109100"/>
            <a:ext cx="299700" cy="494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040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325" y="252400"/>
            <a:ext cx="581025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3"/>
          <p:cNvSpPr/>
          <p:nvPr/>
        </p:nvSpPr>
        <p:spPr>
          <a:xfrm>
            <a:off x="3510300" y="2109100"/>
            <a:ext cx="299700" cy="494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63"/>
          <p:cNvSpPr/>
          <p:nvPr/>
        </p:nvSpPr>
        <p:spPr>
          <a:xfrm>
            <a:off x="6753175" y="2109100"/>
            <a:ext cx="299700" cy="494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620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21F-125C-D49C-354A-0EA25BCF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Metra Vowels</a:t>
            </a:r>
          </a:p>
        </p:txBody>
      </p:sp>
      <p:pic>
        <p:nvPicPr>
          <p:cNvPr id="4" name="Picture 3" descr="A grid of white squares&#10;&#10;Description automatically generated">
            <a:extLst>
              <a:ext uri="{FF2B5EF4-FFF2-40B4-BE49-F238E27FC236}">
                <a16:creationId xmlns:a16="http://schemas.microsoft.com/office/drawing/2014/main" id="{06A05982-1B6E-970B-8384-55CC58CAB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8" y="1618836"/>
            <a:ext cx="55721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73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3AD2-BEEF-0E21-8071-0D92DCAD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Dorgons</a:t>
            </a:r>
            <a:r>
              <a:rPr lang="en-US"/>
              <a:t> – Let's make a vowel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CF0FA-1525-CC39-9246-4C47BE7B6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/>
              <a:t>What words do we already have from Elijah?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Zenasath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zinəsæ</a:t>
            </a:r>
            <a:r>
              <a:rPr lang="el-GR" b="0" i="0">
                <a:solidFill>
                  <a:srgbClr val="000000"/>
                </a:solidFill>
                <a:effectLst/>
                <a:latin typeface="Charis SIL"/>
              </a:rPr>
              <a:t>θ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/>
              <a:t>Cindor 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sɪndɔɹ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Kdasion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kdæsiɑn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Dorgon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dɔɹgɑn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Galasiul</a:t>
            </a:r>
            <a:r>
              <a:rPr lang="en-US"/>
              <a:t>		[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gəˈlæsiəɫ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Gzenian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gzɛniɑn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Dumbledimpf</a:t>
            </a:r>
            <a:r>
              <a:rPr lang="en-US"/>
              <a:t>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dʌmbl̩dɪmpf</a:t>
            </a:r>
            <a:r>
              <a:rPr lang="en-US"/>
              <a:t>]</a:t>
            </a:r>
          </a:p>
          <a:p>
            <a:pPr marL="596900" lvl="1" indent="0">
              <a:lnSpc>
                <a:spcPct val="100000"/>
              </a:lnSpc>
              <a:buNone/>
            </a:pPr>
            <a:r>
              <a:rPr lang="en-US"/>
              <a:t>(note: these word have an </a:t>
            </a:r>
            <a:r>
              <a:rPr lang="en-US" i="1"/>
              <a:t>American English </a:t>
            </a:r>
            <a:r>
              <a:rPr lang="en-US"/>
              <a:t>pronunciation – we’ll need to modify them to produce an original language!)</a:t>
            </a:r>
          </a:p>
          <a:p>
            <a:pPr marL="596900" lvl="1" indent="0">
              <a:lnSpc>
                <a:spcPct val="100000"/>
              </a:lnSpc>
              <a:buNone/>
            </a:pPr>
            <a:r>
              <a:rPr lang="en-US" b="1"/>
              <a:t>Which vowels are particularly </a:t>
            </a:r>
            <a:r>
              <a:rPr lang="en-US" b="1" err="1"/>
              <a:t>Englishy</a:t>
            </a:r>
            <a:r>
              <a:rPr lang="en-US" b="1"/>
              <a:t>? (Think about your own language experiences)</a:t>
            </a:r>
          </a:p>
        </p:txBody>
      </p:sp>
    </p:spTree>
    <p:extLst>
      <p:ext uri="{BB962C8B-B14F-4D97-AF65-F5344CB8AC3E}">
        <p14:creationId xmlns:p14="http://schemas.microsoft.com/office/powerpoint/2010/main" val="3730147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3AD2-BEEF-0E21-8071-0D92DCAD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Dorgons</a:t>
            </a:r>
            <a:r>
              <a:rPr lang="en-US"/>
              <a:t> – Let's make a vowel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CF0FA-1525-CC39-9246-4C47BE7B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0368"/>
            <a:ext cx="8520600" cy="33027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/>
              <a:t>What words do we already have from Elijah?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Zenasath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sinəsæ</a:t>
            </a:r>
            <a:r>
              <a:rPr lang="el-GR" b="0" i="0">
                <a:solidFill>
                  <a:srgbClr val="000000"/>
                </a:solidFill>
                <a:effectLst/>
                <a:latin typeface="Charis SIL"/>
              </a:rPr>
              <a:t>θ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/>
              <a:t>Cindor 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sɪndɔɹ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Kdasion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kdæsiɑn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Dorgon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dɔɹgɑn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Galasiul</a:t>
            </a:r>
            <a:r>
              <a:rPr lang="en-US"/>
              <a:t>		[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gəˈlæsiəɫ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Gzenian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gzɛniɑn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Dumbledimpf</a:t>
            </a:r>
            <a:r>
              <a:rPr lang="en-US"/>
              <a:t>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dʌmbl̩dɪmpf</a:t>
            </a:r>
            <a:r>
              <a:rPr lang="en-US"/>
              <a:t>]</a:t>
            </a:r>
          </a:p>
          <a:p>
            <a:pPr marL="596900" lvl="1" indent="0">
              <a:lnSpc>
                <a:spcPct val="100000"/>
              </a:lnSpc>
              <a:buNone/>
            </a:pPr>
            <a:r>
              <a:rPr lang="en-US"/>
              <a:t>(note: these word have an </a:t>
            </a:r>
            <a:r>
              <a:rPr lang="en-US" i="1"/>
              <a:t>American English </a:t>
            </a:r>
            <a:r>
              <a:rPr lang="en-US"/>
              <a:t>pronunciation – we’ll need to modify them to produce an original language!)</a:t>
            </a:r>
          </a:p>
          <a:p>
            <a:pPr marL="596900" lvl="1" indent="0">
              <a:lnSpc>
                <a:spcPct val="100000"/>
              </a:lnSpc>
              <a:buNone/>
            </a:pPr>
            <a:r>
              <a:rPr lang="en-US" b="1"/>
              <a:t>Which vowels (or vowel-like things) are particularly </a:t>
            </a:r>
            <a:r>
              <a:rPr lang="en-US" b="1" err="1"/>
              <a:t>Englishy</a:t>
            </a:r>
            <a:r>
              <a:rPr lang="en-US" b="1"/>
              <a:t>? (Think about your own language experiences)</a:t>
            </a:r>
          </a:p>
        </p:txBody>
      </p:sp>
    </p:spTree>
    <p:extLst>
      <p:ext uri="{BB962C8B-B14F-4D97-AF65-F5344CB8AC3E}">
        <p14:creationId xmlns:p14="http://schemas.microsoft.com/office/powerpoint/2010/main" val="4217889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3AD2-BEEF-0E21-8071-0D92DCAD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Dorgon</a:t>
            </a:r>
            <a:r>
              <a:rPr lang="en-US"/>
              <a:t> Words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CF0FA-1525-CC39-9246-4C47BE7B6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/>
              <a:t>Less-English sounding words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Zenasath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senasa</a:t>
            </a:r>
            <a:r>
              <a:rPr lang="el-GR" b="0" i="0">
                <a:solidFill>
                  <a:srgbClr val="000000"/>
                </a:solidFill>
                <a:effectLst/>
                <a:latin typeface="Charis SIL"/>
              </a:rPr>
              <a:t>θ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/>
              <a:t>Cindor 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sindoɹ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Kdasion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kdasian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Dorgon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doɹgan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Galasiul</a:t>
            </a:r>
            <a:r>
              <a:rPr lang="en-US"/>
              <a:t>		[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ga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lasiul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Gzenian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gzenian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Dumbledimpf</a:t>
            </a:r>
            <a:r>
              <a:rPr lang="en-US"/>
              <a:t>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err="1">
                <a:solidFill>
                  <a:srgbClr val="000000"/>
                </a:solidFill>
                <a:latin typeface="Charis SIL"/>
              </a:rPr>
              <a:t>dumbaldimpf</a:t>
            </a:r>
            <a:r>
              <a:rPr lang="en-US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01762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7F48-929F-CDDB-7442-62D13B17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next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4BE59-5B66-C75B-D759-2A5EC150E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Draw up a vowel chart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Plot your 3 favorite non-English vowels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Find your names that you've already constructed – what vowels are in them?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Add basic vowels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Eliminate vowels that sound too similar, or that you have a hard time pronouncing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Simplify &amp; balance your system, if needed</a:t>
            </a:r>
          </a:p>
          <a:p>
            <a:pPr lvl="1">
              <a:lnSpc>
                <a:spcPct val="114999"/>
              </a:lnSpc>
              <a:buSzPts val="1800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11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Linguistics 200, Week 5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Day 2: Vowels, Phonotactics</a:t>
            </a:r>
          </a:p>
        </p:txBody>
      </p:sp>
    </p:spTree>
    <p:extLst>
      <p:ext uri="{BB962C8B-B14F-4D97-AF65-F5344CB8AC3E}">
        <p14:creationId xmlns:p14="http://schemas.microsoft.com/office/powerpoint/2010/main" val="1161999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E7B9-02A7-A702-9A4B-8C5AAFE1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52A78-7EFB-98A4-D9D8-F7A8D0D41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622164"/>
            <a:ext cx="8520600" cy="2946861"/>
          </a:xfrm>
        </p:spPr>
        <p:txBody>
          <a:bodyPr/>
          <a:lstStyle/>
          <a:p>
            <a:r>
              <a:rPr lang="en-US"/>
              <a:t>Finish Vowel system</a:t>
            </a:r>
          </a:p>
          <a:p>
            <a:pPr>
              <a:lnSpc>
                <a:spcPct val="114999"/>
              </a:lnSpc>
            </a:pPr>
            <a:r>
              <a:rPr lang="en-US"/>
              <a:t>Syllables / Phonotactics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r>
              <a:rPr lang="en-US"/>
              <a:t>For class credit: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 marL="114300" indent="0" algn="ctr">
              <a:lnSpc>
                <a:spcPct val="114999"/>
              </a:lnSpc>
              <a:buSzPts val="1800"/>
              <a:buNone/>
            </a:pPr>
            <a:r>
              <a:rPr lang="en-US"/>
              <a:t>Subdivide your sounds into different groups (see slide 57)</a:t>
            </a:r>
          </a:p>
          <a:p>
            <a:pPr lvl="1">
              <a:lnSpc>
                <a:spcPct val="114999"/>
              </a:lnSpc>
              <a:buSzPts val="1800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72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Questions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syllable? How does a syllable compare to, say, a consonant?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Japanese is unique in that it has restrictions on how their words and syllables are pronounced.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lphaL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lphaL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Say out loud “Fneischel”. How can you tell this is not an English word?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following words. Why do or don’t they seem like they could be English?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lphaL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Hraind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lphaL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Farp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lphaL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Txai</a:t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What are syllables?</a:t>
            </a:r>
            <a:endParaRPr lang="en-US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490450"/>
            <a:ext cx="8520600" cy="30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800"/>
              <a:t>σ</a:t>
            </a:r>
            <a:endParaRPr sz="1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088" y="810150"/>
            <a:ext cx="5707781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Hawaiian</a:t>
            </a: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311700" y="2323975"/>
            <a:ext cx="8520600" cy="22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https://hawaiian-words.com/common/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Hawaiian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233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Akua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Ala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Alelo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Ali‘i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Aloha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Aloha ‘auinalā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Aloha ‘oe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Aloha ahiahi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Hawaiian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233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Akua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Ala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Alelo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Ali‘i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Aloha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Aloha ‘auinalā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Aloha ‘oe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highlight>
                  <a:srgbClr val="FCFCFC"/>
                </a:highlight>
              </a:rPr>
              <a:t>Aloha ahiahi</a:t>
            </a: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400"/>
          </a:p>
        </p:txBody>
      </p:sp>
      <p:sp>
        <p:nvSpPr>
          <p:cNvPr id="103" name="Google Shape;103;p19"/>
          <p:cNvSpPr txBox="1"/>
          <p:nvPr/>
        </p:nvSpPr>
        <p:spPr>
          <a:xfrm>
            <a:off x="5486525" y="2024200"/>
            <a:ext cx="16788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(C)V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Japanese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2323975"/>
            <a:ext cx="8520600" cy="22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https://www.transparent.com/learn-japanese/phrases.html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Japanese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Hai.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Yes.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はい。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Iie.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No.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いいえ。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O-negai shimasu.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Please.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おねがいします。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Arigatō.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Thank you.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ありがとう。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Dōitashimashite.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You're welcome.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どういたしまして。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305325" y="11524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Sumimasen.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Excuse me.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すみません。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Gomennasai.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I am sorry.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ごめんなさい。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Ohayō gozaimasu.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Good morning.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おはようございます。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Konbanwa.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Good evening.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こんばんは。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O-yasumi nasai.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Good night.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おやすみなさい。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Japanese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Hai.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Yes.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はい。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Iie.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No.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いいえ。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O-negai shimasu.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Please.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おねがいします。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Arigatō.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Thank you.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ありがとう。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Dōitashimashite.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You're welcome.</a:t>
            </a:r>
            <a:endParaRPr sz="135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どういたしまして。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305325" y="11524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Sumimasen.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Excuse me.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すみません。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Gomennasai.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I am sorry.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ごめんなさい。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Ohayō gozaimasu.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Good morning.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おはようございます。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Konbanwa.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Good evening.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こんばんは。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3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O-yasumi nasai.</a:t>
            </a: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 Good night.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74747"/>
                </a:solidFill>
                <a:highlight>
                  <a:srgbClr val="FFFFFF"/>
                </a:highlight>
              </a:rPr>
              <a:t>おやすみなさい。</a:t>
            </a:r>
            <a:endParaRPr sz="1350">
              <a:solidFill>
                <a:srgbClr val="474747"/>
              </a:solidFill>
              <a:highlight>
                <a:srgbClr val="FFFFFF"/>
              </a:highlight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6556825" y="2125025"/>
            <a:ext cx="21225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(C)V(N)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5865775" y="3404675"/>
            <a:ext cx="32781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(C)V(C</a:t>
            </a:r>
            <a:r>
              <a:rPr lang="en" sz="4800" baseline="-25000"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" sz="4800" baseline="-25000"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V)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Spanish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2346475"/>
            <a:ext cx="8520600" cy="22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https://www.rosettastone.com/spanish-words/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Spanish</a:t>
            </a:r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Buenos días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Good morning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Buenas tardes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Good afternoon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Buenas noches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Good evening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Hola, me llamo Juan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Hello, my name is John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 llamo…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My name is…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¿Cómo te llamas?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What’s your name?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Mucho gusto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Nice to meet you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¿Cómo estás?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How are you?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Estoy bien, gracias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I’m well thank you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Disculpa. ¿Dónde está el baño?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Excuse me. Where is the bathroom?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¿Qué hora es?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What time is it?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¿Cómo se dice ‘concert’ en español?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How do you say ‘concert’ in Spanish?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Estoy perdido/a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 am lost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Yo no comprendo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 do not understand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Por favor, habla más despacio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Would you speak slower, please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 extraño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 miss you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 quiero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 love you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Spanish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1700" y="12888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Buenos días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Good morning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Buenas tardes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Good afternoon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Buenas noches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Good evening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Hola, me llamo Juan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Hello, my name is John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 llamo…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My name is…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¿Cómo te llamas?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What’s your name?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Mucho gusto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Nice to meet you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¿Cómo estás?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How are you?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Estoy bien, gracias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I’m well thank you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Disculpa. ¿Dónde está el baño?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Excuse me. Where is the bathroom?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¿Qué hora es?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What time is it?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¿Cómo se dice ‘concert’ en español?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How do you say ‘concert’ in Spanish?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Estoy perdido/a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 am lost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Yo no comprendo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 do not understand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Por favor, habla más despacio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Would you speak slower, please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 extraño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 miss you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96900" lvl="0" indent="-3048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Char char="●"/>
            </a:pPr>
            <a:r>
              <a:rPr lang="en" sz="1200" i="1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 quiero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I love you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2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6497900" y="1008250"/>
            <a:ext cx="2376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(CL)V(s)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6456000" y="1940125"/>
            <a:ext cx="2376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(CL)V(L)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6456000" y="2916975"/>
            <a:ext cx="25197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(CL)V(N)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Linguistics 200, Week 5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Day 3: Phonotactics</a:t>
            </a:r>
          </a:p>
        </p:txBody>
      </p:sp>
    </p:spTree>
    <p:extLst>
      <p:ext uri="{BB962C8B-B14F-4D97-AF65-F5344CB8AC3E}">
        <p14:creationId xmlns:p14="http://schemas.microsoft.com/office/powerpoint/2010/main" val="3989111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F0CA-53F9-65EC-0CF5-0DBA48D50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DA931-7681-56EB-F626-055C1CDDD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You've made your C &amp; V systems</a:t>
            </a:r>
          </a:p>
          <a:p>
            <a:pPr>
              <a:lnSpc>
                <a:spcPct val="114999"/>
              </a:lnSpc>
            </a:pPr>
            <a:r>
              <a:rPr lang="en-US"/>
              <a:t>We began talking about phonotactics 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"how you're allowed to put your sounds together"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All about syllables</a:t>
            </a:r>
          </a:p>
          <a:p>
            <a:pPr>
              <a:lnSpc>
                <a:spcPct val="114999"/>
              </a:lnSpc>
            </a:pPr>
            <a:r>
              <a:rPr lang="en-US"/>
              <a:t>What was the syllable structure of:</a:t>
            </a:r>
          </a:p>
          <a:p>
            <a:pPr lvl="1">
              <a:lnSpc>
                <a:spcPct val="114999"/>
              </a:lnSpc>
            </a:pPr>
            <a:r>
              <a:rPr lang="en-US"/>
              <a:t>Hawaiian?</a:t>
            </a:r>
          </a:p>
          <a:p>
            <a:pPr lvl="1">
              <a:lnSpc>
                <a:spcPct val="114999"/>
              </a:lnSpc>
            </a:pPr>
            <a:r>
              <a:rPr lang="en-US"/>
              <a:t>Japanese?</a:t>
            </a:r>
          </a:p>
          <a:p>
            <a:pPr lvl="1">
              <a:lnSpc>
                <a:spcPct val="114999"/>
              </a:lnSpc>
            </a:pPr>
            <a:r>
              <a:rPr lang="en-US"/>
              <a:t>Spanish?</a:t>
            </a:r>
          </a:p>
        </p:txBody>
      </p:sp>
    </p:spTree>
    <p:extLst>
      <p:ext uri="{BB962C8B-B14F-4D97-AF65-F5344CB8AC3E}">
        <p14:creationId xmlns:p14="http://schemas.microsoft.com/office/powerpoint/2010/main" val="31685164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</a:t>
            </a:r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xfrm>
            <a:off x="311700" y="2503875"/>
            <a:ext cx="8520600" cy="20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https://www.dictionary.com/e/common-words/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311700" y="1452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</a:t>
            </a:r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body" idx="1"/>
          </p:nvPr>
        </p:nvSpPr>
        <p:spPr>
          <a:xfrm>
            <a:off x="82450" y="97285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accomplish, prepare, resolve, work out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say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suggest, disclose, answer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continue, move, lead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bring, attain, catch, become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create, cause, prepare, invest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understand, appreciate, experience, identify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think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contemplate, remember, judge, consider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take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accept, steal, buy, endure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detect, comprehend, scan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happen, appear, extend, occur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want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choose, prefer, require, wish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look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glance, notice, peer, read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accept, apply, handle, work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detect, discover, notice, uncover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give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grant, award, issue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tell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confess, explain, inform, reveal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1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311700" y="1452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</a:t>
            </a:r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1"/>
          </p:nvPr>
        </p:nvSpPr>
        <p:spPr>
          <a:xfrm>
            <a:off x="82450" y="97285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accomplish, prepare, resolve, work out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say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suggest, disclose, answer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continue, move, lead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bring, attain, catch, become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create, cause, prepare, invest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understand, appreciate, experience, identify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think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contemplate, remember, judge, consider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take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accept, steal, buy, endure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detect, comprehend, scan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happen, appear, extend, occur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want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choose, prefer, require, wish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look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glance, notice, peer, read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accept, apply, handle, work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detect, discover, notice, uncover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give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grant, award, issue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62000" lvl="0" indent="-314325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Arial"/>
              <a:buChar char="●"/>
            </a:pPr>
            <a:r>
              <a:rPr lang="en" sz="1350" b="1" u="sng">
                <a:solidFill>
                  <a:srgbClr val="09BD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tell</a:t>
            </a:r>
            <a:r>
              <a:rPr lang="en" sz="1350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50" i="1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confess, explain, inform, reveal</a:t>
            </a:r>
            <a:endParaRPr sz="1350" i="1">
              <a:solidFill>
                <a:srgbClr val="4A4A4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1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65" name="Google Shape;165;p28"/>
          <p:cNvSpPr txBox="1"/>
          <p:nvPr/>
        </p:nvSpPr>
        <p:spPr>
          <a:xfrm>
            <a:off x="4959275" y="2125025"/>
            <a:ext cx="42237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(s)(C)(R)V(C)(C)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Polish</a:t>
            </a: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body" idx="1"/>
          </p:nvPr>
        </p:nvSpPr>
        <p:spPr>
          <a:xfrm>
            <a:off x="311700" y="1971725"/>
            <a:ext cx="8520600" cy="2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https://www.inyourpocket.com/warsaw/the-polish-language-co-za-bzdura_74022f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Polish</a:t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725" y="1814475"/>
            <a:ext cx="737235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Polish</a:t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725" y="1814475"/>
            <a:ext cx="73723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5044050" y="491075"/>
            <a:ext cx="33132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pen Sans"/>
                <a:ea typeface="Open Sans"/>
                <a:cs typeface="Open Sans"/>
                <a:sym typeface="Open Sans"/>
              </a:rPr>
              <a:t>CCRVs/L/N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Georgian</a:t>
            </a:r>
            <a:endParaRPr/>
          </a:p>
        </p:txBody>
      </p:sp>
      <p:sp>
        <p:nvSpPr>
          <p:cNvPr id="190" name="Google Shape;190;p32"/>
          <p:cNvSpPr txBox="1">
            <a:spLocks noGrp="1"/>
          </p:cNvSpPr>
          <p:nvPr>
            <p:ph type="body" idx="1"/>
          </p:nvPr>
        </p:nvSpPr>
        <p:spPr>
          <a:xfrm>
            <a:off x="311700" y="2406425"/>
            <a:ext cx="8520600" cy="21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https://www.17-minute-world-languages.com/en/georgian/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Georgian</a:t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325" y="1197400"/>
            <a:ext cx="7929987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Georgian</a:t>
            </a:r>
            <a:endParaRPr/>
          </a:p>
        </p:txBody>
      </p:sp>
      <p:pic>
        <p:nvPicPr>
          <p:cNvPr id="202" name="Google Shape;2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325" y="1197400"/>
            <a:ext cx="7929987" cy="36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4"/>
          <p:cNvSpPr/>
          <p:nvPr/>
        </p:nvSpPr>
        <p:spPr>
          <a:xfrm>
            <a:off x="1791425" y="4437600"/>
            <a:ext cx="1686300" cy="446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4"/>
          <p:cNvSpPr txBox="1"/>
          <p:nvPr/>
        </p:nvSpPr>
        <p:spPr>
          <a:xfrm>
            <a:off x="4901900" y="4408800"/>
            <a:ext cx="4317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CC0000"/>
                </a:highlight>
                <a:latin typeface="Open Sans"/>
                <a:ea typeface="Open Sans"/>
                <a:cs typeface="Open Sans"/>
                <a:sym typeface="Open Sans"/>
              </a:rPr>
              <a:t>!!!!!!!!!!!!!!!!!</a:t>
            </a:r>
            <a:endParaRPr>
              <a:highlight>
                <a:srgbClr val="CC0000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4986850" y="3594350"/>
            <a:ext cx="4317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CC0000"/>
                </a:highlight>
                <a:latin typeface="Open Sans"/>
                <a:ea typeface="Open Sans"/>
                <a:cs typeface="Open Sans"/>
                <a:sym typeface="Open Sans"/>
              </a:rPr>
              <a:t>!!!!!</a:t>
            </a:r>
            <a:endParaRPr>
              <a:highlight>
                <a:srgbClr val="CC0000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Georgian</a:t>
            </a:r>
            <a:endParaRPr/>
          </a:p>
        </p:txBody>
      </p:sp>
      <p:sp>
        <p:nvSpPr>
          <p:cNvPr id="211" name="Google Shape;211;p35"/>
          <p:cNvSpPr txBox="1">
            <a:spLocks noGrp="1"/>
          </p:cNvSpPr>
          <p:nvPr>
            <p:ph type="body" idx="1"/>
          </p:nvPr>
        </p:nvSpPr>
        <p:spPr>
          <a:xfrm>
            <a:off x="311700" y="2316500"/>
            <a:ext cx="8520600" cy="2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/>
              <a:t>gvprtskvni </a:t>
            </a:r>
            <a:r>
              <a:rPr lang="en"/>
              <a:t>“you peeled us (like a potato)”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268650" y="792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your phonotactics</a:t>
            </a:r>
            <a:endParaRPr/>
          </a:p>
        </p:txBody>
      </p:sp>
      <p:sp>
        <p:nvSpPr>
          <p:cNvPr id="217" name="Google Shape;217;p36"/>
          <p:cNvSpPr txBox="1">
            <a:spLocks noGrp="1"/>
          </p:cNvSpPr>
          <p:nvPr>
            <p:ph type="body" idx="1"/>
          </p:nvPr>
        </p:nvSpPr>
        <p:spPr>
          <a:xfrm>
            <a:off x="311700" y="786675"/>
            <a:ext cx="8520600" cy="30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begin by subdividing your sounds into different groups: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 = all consonants (so, p/t/k)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 = all vowels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 = stops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 = Fricatives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 = Stops, Fricatives, Affricates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 = Nasals			R = Nasals, Liquids, Glides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 = Liquids			H = Fricatives + 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G = Glides</a:t>
            </a:r>
            <a:endParaRPr/>
          </a:p>
        </p:txBody>
      </p:sp>
      <p:sp>
        <p:nvSpPr>
          <p:cNvPr id="218" name="Google Shape;218;p36"/>
          <p:cNvSpPr txBox="1"/>
          <p:nvPr/>
        </p:nvSpPr>
        <p:spPr>
          <a:xfrm>
            <a:off x="4723225" y="2571750"/>
            <a:ext cx="4317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You might have other categories!!! (affricates, implosives, etc.)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36"/>
          <p:cNvSpPr txBox="1"/>
          <p:nvPr/>
        </p:nvSpPr>
        <p:spPr>
          <a:xfrm>
            <a:off x="4723225" y="1760275"/>
            <a:ext cx="4317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Use the IPA symbols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36"/>
          <p:cNvSpPr txBox="1"/>
          <p:nvPr/>
        </p:nvSpPr>
        <p:spPr>
          <a:xfrm>
            <a:off x="4723225" y="2164875"/>
            <a:ext cx="4317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Separate sounds with /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Metra Phonology</a:t>
            </a:r>
            <a:endParaRPr/>
          </a:p>
        </p:txBody>
      </p:sp>
      <p:pic>
        <p:nvPicPr>
          <p:cNvPr id="226" name="Google Shape;2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75" y="1480350"/>
            <a:ext cx="450532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" name="Google Shape;231;p38"/>
          <p:cNvGraphicFramePr/>
          <p:nvPr/>
        </p:nvGraphicFramePr>
        <p:xfrm>
          <a:off x="645550" y="523688"/>
          <a:ext cx="7852900" cy="3623685"/>
        </p:xfrm>
        <a:graphic>
          <a:graphicData uri="http://schemas.openxmlformats.org/drawingml/2006/table">
            <a:tbl>
              <a:tblPr>
                <a:noFill/>
                <a:tableStyleId>{D995918F-9A37-4E83-8684-8A561F7F0141}</a:tableStyleId>
              </a:tblPr>
              <a:tblGrid>
                <a:gridCol w="11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4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Bilabial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Alveolar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Retroflex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Palatal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Velar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Uvular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Stop</a:t>
                      </a:r>
                      <a:endParaRPr sz="18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voiceless</a:t>
                      </a:r>
                      <a:endParaRPr sz="18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implosive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ɓ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ɗ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k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ɠ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q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ʛ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Nasal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m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n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ŋ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ɴ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Fricative</a:t>
                      </a:r>
                      <a:endParaRPr sz="18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voiceless</a:t>
                      </a:r>
                      <a:endParaRPr sz="18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voiced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ç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x  ɧ</a:t>
                      </a:r>
                      <a:endParaRPr sz="18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ɣ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Glide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w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j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Liquid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ɭ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ʀ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" name="Google Shape;236;p39"/>
          <p:cNvGraphicFramePr/>
          <p:nvPr/>
        </p:nvGraphicFramePr>
        <p:xfrm>
          <a:off x="1652700" y="1049625"/>
          <a:ext cx="5400425" cy="2630650"/>
        </p:xfrm>
        <a:graphic>
          <a:graphicData uri="http://schemas.openxmlformats.org/drawingml/2006/table">
            <a:tbl>
              <a:tblPr>
                <a:noFill/>
                <a:tableStyleId>{D995918F-9A37-4E83-8684-8A561F7F0141}</a:tableStyleId>
              </a:tblPr>
              <a:tblGrid>
                <a:gridCol w="7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9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 b="1"/>
                        <a:t> </a:t>
                      </a:r>
                      <a:endParaRPr sz="18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Front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Central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Back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9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 b="1"/>
                        <a:t>High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i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u</a:t>
                      </a:r>
                      <a:r>
                        <a:rPr lang="en" sz="1800"/>
                        <a:t>    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9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 b="1"/>
                        <a:t>Mid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  e ø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ɤ o </a:t>
                      </a: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7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Low</a:t>
                      </a:r>
                      <a:endParaRPr sz="1800" b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800">
                          <a:solidFill>
                            <a:srgbClr val="9900FF"/>
                          </a:solidFill>
                        </a:rPr>
                        <a:t>a</a:t>
                      </a:r>
                      <a:endParaRPr sz="1800">
                        <a:solidFill>
                          <a:srgbClr val="9900FF"/>
                        </a:solidFill>
                      </a:endParaRP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>
            <a:spLocks noGrp="1"/>
          </p:cNvSpPr>
          <p:nvPr>
            <p:ph type="body" idx="1"/>
          </p:nvPr>
        </p:nvSpPr>
        <p:spPr>
          <a:xfrm>
            <a:off x="235450" y="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 = p/t/k/q/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ɓ/ɗ/ɠ/ʛ/s/ç/x/ɧ/ɣ/m/n/ŋ/ɴ/w/y/ɭ/ʀ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</a:t>
            </a:r>
            <a:r>
              <a:rPr lang="en">
                <a:solidFill>
                  <a:srgbClr val="000000"/>
                </a:solidFill>
              </a:rPr>
              <a:t>p/t/k/q/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ɓ/ɗ/ɠ/ʛ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= s/ç/x/ɧ/ɣ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= </a:t>
            </a:r>
            <a:r>
              <a:rPr lang="en">
                <a:solidFill>
                  <a:srgbClr val="000000"/>
                </a:solidFill>
              </a:rPr>
              <a:t>p/t/k/q/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ɓ/ɗ/ɠ/ʛ/s/ç/x/ɧ/ɣ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= m/n/ŋ/ɴ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= w/y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= ɭ/ʀ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=  i/u/e/ø/ɤ/o/a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m/n/ŋ/ɴ/w/y/ɭ/ʀ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= s/ç/x/ɧ/ɣ/m/n/ŋ/ɴ/w/y/ɭ/ʀ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your phonotactics</a:t>
            </a:r>
            <a:endParaRPr/>
          </a:p>
        </p:txBody>
      </p:sp>
      <p:sp>
        <p:nvSpPr>
          <p:cNvPr id="247" name="Google Shape;247;p41"/>
          <p:cNvSpPr txBox="1">
            <a:spLocks noGrp="1"/>
          </p:cNvSpPr>
          <p:nvPr>
            <p:ph type="body" idx="1"/>
          </p:nvPr>
        </p:nvSpPr>
        <p:spPr>
          <a:xfrm>
            <a:off x="311700" y="2475800"/>
            <a:ext cx="85206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lnSpc>
                <a:spcPct val="114999"/>
              </a:lnSpc>
              <a:spcAft>
                <a:spcPts val="1600"/>
              </a:spcAft>
              <a:buNone/>
            </a:pPr>
            <a:r>
              <a:rPr lang="en">
                <a:hlinkClick r:id="rId3"/>
              </a:rPr>
              <a:t>https://susurrus-llc.github.io/langua/gen/</a:t>
            </a:r>
            <a:endParaRPr lang="e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>
            <a:spLocks noGrp="1"/>
          </p:cNvSpPr>
          <p:nvPr>
            <p:ph type="title"/>
          </p:nvPr>
        </p:nvSpPr>
        <p:spPr>
          <a:xfrm>
            <a:off x="311700" y="1314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your phonotactics</a:t>
            </a:r>
            <a:endParaRPr/>
          </a:p>
        </p:txBody>
      </p:sp>
      <p:sp>
        <p:nvSpPr>
          <p:cNvPr id="253" name="Google Shape;253;p42"/>
          <p:cNvSpPr txBox="1">
            <a:spLocks noGrp="1"/>
          </p:cNvSpPr>
          <p:nvPr>
            <p:ph type="body" idx="1"/>
          </p:nvPr>
        </p:nvSpPr>
        <p:spPr>
          <a:xfrm>
            <a:off x="244050" y="838800"/>
            <a:ext cx="86559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your language like: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 b="1"/>
              <a:t>Hawaiian</a:t>
            </a:r>
            <a:r>
              <a:rPr lang="en"/>
              <a:t>  	CV 				4)  </a:t>
            </a:r>
            <a:r>
              <a:rPr lang="en" b="1"/>
              <a:t>English</a:t>
            </a:r>
            <a:r>
              <a:rPr lang="en"/>
              <a:t>  		</a:t>
            </a:r>
            <a:r>
              <a:rPr lang="en">
                <a:solidFill>
                  <a:srgbClr val="000000"/>
                </a:solidFill>
              </a:rPr>
              <a:t>(F)(C)(R)V(C)(C)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b="1"/>
              <a:t>Japanese</a:t>
            </a:r>
            <a:r>
              <a:rPr lang="en"/>
              <a:t>  	(C)V(N) 			5)  </a:t>
            </a:r>
            <a:r>
              <a:rPr lang="en" b="1"/>
              <a:t>Polish</a:t>
            </a:r>
            <a:r>
              <a:rPr lang="en"/>
              <a:t>  		(C)(C)(R)V(H)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b="1"/>
              <a:t>Spanish</a:t>
            </a:r>
            <a:r>
              <a:rPr lang="en"/>
              <a:t> 	(C)(R)V(R) 		6)   </a:t>
            </a:r>
            <a:r>
              <a:rPr lang="en" b="1"/>
              <a:t>Georgian	</a:t>
            </a:r>
            <a:r>
              <a:rPr lang="en"/>
              <a:t>(C)(C)(C)(C)(C)(C)(C)(C)(C)V(C)</a:t>
            </a:r>
            <a:endParaRPr/>
          </a:p>
          <a:p>
            <a:pPr marL="0" indent="0">
              <a:spcBef>
                <a:spcPts val="1600"/>
              </a:spcBef>
              <a:buNone/>
            </a:pPr>
            <a:r>
              <a:rPr lang="en" b="1"/>
              <a:t>*For each time you run the website, copy and paste the words that are generated into your google doc.  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*Feel free to be more specific in your categories, thus C could be O, R, F, etc.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*Play with the word generator until you find a phonotactic structure you like.</a:t>
            </a:r>
            <a:endParaRPr b="1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50" y="1517700"/>
            <a:ext cx="8839200" cy="162544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3"/>
          <p:cNvSpPr txBox="1"/>
          <p:nvPr/>
        </p:nvSpPr>
        <p:spPr>
          <a:xfrm>
            <a:off x="3590300" y="3927875"/>
            <a:ext cx="10914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highlight>
                  <a:srgbClr val="FFFFFF"/>
                </a:highlight>
              </a:rPr>
              <a:t>Mɤɧøɴ!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43"/>
          <p:cNvSpPr txBox="1">
            <a:spLocks noGrp="1"/>
          </p:cNvSpPr>
          <p:nvPr>
            <p:ph type="title"/>
          </p:nvPr>
        </p:nvSpPr>
        <p:spPr>
          <a:xfrm>
            <a:off x="311700" y="1314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 - Name your language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6BF8-5633-6235-0D47-0F046A12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Dorgon</a:t>
            </a:r>
            <a:r>
              <a:rPr lang="en-US"/>
              <a:t> Phonology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98AAA-ACFA-66B6-7CAB-E578E44BC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1429" y="596852"/>
            <a:ext cx="4079229" cy="2976130"/>
          </a:xfrm>
        </p:spPr>
        <p:txBody>
          <a:bodyPr/>
          <a:lstStyle/>
          <a:p>
            <a:r>
              <a:rPr lang="en-US"/>
              <a:t>Classic 5-vowel system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3F276D-A822-65F4-8D00-AFC1E52FD62F}"/>
              </a:ext>
            </a:extLst>
          </p:cNvPr>
          <p:cNvGraphicFramePr>
            <a:graphicFrameLocks noGrp="1"/>
          </p:cNvGraphicFramePr>
          <p:nvPr/>
        </p:nvGraphicFramePr>
        <p:xfrm>
          <a:off x="1188919" y="1816568"/>
          <a:ext cx="6766161" cy="2522736"/>
        </p:xfrm>
        <a:graphic>
          <a:graphicData uri="http://schemas.openxmlformats.org/drawingml/2006/table">
            <a:tbl>
              <a:tblPr bandRow="1">
                <a:tableStyleId>{D995918F-9A37-4E83-8684-8A561F7F0141}</a:tableStyleId>
              </a:tblPr>
              <a:tblGrid>
                <a:gridCol w="1145124">
                  <a:extLst>
                    <a:ext uri="{9D8B030D-6E8A-4147-A177-3AD203B41FA5}">
                      <a16:colId xmlns:a16="http://schemas.microsoft.com/office/drawing/2014/main" val="2218151999"/>
                    </a:ext>
                  </a:extLst>
                </a:gridCol>
                <a:gridCol w="1315241">
                  <a:extLst>
                    <a:ext uri="{9D8B030D-6E8A-4147-A177-3AD203B41FA5}">
                      <a16:colId xmlns:a16="http://schemas.microsoft.com/office/drawing/2014/main" val="3157538567"/>
                    </a:ext>
                  </a:extLst>
                </a:gridCol>
                <a:gridCol w="1167651">
                  <a:extLst>
                    <a:ext uri="{9D8B030D-6E8A-4147-A177-3AD203B41FA5}">
                      <a16:colId xmlns:a16="http://schemas.microsoft.com/office/drawing/2014/main" val="3686277783"/>
                    </a:ext>
                  </a:extLst>
                </a:gridCol>
                <a:gridCol w="1063238">
                  <a:extLst>
                    <a:ext uri="{9D8B030D-6E8A-4147-A177-3AD203B41FA5}">
                      <a16:colId xmlns:a16="http://schemas.microsoft.com/office/drawing/2014/main" val="1884512607"/>
                    </a:ext>
                  </a:extLst>
                </a:gridCol>
                <a:gridCol w="1049322">
                  <a:extLst>
                    <a:ext uri="{9D8B030D-6E8A-4147-A177-3AD203B41FA5}">
                      <a16:colId xmlns:a16="http://schemas.microsoft.com/office/drawing/2014/main" val="877237254"/>
                    </a:ext>
                  </a:extLst>
                </a:gridCol>
                <a:gridCol w="1025585">
                  <a:extLst>
                    <a:ext uri="{9D8B030D-6E8A-4147-A177-3AD203B41FA5}">
                      <a16:colId xmlns:a16="http://schemas.microsoft.com/office/drawing/2014/main" val="337692241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pPr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Bilabial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Interdental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Alveolar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Palatal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Velar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142622"/>
                  </a:ext>
                </a:extLst>
              </a:tr>
              <a:tr h="449028">
                <a:tc>
                  <a:txBody>
                    <a:bodyPr/>
                    <a:lstStyle/>
                    <a:p>
                      <a:pPr rtl="0" fontAlgn="base">
                        <a:lnSpc>
                          <a:spcPts val="165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Stop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 b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 d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 ɟ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 g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79945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base">
                        <a:lnSpc>
                          <a:spcPts val="165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Nasal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ɳ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ŋ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265820"/>
                  </a:ext>
                </a:extLst>
              </a:tr>
              <a:tr h="367389">
                <a:tc>
                  <a:txBody>
                    <a:bodyPr/>
                    <a:lstStyle/>
                    <a:p>
                      <a:pPr rtl="0" fontAlgn="base">
                        <a:lnSpc>
                          <a:spcPts val="165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Affricate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pf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l-GR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ts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159520"/>
                  </a:ext>
                </a:extLst>
              </a:tr>
              <a:tr h="506178">
                <a:tc>
                  <a:txBody>
                    <a:bodyPr/>
                    <a:lstStyle/>
                    <a:p>
                      <a:pPr rtl="0" fontAlgn="base">
                        <a:lnSpc>
                          <a:spcPts val="165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Fricative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l-GR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θ (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ð)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 (z)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ç (ʝ)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(ɣ)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19384"/>
                  </a:ext>
                </a:extLst>
              </a:tr>
              <a:tr h="530676">
                <a:tc>
                  <a:txBody>
                    <a:bodyPr/>
                    <a:lstStyle/>
                    <a:p>
                      <a:pPr rtl="0" fontAlgn="base">
                        <a:lnSpc>
                          <a:spcPts val="165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Liquid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r, l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65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955" marR="18955" marT="18955" marB="18955">
                    <a:lnL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86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2343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268650" y="792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Let's do this for </a:t>
            </a:r>
            <a:r>
              <a:rPr lang="en" err="1"/>
              <a:t>Dorgon</a:t>
            </a:r>
          </a:p>
        </p:txBody>
      </p:sp>
      <p:sp>
        <p:nvSpPr>
          <p:cNvPr id="217" name="Google Shape;217;p36"/>
          <p:cNvSpPr txBox="1">
            <a:spLocks noGrp="1"/>
          </p:cNvSpPr>
          <p:nvPr>
            <p:ph type="body" idx="1"/>
          </p:nvPr>
        </p:nvSpPr>
        <p:spPr>
          <a:xfrm>
            <a:off x="311700" y="786675"/>
            <a:ext cx="8520600" cy="30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begin by subdividing your sounds into different groups:</a:t>
            </a:r>
            <a:endParaRPr/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C = all consonants (so, p/t/k)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V = all vowels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P = all stops</a:t>
            </a:r>
            <a:endParaRPr/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A = affricates</a:t>
            </a: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 = Fricatives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 = Stops, Fricatives, Affricates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 = Nasals			R = Nasals, Liquids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 = Liquids			H = Fricatives + 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89961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268650" y="792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Let's do this for </a:t>
            </a:r>
            <a:r>
              <a:rPr lang="en" err="1"/>
              <a:t>Dorgon</a:t>
            </a:r>
          </a:p>
        </p:txBody>
      </p:sp>
      <p:sp>
        <p:nvSpPr>
          <p:cNvPr id="217" name="Google Shape;217;p36"/>
          <p:cNvSpPr txBox="1">
            <a:spLocks noGrp="1"/>
          </p:cNvSpPr>
          <p:nvPr>
            <p:ph type="body" idx="1"/>
          </p:nvPr>
        </p:nvSpPr>
        <p:spPr>
          <a:xfrm>
            <a:off x="311700" y="786675"/>
            <a:ext cx="8520600" cy="30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begin by subdividing your sounds into different groups:</a:t>
            </a:r>
            <a:endParaRPr/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C = </a:t>
            </a:r>
          </a:p>
          <a:p>
            <a:pPr marL="0" lvl="0" indent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 = a/e/</a:t>
            </a:r>
            <a:r>
              <a:rPr lang="en" err="1"/>
              <a:t>i</a:t>
            </a:r>
            <a:r>
              <a:rPr lang="en"/>
              <a:t>/o/u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 = p/t/c/k/b/d/ɟ/g</a:t>
            </a:r>
            <a:endParaRPr/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A = pf/</a:t>
            </a:r>
            <a:r>
              <a:rPr lang="en" err="1"/>
              <a:t>ts</a:t>
            </a:r>
            <a:endParaRPr lang="en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 = θ/s/ç/x</a:t>
            </a:r>
            <a:endParaRPr/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O = p/t/c/k/b/d/ɟ/g/pf/</a:t>
            </a:r>
            <a:r>
              <a:rPr lang="en" err="1"/>
              <a:t>ts</a:t>
            </a:r>
            <a:r>
              <a:rPr lang="en"/>
              <a:t>/θ/s/ç/x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N = m/n/ɳ/ŋ 			R = r/l/m/n/ɳ/ŋ </a:t>
            </a:r>
            <a:endParaRPr/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"/>
              <a:t>L = r/l 			   H = θ/s/ç/x/r/l/m/n/ɳ/ŋ </a:t>
            </a:r>
            <a:endParaRPr lang="en">
              <a:solidFill>
                <a:srgbClr val="000000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151184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24FDE-BCD0-0AB3-9CFD-37C46407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 we know about </a:t>
            </a:r>
            <a:r>
              <a:rPr lang="en-US" err="1"/>
              <a:t>Dorgon</a:t>
            </a:r>
            <a:r>
              <a:rPr lang="en-US"/>
              <a:t> Phonotactics?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B6C00-0A70-DEFB-22EF-C49D6C13A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94925"/>
            <a:ext cx="8520600" cy="30741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Zena</a:t>
            </a:r>
            <a:r>
              <a:rPr lang="en-US" b="1" u="sng" err="1"/>
              <a:t>sath</a:t>
            </a:r>
            <a:r>
              <a:rPr lang="en-US"/>
              <a:t>     [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ˈ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sinasa</a:t>
            </a:r>
            <a:r>
              <a:rPr lang="el-GR">
                <a:solidFill>
                  <a:srgbClr val="000000"/>
                </a:solidFill>
                <a:latin typeface="Arial"/>
                <a:cs typeface="Arial"/>
              </a:rPr>
              <a:t>θ</a:t>
            </a:r>
            <a:r>
              <a:rPr lang="en-US"/>
              <a:t>]</a:t>
            </a:r>
            <a:endParaRPr lang="en-US">
              <a:solidFill>
                <a:srgbClr val="A1E8D9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/>
              <a:t>Cindor       [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ˈ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sindoɹ</a:t>
            </a:r>
            <a:r>
              <a:rPr lang="en-US"/>
              <a:t>]</a:t>
            </a:r>
            <a:endParaRPr lang="en-US">
              <a:solidFill>
                <a:srgbClr val="A1E8D9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u="sng" err="1"/>
              <a:t>Kd</a:t>
            </a:r>
            <a:r>
              <a:rPr lang="en-US" err="1"/>
              <a:t>asion</a:t>
            </a:r>
            <a:r>
              <a:rPr lang="en-US"/>
              <a:t>     [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ˈ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kdasian</a:t>
            </a:r>
            <a:r>
              <a:rPr lang="en-US"/>
              <a:t>]</a:t>
            </a:r>
            <a:endParaRPr lang="en-US">
              <a:solidFill>
                <a:srgbClr val="A1E8D9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Dorgon</a:t>
            </a:r>
            <a:r>
              <a:rPr lang="en-US"/>
              <a:t>      [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ˈ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doɹgan</a:t>
            </a:r>
            <a:r>
              <a:rPr lang="en-US"/>
              <a:t>]</a:t>
            </a:r>
            <a:endParaRPr lang="en-US">
              <a:solidFill>
                <a:srgbClr val="A1E8D9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Galasiul</a:t>
            </a:r>
            <a:r>
              <a:rPr lang="en-US"/>
              <a:t>      [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gaˈlasiul</a:t>
            </a:r>
            <a:r>
              <a:rPr lang="en-US"/>
              <a:t>]</a:t>
            </a:r>
            <a:endParaRPr lang="en-US">
              <a:solidFill>
                <a:srgbClr val="A1E8D9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u="sng" err="1"/>
              <a:t>Gze</a:t>
            </a:r>
            <a:r>
              <a:rPr lang="en-US" err="1"/>
              <a:t>nian</a:t>
            </a:r>
            <a:r>
              <a:rPr lang="en-US"/>
              <a:t>      [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ˈ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gzenian</a:t>
            </a:r>
            <a:r>
              <a:rPr lang="en-US"/>
              <a:t>]</a:t>
            </a:r>
            <a:endParaRPr lang="en-US">
              <a:solidFill>
                <a:srgbClr val="A1E8D9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Dumbledimpf</a:t>
            </a:r>
            <a:r>
              <a:rPr lang="en-US"/>
              <a:t>  [</a:t>
            </a: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ˈ</a:t>
            </a: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dumbal</a:t>
            </a:r>
            <a:r>
              <a:rPr lang="en-US" b="1" u="sng" err="1">
                <a:solidFill>
                  <a:srgbClr val="000000"/>
                </a:solidFill>
                <a:latin typeface="Arial"/>
                <a:cs typeface="Arial"/>
              </a:rPr>
              <a:t>dimpf</a:t>
            </a:r>
            <a:r>
              <a:rPr lang="en-US"/>
              <a:t>]</a:t>
            </a:r>
            <a:endParaRPr lang="en-US">
              <a:solidFill>
                <a:srgbClr val="A1E8D9"/>
              </a:solidFill>
            </a:endParaRPr>
          </a:p>
          <a:p>
            <a:pPr>
              <a:lnSpc>
                <a:spcPct val="114999"/>
              </a:lnSpc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EADFA-D7DE-0E99-479B-5D98C4762146}"/>
              </a:ext>
            </a:extLst>
          </p:cNvPr>
          <p:cNvSpPr txBox="1"/>
          <p:nvPr/>
        </p:nvSpPr>
        <p:spPr>
          <a:xfrm>
            <a:off x="5208814" y="1428750"/>
            <a:ext cx="356779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/>
              <a:t>What is allowed?</a:t>
            </a:r>
          </a:p>
          <a:p>
            <a:endParaRPr lang="en-US" sz="1800"/>
          </a:p>
          <a:p>
            <a:pPr marL="342900" indent="-342900">
              <a:buAutoNum type="arabicPeriod"/>
            </a:pPr>
            <a:r>
              <a:rPr lang="en-US" sz="1800"/>
              <a:t>In codas?  Are all sounds allowed? </a:t>
            </a:r>
          </a:p>
          <a:p>
            <a:pPr marL="342900" indent="-342900">
              <a:buAutoNum type="arabicPeriod"/>
            </a:pPr>
            <a:r>
              <a:rPr lang="en-US" sz="1800"/>
              <a:t>In onsets? Are all sounds allowed?</a:t>
            </a:r>
          </a:p>
          <a:p>
            <a:pPr marL="342900" indent="-342900">
              <a:buAutoNum type="arabicPeriod"/>
            </a:pPr>
            <a:r>
              <a:rPr lang="en-US" sz="1800"/>
              <a:t>Are there any syllables that don't have an onset?</a:t>
            </a:r>
          </a:p>
          <a:p>
            <a:pPr marL="342900" indent="-342900">
              <a:buAutoNum type="arabicPeriod"/>
            </a:pPr>
            <a:r>
              <a:rPr lang="en-US" sz="1800"/>
              <a:t>In consonant sequences? Are two or more consonants allowed in the onset, coda?</a:t>
            </a:r>
          </a:p>
        </p:txBody>
      </p:sp>
    </p:spTree>
    <p:extLst>
      <p:ext uri="{BB962C8B-B14F-4D97-AF65-F5344CB8AC3E}">
        <p14:creationId xmlns:p14="http://schemas.microsoft.com/office/powerpoint/2010/main" val="2227851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4D1B-0BCC-FFEE-121E-C2842A818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it's your turn!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0C810-47FA-CE72-CFA5-E41254B4F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608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your language’s sound</a:t>
            </a:r>
            <a:endParaRPr/>
          </a:p>
        </p:txBody>
      </p:sp>
      <p:sp>
        <p:nvSpPr>
          <p:cNvPr id="272" name="Google Shape;272;p45"/>
          <p:cNvSpPr txBox="1">
            <a:spLocks noGrp="1"/>
          </p:cNvSpPr>
          <p:nvPr>
            <p:ph type="body" idx="1"/>
          </p:nvPr>
        </p:nvSpPr>
        <p:spPr>
          <a:xfrm>
            <a:off x="311700" y="2571750"/>
            <a:ext cx="8520600" cy="19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http://ipa-reader.xyz/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78b5a87685d01fcb4ebdb64e7562154b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cfe6b21c5e5ef5eafd7f8f5576b9ddd7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06240795-3878-41BF-AB19-49F7CEE00F51}"/>
</file>

<file path=customXml/itemProps2.xml><?xml version="1.0" encoding="utf-8"?>
<ds:datastoreItem xmlns:ds="http://schemas.openxmlformats.org/officeDocument/2006/customXml" ds:itemID="{7EDE88B4-41F8-4B40-B5F4-0EBA54B95F98}"/>
</file>

<file path=customXml/itemProps3.xml><?xml version="1.0" encoding="utf-8"?>
<ds:datastoreItem xmlns:ds="http://schemas.openxmlformats.org/officeDocument/2006/customXml" ds:itemID="{784444D5-B034-4D27-B21B-8B270E1F0532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70</Slides>
  <Notes>60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Tropic</vt:lpstr>
      <vt:lpstr>Linguistics 200, Week 5</vt:lpstr>
      <vt:lpstr>What we’ll doing today &amp; next time</vt:lpstr>
      <vt:lpstr>Bonus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Designing your vowel system</vt:lpstr>
      <vt:lpstr>Designing your vowel system</vt:lpstr>
      <vt:lpstr>Designing your vowel system</vt:lpstr>
      <vt:lpstr>Designing your vowel system</vt:lpstr>
      <vt:lpstr>Designing your vowel system</vt:lpstr>
      <vt:lpstr>Designing your vowel system</vt:lpstr>
      <vt:lpstr>Designing your vowel system</vt:lpstr>
      <vt:lpstr>Designing your vowel system</vt:lpstr>
      <vt:lpstr>PowerPoint Presentation</vt:lpstr>
      <vt:lpstr>PowerPoint Presentation</vt:lpstr>
      <vt:lpstr>Metra Vowels</vt:lpstr>
      <vt:lpstr>Dorgons – Let's make a vowel system</vt:lpstr>
      <vt:lpstr>Dorgons – Let's make a vowel system</vt:lpstr>
      <vt:lpstr>Dorgon Words</vt:lpstr>
      <vt:lpstr>For next time</vt:lpstr>
      <vt:lpstr>Linguistics 200, Week 5</vt:lpstr>
      <vt:lpstr>Today</vt:lpstr>
      <vt:lpstr>Bonus Questions</vt:lpstr>
      <vt:lpstr>What are syllables?</vt:lpstr>
      <vt:lpstr>PowerPoint Presentation</vt:lpstr>
      <vt:lpstr>Hawaiian</vt:lpstr>
      <vt:lpstr>Hawaiian</vt:lpstr>
      <vt:lpstr>Hawaiian</vt:lpstr>
      <vt:lpstr>Japanese</vt:lpstr>
      <vt:lpstr>Japanese</vt:lpstr>
      <vt:lpstr>Japanese</vt:lpstr>
      <vt:lpstr>Spanish</vt:lpstr>
      <vt:lpstr>Spanish</vt:lpstr>
      <vt:lpstr>Spanish</vt:lpstr>
      <vt:lpstr>Linguistics 200, Week 5</vt:lpstr>
      <vt:lpstr>Review</vt:lpstr>
      <vt:lpstr>English</vt:lpstr>
      <vt:lpstr>English</vt:lpstr>
      <vt:lpstr>English</vt:lpstr>
      <vt:lpstr>Polish</vt:lpstr>
      <vt:lpstr>Polish</vt:lpstr>
      <vt:lpstr>Polish</vt:lpstr>
      <vt:lpstr>Georgian</vt:lpstr>
      <vt:lpstr>Georgian</vt:lpstr>
      <vt:lpstr>Georgian</vt:lpstr>
      <vt:lpstr>Georgian</vt:lpstr>
      <vt:lpstr>Identifying your phonotactics</vt:lpstr>
      <vt:lpstr>Metra Phonology</vt:lpstr>
      <vt:lpstr>PowerPoint Presentation</vt:lpstr>
      <vt:lpstr>PowerPoint Presentation</vt:lpstr>
      <vt:lpstr>PowerPoint Presentation</vt:lpstr>
      <vt:lpstr>Identifying your phonotactics</vt:lpstr>
      <vt:lpstr>Identifying your phonotactics</vt:lpstr>
      <vt:lpstr>Finally - Name your language</vt:lpstr>
      <vt:lpstr>Dorgon Phonology</vt:lpstr>
      <vt:lpstr>Let's do this for Dorgon</vt:lpstr>
      <vt:lpstr>Let's do this for Dorgon</vt:lpstr>
      <vt:lpstr>What do we know about Dorgon Phonotactics?</vt:lpstr>
      <vt:lpstr>Now it's your turn!</vt:lpstr>
      <vt:lpstr>Testing your language’s sound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Linguistics 200, Day 6</dc:title>
  <cp:revision>1</cp:revision>
  <dcterms:modified xsi:type="dcterms:W3CDTF">2024-09-26T13:06:21Z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