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16.xml" ContentType="application/vnd.openxmlformats-officedocument.presentationml.slide+xml"/>
  <Override PartName="/ppt/slides/slide17.xml" ContentType="application/vnd.openxmlformats-officedocument.presentationml.slide+xml"/>
  <Override PartName="/ppt/notesSlides/notesSlide16.xml" ContentType="application/vnd.openxmlformats-officedocument.presentationml.notes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Slides/notesSlide17.xml" ContentType="application/vnd.openxmlformats-officedocument.presentationml.notes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7"/>
  </p:notesMasterIdLst>
  <p:sldIdLst>
    <p:sldId id="256" r:id="rId2"/>
    <p:sldId id="276" r:id="rId3"/>
    <p:sldId id="257" r:id="rId4"/>
    <p:sldId id="258" r:id="rId5"/>
    <p:sldId id="271" r:id="rId6"/>
    <p:sldId id="259" r:id="rId7"/>
    <p:sldId id="260" r:id="rId8"/>
    <p:sldId id="261" r:id="rId9"/>
    <p:sldId id="262" r:id="rId10"/>
    <p:sldId id="263" r:id="rId11"/>
    <p:sldId id="264" r:id="rId12"/>
    <p:sldId id="265" r:id="rId13"/>
    <p:sldId id="266" r:id="rId14"/>
    <p:sldId id="267" r:id="rId15"/>
    <p:sldId id="273" r:id="rId16"/>
    <p:sldId id="274" r:id="rId17"/>
    <p:sldId id="268" r:id="rId18"/>
    <p:sldId id="269" r:id="rId19"/>
    <p:sldId id="270" r:id="rId20"/>
    <p:sldId id="275" r:id="rId21"/>
    <p:sldId id="277" r:id="rId22"/>
    <p:sldId id="279" r:id="rId23"/>
    <p:sldId id="280" r:id="rId24"/>
    <p:sldId id="272" r:id="rId25"/>
    <p:sldId id="278" r:id="rId26"/>
  </p:sldIdLst>
  <p:sldSz cx="9144000" cy="5143500" type="screen16x9"/>
  <p:notesSz cx="6858000" cy="9144000"/>
  <p:embeddedFontLst>
    <p:embeddedFont>
      <p:font typeface="Century Schoolbook" panose="02040604050505020304" pitchFamily="18" charset="0"/>
      <p:regular r:id="rId28"/>
      <p:bold r:id="rId29"/>
      <p:italic r:id="rId30"/>
      <p:boldItalic r:id="rId31"/>
    </p:embeddedFont>
    <p:embeddedFont>
      <p:font typeface="Open Sans" panose="020B0606030504020204" pitchFamily="3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8FFDAD-EFF1-E272-30C4-3468FCD9E773}" v="80" dt="2024-11-20T14:53:54.8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customXml" Target="../customXml/item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yrd, Andrew M." userId="S::amby222@uky.edu::2d5836b5-4a72-4fdb-bd90-63723c1cd390" providerId="AD" clId="Web-{D11E489A-EE21-205A-2198-D3B46D5EA682}"/>
    <pc:docChg chg="addSld modSld">
      <pc:chgData name="Byrd, Andrew M." userId="S::amby222@uky.edu::2d5836b5-4a72-4fdb-bd90-63723c1cd390" providerId="AD" clId="Web-{D11E489A-EE21-205A-2198-D3B46D5EA682}" dt="2024-11-07T15:00:51.060" v="108" actId="20577"/>
      <pc:docMkLst>
        <pc:docMk/>
      </pc:docMkLst>
      <pc:sldChg chg="modSp">
        <pc:chgData name="Byrd, Andrew M." userId="S::amby222@uky.edu::2d5836b5-4a72-4fdb-bd90-63723c1cd390" providerId="AD" clId="Web-{D11E489A-EE21-205A-2198-D3B46D5EA682}" dt="2024-11-07T14:54:11.843" v="36" actId="20577"/>
        <pc:sldMkLst>
          <pc:docMk/>
          <pc:sldMk cId="0" sldId="256"/>
        </pc:sldMkLst>
        <pc:spChg chg="mod">
          <ac:chgData name="Byrd, Andrew M." userId="S::amby222@uky.edu::2d5836b5-4a72-4fdb-bd90-63723c1cd390" providerId="AD" clId="Web-{D11E489A-EE21-205A-2198-D3B46D5EA682}" dt="2024-11-07T14:54:11.843" v="36" actId="20577"/>
          <ac:spMkLst>
            <pc:docMk/>
            <pc:sldMk cId="0" sldId="256"/>
            <ac:spMk id="73" creationId="{00000000-0000-0000-0000-000000000000}"/>
          </ac:spMkLst>
        </pc:spChg>
      </pc:sldChg>
      <pc:sldChg chg="modSp">
        <pc:chgData name="Byrd, Andrew M." userId="S::amby222@uky.edu::2d5836b5-4a72-4fdb-bd90-63723c1cd390" providerId="AD" clId="Web-{D11E489A-EE21-205A-2198-D3B46D5EA682}" dt="2024-11-07T14:53:31.967" v="7" actId="20577"/>
        <pc:sldMkLst>
          <pc:docMk/>
          <pc:sldMk cId="0" sldId="257"/>
        </pc:sldMkLst>
        <pc:spChg chg="mod">
          <ac:chgData name="Byrd, Andrew M." userId="S::amby222@uky.edu::2d5836b5-4a72-4fdb-bd90-63723c1cd390" providerId="AD" clId="Web-{D11E489A-EE21-205A-2198-D3B46D5EA682}" dt="2024-11-07T14:53:31.967" v="7" actId="20577"/>
          <ac:spMkLst>
            <pc:docMk/>
            <pc:sldMk cId="0" sldId="257"/>
            <ac:spMk id="78" creationId="{00000000-0000-0000-0000-000000000000}"/>
          </ac:spMkLst>
        </pc:spChg>
      </pc:sldChg>
      <pc:sldChg chg="modSp">
        <pc:chgData name="Byrd, Andrew M." userId="S::amby222@uky.edu::2d5836b5-4a72-4fdb-bd90-63723c1cd390" providerId="AD" clId="Web-{D11E489A-EE21-205A-2198-D3B46D5EA682}" dt="2024-11-07T14:53:37.405" v="9" actId="20577"/>
        <pc:sldMkLst>
          <pc:docMk/>
          <pc:sldMk cId="0" sldId="258"/>
        </pc:sldMkLst>
        <pc:spChg chg="mod">
          <ac:chgData name="Byrd, Andrew M." userId="S::amby222@uky.edu::2d5836b5-4a72-4fdb-bd90-63723c1cd390" providerId="AD" clId="Web-{D11E489A-EE21-205A-2198-D3B46D5EA682}" dt="2024-11-07T14:53:37.405" v="9" actId="20577"/>
          <ac:spMkLst>
            <pc:docMk/>
            <pc:sldMk cId="0" sldId="258"/>
            <ac:spMk id="88" creationId="{00000000-0000-0000-0000-000000000000}"/>
          </ac:spMkLst>
        </pc:spChg>
      </pc:sldChg>
      <pc:sldChg chg="modSp">
        <pc:chgData name="Byrd, Andrew M." userId="S::amby222@uky.edu::2d5836b5-4a72-4fdb-bd90-63723c1cd390" providerId="AD" clId="Web-{D11E489A-EE21-205A-2198-D3B46D5EA682}" dt="2024-11-07T14:20:36.229" v="4" actId="20577"/>
        <pc:sldMkLst>
          <pc:docMk/>
          <pc:sldMk cId="0" sldId="266"/>
        </pc:sldMkLst>
        <pc:spChg chg="mod">
          <ac:chgData name="Byrd, Andrew M." userId="S::amby222@uky.edu::2d5836b5-4a72-4fdb-bd90-63723c1cd390" providerId="AD" clId="Web-{D11E489A-EE21-205A-2198-D3B46D5EA682}" dt="2024-11-07T14:20:36.229" v="4" actId="20577"/>
          <ac:spMkLst>
            <pc:docMk/>
            <pc:sldMk cId="0" sldId="266"/>
            <ac:spMk id="144" creationId="{00000000-0000-0000-0000-000000000000}"/>
          </ac:spMkLst>
        </pc:spChg>
      </pc:sldChg>
      <pc:sldChg chg="modSp new">
        <pc:chgData name="Byrd, Andrew M." userId="S::amby222@uky.edu::2d5836b5-4a72-4fdb-bd90-63723c1cd390" providerId="AD" clId="Web-{D11E489A-EE21-205A-2198-D3B46D5EA682}" dt="2024-11-07T14:53:52.968" v="30" actId="14100"/>
        <pc:sldMkLst>
          <pc:docMk/>
          <pc:sldMk cId="1817027026" sldId="271"/>
        </pc:sldMkLst>
        <pc:spChg chg="mod">
          <ac:chgData name="Byrd, Andrew M." userId="S::amby222@uky.edu::2d5836b5-4a72-4fdb-bd90-63723c1cd390" providerId="AD" clId="Web-{D11E489A-EE21-205A-2198-D3B46D5EA682}" dt="2024-11-07T14:53:42.045" v="13" actId="20577"/>
          <ac:spMkLst>
            <pc:docMk/>
            <pc:sldMk cId="1817027026" sldId="271"/>
            <ac:spMk id="2" creationId="{067C311C-DA74-0A8C-E8CC-5420592E4EB5}"/>
          </ac:spMkLst>
        </pc:spChg>
        <pc:spChg chg="mod">
          <ac:chgData name="Byrd, Andrew M." userId="S::amby222@uky.edu::2d5836b5-4a72-4fdb-bd90-63723c1cd390" providerId="AD" clId="Web-{D11E489A-EE21-205A-2198-D3B46D5EA682}" dt="2024-11-07T14:53:52.968" v="30" actId="14100"/>
          <ac:spMkLst>
            <pc:docMk/>
            <pc:sldMk cId="1817027026" sldId="271"/>
            <ac:spMk id="3" creationId="{40BFDAC4-6B37-6764-9233-9F93D0559DDA}"/>
          </ac:spMkLst>
        </pc:spChg>
      </pc:sldChg>
      <pc:sldChg chg="add replId">
        <pc:chgData name="Byrd, Andrew M." userId="S::amby222@uky.edu::2d5836b5-4a72-4fdb-bd90-63723c1cd390" providerId="AD" clId="Web-{D11E489A-EE21-205A-2198-D3B46D5EA682}" dt="2024-11-07T14:54:15.625" v="37"/>
        <pc:sldMkLst>
          <pc:docMk/>
          <pc:sldMk cId="2665255424" sldId="272"/>
        </pc:sldMkLst>
      </pc:sldChg>
      <pc:sldChg chg="addSp delSp modSp new">
        <pc:chgData name="Byrd, Andrew M." userId="S::amby222@uky.edu::2d5836b5-4a72-4fdb-bd90-63723c1cd390" providerId="AD" clId="Web-{D11E489A-EE21-205A-2198-D3B46D5EA682}" dt="2024-11-07T15:00:37.263" v="85"/>
        <pc:sldMkLst>
          <pc:docMk/>
          <pc:sldMk cId="1454817986" sldId="273"/>
        </pc:sldMkLst>
        <pc:spChg chg="mod">
          <ac:chgData name="Byrd, Andrew M." userId="S::amby222@uky.edu::2d5836b5-4a72-4fdb-bd90-63723c1cd390" providerId="AD" clId="Web-{D11E489A-EE21-205A-2198-D3B46D5EA682}" dt="2024-11-07T14:54:29.516" v="67" actId="20577"/>
          <ac:spMkLst>
            <pc:docMk/>
            <pc:sldMk cId="1454817986" sldId="273"/>
            <ac:spMk id="2" creationId="{A39917B1-D505-8B69-E04B-DDD3D5CF089C}"/>
          </ac:spMkLst>
        </pc:spChg>
        <pc:spChg chg="mod">
          <ac:chgData name="Byrd, Andrew M." userId="S::amby222@uky.edu::2d5836b5-4a72-4fdb-bd90-63723c1cd390" providerId="AD" clId="Web-{D11E489A-EE21-205A-2198-D3B46D5EA682}" dt="2024-11-07T14:59:32.526" v="82" actId="1076"/>
          <ac:spMkLst>
            <pc:docMk/>
            <pc:sldMk cId="1454817986" sldId="273"/>
            <ac:spMk id="3" creationId="{FB2350C8-1DAF-EC4D-4AB9-5D1941459701}"/>
          </ac:spMkLst>
        </pc:spChg>
        <pc:spChg chg="add del mod">
          <ac:chgData name="Byrd, Andrew M." userId="S::amby222@uky.edu::2d5836b5-4a72-4fdb-bd90-63723c1cd390" providerId="AD" clId="Web-{D11E489A-EE21-205A-2198-D3B46D5EA682}" dt="2024-11-07T15:00:37.263" v="85"/>
          <ac:spMkLst>
            <pc:docMk/>
            <pc:sldMk cId="1454817986" sldId="273"/>
            <ac:spMk id="4" creationId="{30456362-4CBE-AD47-E62A-4E4254282940}"/>
          </ac:spMkLst>
        </pc:spChg>
      </pc:sldChg>
      <pc:sldChg chg="modSp new">
        <pc:chgData name="Byrd, Andrew M." userId="S::amby222@uky.edu::2d5836b5-4a72-4fdb-bd90-63723c1cd390" providerId="AD" clId="Web-{D11E489A-EE21-205A-2198-D3B46D5EA682}" dt="2024-11-07T15:00:51.060" v="108" actId="20577"/>
        <pc:sldMkLst>
          <pc:docMk/>
          <pc:sldMk cId="1692096153" sldId="274"/>
        </pc:sldMkLst>
        <pc:spChg chg="mod">
          <ac:chgData name="Byrd, Andrew M." userId="S::amby222@uky.edu::2d5836b5-4a72-4fdb-bd90-63723c1cd390" providerId="AD" clId="Web-{D11E489A-EE21-205A-2198-D3B46D5EA682}" dt="2024-11-07T15:00:51.060" v="108" actId="20577"/>
          <ac:spMkLst>
            <pc:docMk/>
            <pc:sldMk cId="1692096153" sldId="274"/>
            <ac:spMk id="2" creationId="{0231A6EA-F87D-C20D-983D-8018416D2837}"/>
          </ac:spMkLst>
        </pc:spChg>
      </pc:sldChg>
    </pc:docChg>
  </pc:docChgLst>
  <pc:docChgLst>
    <pc:chgData name="Byrd, Andrew M." userId="S::amby222@uky.edu::2d5836b5-4a72-4fdb-bd90-63723c1cd390" providerId="AD" clId="Web-{46B9B0AF-7A28-6F81-2EA7-A93924021D79}"/>
    <pc:docChg chg="addSld delSld modSld sldOrd">
      <pc:chgData name="Byrd, Andrew M." userId="S::amby222@uky.edu::2d5836b5-4a72-4fdb-bd90-63723c1cd390" providerId="AD" clId="Web-{46B9B0AF-7A28-6F81-2EA7-A93924021D79}" dt="2024-11-18T14:16:41.004" v="347"/>
      <pc:docMkLst>
        <pc:docMk/>
      </pc:docMkLst>
      <pc:sldChg chg="add del">
        <pc:chgData name="Byrd, Andrew M." userId="S::amby222@uky.edu::2d5836b5-4a72-4fdb-bd90-63723c1cd390" providerId="AD" clId="Web-{46B9B0AF-7A28-6F81-2EA7-A93924021D79}" dt="2024-11-18T14:01:49.240" v="3"/>
        <pc:sldMkLst>
          <pc:docMk/>
          <pc:sldMk cId="0" sldId="268"/>
        </pc:sldMkLst>
      </pc:sldChg>
      <pc:sldChg chg="add del">
        <pc:chgData name="Byrd, Andrew M." userId="S::amby222@uky.edu::2d5836b5-4a72-4fdb-bd90-63723c1cd390" providerId="AD" clId="Web-{46B9B0AF-7A28-6F81-2EA7-A93924021D79}" dt="2024-11-18T14:01:49.256" v="4"/>
        <pc:sldMkLst>
          <pc:docMk/>
          <pc:sldMk cId="0" sldId="269"/>
        </pc:sldMkLst>
      </pc:sldChg>
      <pc:sldChg chg="add del">
        <pc:chgData name="Byrd, Andrew M." userId="S::amby222@uky.edu::2d5836b5-4a72-4fdb-bd90-63723c1cd390" providerId="AD" clId="Web-{46B9B0AF-7A28-6F81-2EA7-A93924021D79}" dt="2024-11-18T14:01:49.256" v="5"/>
        <pc:sldMkLst>
          <pc:docMk/>
          <pc:sldMk cId="0" sldId="270"/>
        </pc:sldMkLst>
      </pc:sldChg>
      <pc:sldChg chg="ord">
        <pc:chgData name="Byrd, Andrew M." userId="S::amby222@uky.edu::2d5836b5-4a72-4fdb-bd90-63723c1cd390" providerId="AD" clId="Web-{46B9B0AF-7A28-6F81-2EA7-A93924021D79}" dt="2024-11-18T14:16:41.004" v="347"/>
        <pc:sldMkLst>
          <pc:docMk/>
          <pc:sldMk cId="1692096153" sldId="274"/>
        </pc:sldMkLst>
      </pc:sldChg>
      <pc:sldChg chg="modSp new ord">
        <pc:chgData name="Byrd, Andrew M." userId="S::amby222@uky.edu::2d5836b5-4a72-4fdb-bd90-63723c1cd390" providerId="AD" clId="Web-{46B9B0AF-7A28-6F81-2EA7-A93924021D79}" dt="2024-11-18T14:15:18.139" v="346" actId="1076"/>
        <pc:sldMkLst>
          <pc:docMk/>
          <pc:sldMk cId="1800992662" sldId="276"/>
        </pc:sldMkLst>
        <pc:spChg chg="mod">
          <ac:chgData name="Byrd, Andrew M." userId="S::amby222@uky.edu::2d5836b5-4a72-4fdb-bd90-63723c1cd390" providerId="AD" clId="Web-{46B9B0AF-7A28-6F81-2EA7-A93924021D79}" dt="2024-11-18T14:13:13.053" v="186" actId="20577"/>
          <ac:spMkLst>
            <pc:docMk/>
            <pc:sldMk cId="1800992662" sldId="276"/>
            <ac:spMk id="2" creationId="{AB5B7058-9D74-AB12-9FAF-C2C822BDC132}"/>
          </ac:spMkLst>
        </pc:spChg>
        <pc:spChg chg="mod">
          <ac:chgData name="Byrd, Andrew M." userId="S::amby222@uky.edu::2d5836b5-4a72-4fdb-bd90-63723c1cd390" providerId="AD" clId="Web-{46B9B0AF-7A28-6F81-2EA7-A93924021D79}" dt="2024-11-18T14:15:18.139" v="346" actId="1076"/>
          <ac:spMkLst>
            <pc:docMk/>
            <pc:sldMk cId="1800992662" sldId="276"/>
            <ac:spMk id="3" creationId="{577FB36B-5045-63CC-D394-4BA833DDD078}"/>
          </ac:spMkLst>
        </pc:spChg>
      </pc:sldChg>
    </pc:docChg>
  </pc:docChgLst>
  <pc:docChgLst>
    <pc:chgData name="Byrd, Andrew M." userId="S::amby222@uky.edu::2d5836b5-4a72-4fdb-bd90-63723c1cd390" providerId="AD" clId="Web-{A8D73BB1-315F-47F5-E1FC-64ACFD4BD34D}"/>
    <pc:docChg chg="addSld">
      <pc:chgData name="Byrd, Andrew M." userId="S::amby222@uky.edu::2d5836b5-4a72-4fdb-bd90-63723c1cd390" providerId="AD" clId="Web-{A8D73BB1-315F-47F5-E1FC-64ACFD4BD34D}" dt="2024-11-13T14:08:39.930" v="7"/>
      <pc:docMkLst>
        <pc:docMk/>
      </pc:docMkLst>
      <pc:sldChg chg="add replId">
        <pc:chgData name="Byrd, Andrew M." userId="S::amby222@uky.edu::2d5836b5-4a72-4fdb-bd90-63723c1cd390" providerId="AD" clId="Web-{A8D73BB1-315F-47F5-E1FC-64ACFD4BD34D}" dt="2024-11-13T14:08:33.694" v="0"/>
        <pc:sldMkLst>
          <pc:docMk/>
          <pc:sldMk cId="2343988717" sldId="275"/>
        </pc:sldMkLst>
      </pc:sldChg>
      <pc:sldChg chg="add">
        <pc:chgData name="Byrd, Andrew M." userId="S::amby222@uky.edu::2d5836b5-4a72-4fdb-bd90-63723c1cd390" providerId="AD" clId="Web-{A8D73BB1-315F-47F5-E1FC-64ACFD4BD34D}" dt="2024-11-13T14:08:39.867" v="1"/>
        <pc:sldMkLst>
          <pc:docMk/>
          <pc:sldMk cId="0" sldId="293"/>
        </pc:sldMkLst>
      </pc:sldChg>
      <pc:sldChg chg="add">
        <pc:chgData name="Byrd, Andrew M." userId="S::amby222@uky.edu::2d5836b5-4a72-4fdb-bd90-63723c1cd390" providerId="AD" clId="Web-{A8D73BB1-315F-47F5-E1FC-64ACFD4BD34D}" dt="2024-11-13T14:08:39.882" v="2"/>
        <pc:sldMkLst>
          <pc:docMk/>
          <pc:sldMk cId="0" sldId="294"/>
        </pc:sldMkLst>
      </pc:sldChg>
      <pc:sldChg chg="add">
        <pc:chgData name="Byrd, Andrew M." userId="S::amby222@uky.edu::2d5836b5-4a72-4fdb-bd90-63723c1cd390" providerId="AD" clId="Web-{A8D73BB1-315F-47F5-E1FC-64ACFD4BD34D}" dt="2024-11-13T14:08:39.882" v="3"/>
        <pc:sldMkLst>
          <pc:docMk/>
          <pc:sldMk cId="0" sldId="295"/>
        </pc:sldMkLst>
      </pc:sldChg>
      <pc:sldChg chg="add">
        <pc:chgData name="Byrd, Andrew M." userId="S::amby222@uky.edu::2d5836b5-4a72-4fdb-bd90-63723c1cd390" providerId="AD" clId="Web-{A8D73BB1-315F-47F5-E1FC-64ACFD4BD34D}" dt="2024-11-13T14:08:39.898" v="4"/>
        <pc:sldMkLst>
          <pc:docMk/>
          <pc:sldMk cId="0" sldId="296"/>
        </pc:sldMkLst>
      </pc:sldChg>
      <pc:sldChg chg="add">
        <pc:chgData name="Byrd, Andrew M." userId="S::amby222@uky.edu::2d5836b5-4a72-4fdb-bd90-63723c1cd390" providerId="AD" clId="Web-{A8D73BB1-315F-47F5-E1FC-64ACFD4BD34D}" dt="2024-11-13T14:08:39.914" v="5"/>
        <pc:sldMkLst>
          <pc:docMk/>
          <pc:sldMk cId="0" sldId="297"/>
        </pc:sldMkLst>
      </pc:sldChg>
      <pc:sldChg chg="add">
        <pc:chgData name="Byrd, Andrew M." userId="S::amby222@uky.edu::2d5836b5-4a72-4fdb-bd90-63723c1cd390" providerId="AD" clId="Web-{A8D73BB1-315F-47F5-E1FC-64ACFD4BD34D}" dt="2024-11-13T14:08:39.914" v="6"/>
        <pc:sldMkLst>
          <pc:docMk/>
          <pc:sldMk cId="0" sldId="298"/>
        </pc:sldMkLst>
      </pc:sldChg>
      <pc:sldChg chg="add">
        <pc:chgData name="Byrd, Andrew M." userId="S::amby222@uky.edu::2d5836b5-4a72-4fdb-bd90-63723c1cd390" providerId="AD" clId="Web-{A8D73BB1-315F-47F5-E1FC-64ACFD4BD34D}" dt="2024-11-13T14:08:39.930" v="7"/>
        <pc:sldMkLst>
          <pc:docMk/>
          <pc:sldMk cId="0" sldId="299"/>
        </pc:sldMkLst>
      </pc:sldChg>
    </pc:docChg>
  </pc:docChgLst>
  <pc:docChgLst>
    <pc:chgData name="Byrd, Andrew M." userId="S::amby222@uky.edu::2d5836b5-4a72-4fdb-bd90-63723c1cd390" providerId="AD" clId="Web-{AC8FFDAD-EFF1-E272-30C4-3468FCD9E773}"/>
    <pc:docChg chg="addSld modSld">
      <pc:chgData name="Byrd, Andrew M." userId="S::amby222@uky.edu::2d5836b5-4a72-4fdb-bd90-63723c1cd390" providerId="AD" clId="Web-{AC8FFDAD-EFF1-E272-30C4-3468FCD9E773}" dt="2024-11-20T14:53:54.856" v="75" actId="20577"/>
      <pc:docMkLst>
        <pc:docMk/>
      </pc:docMkLst>
      <pc:sldChg chg="modSp add replId">
        <pc:chgData name="Byrd, Andrew M." userId="S::amby222@uky.edu::2d5836b5-4a72-4fdb-bd90-63723c1cd390" providerId="AD" clId="Web-{AC8FFDAD-EFF1-E272-30C4-3468FCD9E773}" dt="2024-11-20T14:48:03.201" v="13" actId="20577"/>
        <pc:sldMkLst>
          <pc:docMk/>
          <pc:sldMk cId="2625748339" sldId="277"/>
        </pc:sldMkLst>
        <pc:spChg chg="mod">
          <ac:chgData name="Byrd, Andrew M." userId="S::amby222@uky.edu::2d5836b5-4a72-4fdb-bd90-63723c1cd390" providerId="AD" clId="Web-{AC8FFDAD-EFF1-E272-30C4-3468FCD9E773}" dt="2024-11-20T14:48:03.201" v="13" actId="20577"/>
          <ac:spMkLst>
            <pc:docMk/>
            <pc:sldMk cId="2625748339" sldId="277"/>
            <ac:spMk id="3" creationId="{577FB36B-5045-63CC-D394-4BA833DDD078}"/>
          </ac:spMkLst>
        </pc:spChg>
      </pc:sldChg>
      <pc:sldChg chg="modSp add replId">
        <pc:chgData name="Byrd, Andrew M." userId="S::amby222@uky.edu::2d5836b5-4a72-4fdb-bd90-63723c1cd390" providerId="AD" clId="Web-{AC8FFDAD-EFF1-E272-30C4-3468FCD9E773}" dt="2024-11-20T14:47:59.029" v="10" actId="20577"/>
        <pc:sldMkLst>
          <pc:docMk/>
          <pc:sldMk cId="3353998243" sldId="278"/>
        </pc:sldMkLst>
        <pc:spChg chg="mod">
          <ac:chgData name="Byrd, Andrew M." userId="S::amby222@uky.edu::2d5836b5-4a72-4fdb-bd90-63723c1cd390" providerId="AD" clId="Web-{AC8FFDAD-EFF1-E272-30C4-3468FCD9E773}" dt="2024-11-20T14:47:59.029" v="10" actId="20577"/>
          <ac:spMkLst>
            <pc:docMk/>
            <pc:sldMk cId="3353998243" sldId="278"/>
            <ac:spMk id="3" creationId="{577FB36B-5045-63CC-D394-4BA833DDD078}"/>
          </ac:spMkLst>
        </pc:spChg>
      </pc:sldChg>
      <pc:sldChg chg="modSp new">
        <pc:chgData name="Byrd, Andrew M." userId="S::amby222@uky.edu::2d5836b5-4a72-4fdb-bd90-63723c1cd390" providerId="AD" clId="Web-{AC8FFDAD-EFF1-E272-30C4-3468FCD9E773}" dt="2024-11-20T14:51:34.481" v="35" actId="14100"/>
        <pc:sldMkLst>
          <pc:docMk/>
          <pc:sldMk cId="633523123" sldId="279"/>
        </pc:sldMkLst>
        <pc:spChg chg="mod">
          <ac:chgData name="Byrd, Andrew M." userId="S::amby222@uky.edu::2d5836b5-4a72-4fdb-bd90-63723c1cd390" providerId="AD" clId="Web-{AC8FFDAD-EFF1-E272-30C4-3468FCD9E773}" dt="2024-11-20T14:51:12.903" v="28" actId="20577"/>
          <ac:spMkLst>
            <pc:docMk/>
            <pc:sldMk cId="633523123" sldId="279"/>
            <ac:spMk id="2" creationId="{61B7ABFA-E27D-CDBB-7AA0-6E964E8D2F4E}"/>
          </ac:spMkLst>
        </pc:spChg>
        <pc:spChg chg="mod">
          <ac:chgData name="Byrd, Andrew M." userId="S::amby222@uky.edu::2d5836b5-4a72-4fdb-bd90-63723c1cd390" providerId="AD" clId="Web-{AC8FFDAD-EFF1-E272-30C4-3468FCD9E773}" dt="2024-11-20T14:51:34.481" v="35" actId="14100"/>
          <ac:spMkLst>
            <pc:docMk/>
            <pc:sldMk cId="633523123" sldId="279"/>
            <ac:spMk id="3" creationId="{7A53C123-AA6B-D6E8-6E47-0FF9B02C043A}"/>
          </ac:spMkLst>
        </pc:spChg>
      </pc:sldChg>
      <pc:sldChg chg="modSp new">
        <pc:chgData name="Byrd, Andrew M." userId="S::amby222@uky.edu::2d5836b5-4a72-4fdb-bd90-63723c1cd390" providerId="AD" clId="Web-{AC8FFDAD-EFF1-E272-30C4-3468FCD9E773}" dt="2024-11-20T14:53:54.856" v="75" actId="20577"/>
        <pc:sldMkLst>
          <pc:docMk/>
          <pc:sldMk cId="1166761784" sldId="280"/>
        </pc:sldMkLst>
        <pc:spChg chg="mod">
          <ac:chgData name="Byrd, Andrew M." userId="S::amby222@uky.edu::2d5836b5-4a72-4fdb-bd90-63723c1cd390" providerId="AD" clId="Web-{AC8FFDAD-EFF1-E272-30C4-3468FCD9E773}" dt="2024-11-20T14:53:17.918" v="56" actId="20577"/>
          <ac:spMkLst>
            <pc:docMk/>
            <pc:sldMk cId="1166761784" sldId="280"/>
            <ac:spMk id="2" creationId="{496B0564-31F8-CFE4-BFB2-DF11064779A9}"/>
          </ac:spMkLst>
        </pc:spChg>
        <pc:spChg chg="mod">
          <ac:chgData name="Byrd, Andrew M." userId="S::amby222@uky.edu::2d5836b5-4a72-4fdb-bd90-63723c1cd390" providerId="AD" clId="Web-{AC8FFDAD-EFF1-E272-30C4-3468FCD9E773}" dt="2024-11-20T14:53:54.856" v="75" actId="20577"/>
          <ac:spMkLst>
            <pc:docMk/>
            <pc:sldMk cId="1166761784" sldId="280"/>
            <ac:spMk id="3" creationId="{F3FC8F28-5D1A-8DC8-9055-C4CD27F161B9}"/>
          </ac:spMkLst>
        </pc:spChg>
      </pc:sldChg>
    </pc:docChg>
  </pc:docChgLst>
  <pc:docChgLst>
    <pc:chgData name="Byrd, Andrew M." userId="S::amby222@uky.edu::2d5836b5-4a72-4fdb-bd90-63723c1cd390" providerId="AD" clId="Web-{8BDCEF2D-BAA5-A025-1C9B-BF511CE6B820}"/>
    <pc:docChg chg="delSld modSld sldOrd">
      <pc:chgData name="Byrd, Andrew M." userId="S::amby222@uky.edu::2d5836b5-4a72-4fdb-bd90-63723c1cd390" providerId="AD" clId="Web-{8BDCEF2D-BAA5-A025-1C9B-BF511CE6B820}" dt="2024-11-14T14:29:57.179" v="14" actId="1076"/>
      <pc:docMkLst>
        <pc:docMk/>
      </pc:docMkLst>
      <pc:sldChg chg="modSp">
        <pc:chgData name="Byrd, Andrew M." userId="S::amby222@uky.edu::2d5836b5-4a72-4fdb-bd90-63723c1cd390" providerId="AD" clId="Web-{8BDCEF2D-BAA5-A025-1C9B-BF511CE6B820}" dt="2024-11-14T14:29:57.179" v="14" actId="1076"/>
        <pc:sldMkLst>
          <pc:docMk/>
          <pc:sldMk cId="0" sldId="257"/>
        </pc:sldMkLst>
        <pc:picChg chg="mod">
          <ac:chgData name="Byrd, Andrew M." userId="S::amby222@uky.edu::2d5836b5-4a72-4fdb-bd90-63723c1cd390" providerId="AD" clId="Web-{8BDCEF2D-BAA5-A025-1C9B-BF511CE6B820}" dt="2024-11-14T14:29:57.179" v="14" actId="1076"/>
          <ac:picMkLst>
            <pc:docMk/>
            <pc:sldMk cId="0" sldId="257"/>
            <ac:picMk id="79" creationId="{00000000-0000-0000-0000-000000000000}"/>
          </ac:picMkLst>
        </pc:picChg>
        <pc:picChg chg="mod">
          <ac:chgData name="Byrd, Andrew M." userId="S::amby222@uky.edu::2d5836b5-4a72-4fdb-bd90-63723c1cd390" providerId="AD" clId="Web-{8BDCEF2D-BAA5-A025-1C9B-BF511CE6B820}" dt="2024-11-14T14:29:55.023" v="13" actId="1076"/>
          <ac:picMkLst>
            <pc:docMk/>
            <pc:sldMk cId="0" sldId="257"/>
            <ac:picMk id="80" creationId="{00000000-0000-0000-0000-000000000000}"/>
          </ac:picMkLst>
        </pc:picChg>
      </pc:sldChg>
      <pc:sldChg chg="ord">
        <pc:chgData name="Byrd, Andrew M." userId="S::amby222@uky.edu::2d5836b5-4a72-4fdb-bd90-63723c1cd390" providerId="AD" clId="Web-{8BDCEF2D-BAA5-A025-1C9B-BF511CE6B820}" dt="2024-11-14T14:28:59.006" v="11"/>
        <pc:sldMkLst>
          <pc:docMk/>
          <pc:sldMk cId="0" sldId="268"/>
        </pc:sldMkLst>
      </pc:sldChg>
      <pc:sldChg chg="ord">
        <pc:chgData name="Byrd, Andrew M." userId="S::amby222@uky.edu::2d5836b5-4a72-4fdb-bd90-63723c1cd390" providerId="AD" clId="Web-{8BDCEF2D-BAA5-A025-1C9B-BF511CE6B820}" dt="2024-11-14T14:28:59.006" v="10"/>
        <pc:sldMkLst>
          <pc:docMk/>
          <pc:sldMk cId="0" sldId="269"/>
        </pc:sldMkLst>
      </pc:sldChg>
      <pc:sldChg chg="ord">
        <pc:chgData name="Byrd, Andrew M." userId="S::amby222@uky.edu::2d5836b5-4a72-4fdb-bd90-63723c1cd390" providerId="AD" clId="Web-{8BDCEF2D-BAA5-A025-1C9B-BF511CE6B820}" dt="2024-11-14T14:28:59.006" v="9"/>
        <pc:sldMkLst>
          <pc:docMk/>
          <pc:sldMk cId="0" sldId="270"/>
        </pc:sldMkLst>
      </pc:sldChg>
      <pc:sldChg chg="ord">
        <pc:chgData name="Byrd, Andrew M." userId="S::amby222@uky.edu::2d5836b5-4a72-4fdb-bd90-63723c1cd390" providerId="AD" clId="Web-{8BDCEF2D-BAA5-A025-1C9B-BF511CE6B820}" dt="2024-11-14T14:28:47.287" v="8"/>
        <pc:sldMkLst>
          <pc:docMk/>
          <pc:sldMk cId="1692096153" sldId="274"/>
        </pc:sldMkLst>
      </pc:sldChg>
      <pc:sldChg chg="ord">
        <pc:chgData name="Byrd, Andrew M." userId="S::amby222@uky.edu::2d5836b5-4a72-4fdb-bd90-63723c1cd390" providerId="AD" clId="Web-{8BDCEF2D-BAA5-A025-1C9B-BF511CE6B820}" dt="2024-11-14T14:28:44.974" v="7"/>
        <pc:sldMkLst>
          <pc:docMk/>
          <pc:sldMk cId="2343988717" sldId="275"/>
        </pc:sldMkLst>
      </pc:sldChg>
      <pc:sldChg chg="del">
        <pc:chgData name="Byrd, Andrew M." userId="S::amby222@uky.edu::2d5836b5-4a72-4fdb-bd90-63723c1cd390" providerId="AD" clId="Web-{8BDCEF2D-BAA5-A025-1C9B-BF511CE6B820}" dt="2024-11-14T14:25:13.485" v="6"/>
        <pc:sldMkLst>
          <pc:docMk/>
          <pc:sldMk cId="0" sldId="293"/>
        </pc:sldMkLst>
      </pc:sldChg>
      <pc:sldChg chg="del">
        <pc:chgData name="Byrd, Andrew M." userId="S::amby222@uky.edu::2d5836b5-4a72-4fdb-bd90-63723c1cd390" providerId="AD" clId="Web-{8BDCEF2D-BAA5-A025-1C9B-BF511CE6B820}" dt="2024-11-14T14:25:13.485" v="5"/>
        <pc:sldMkLst>
          <pc:docMk/>
          <pc:sldMk cId="0" sldId="294"/>
        </pc:sldMkLst>
      </pc:sldChg>
      <pc:sldChg chg="del">
        <pc:chgData name="Byrd, Andrew M." userId="S::amby222@uky.edu::2d5836b5-4a72-4fdb-bd90-63723c1cd390" providerId="AD" clId="Web-{8BDCEF2D-BAA5-A025-1C9B-BF511CE6B820}" dt="2024-11-14T14:25:13.470" v="4"/>
        <pc:sldMkLst>
          <pc:docMk/>
          <pc:sldMk cId="0" sldId="295"/>
        </pc:sldMkLst>
      </pc:sldChg>
      <pc:sldChg chg="del">
        <pc:chgData name="Byrd, Andrew M." userId="S::amby222@uky.edu::2d5836b5-4a72-4fdb-bd90-63723c1cd390" providerId="AD" clId="Web-{8BDCEF2D-BAA5-A025-1C9B-BF511CE6B820}" dt="2024-11-14T14:25:13.470" v="3"/>
        <pc:sldMkLst>
          <pc:docMk/>
          <pc:sldMk cId="0" sldId="296"/>
        </pc:sldMkLst>
      </pc:sldChg>
      <pc:sldChg chg="del">
        <pc:chgData name="Byrd, Andrew M." userId="S::amby222@uky.edu::2d5836b5-4a72-4fdb-bd90-63723c1cd390" providerId="AD" clId="Web-{8BDCEF2D-BAA5-A025-1C9B-BF511CE6B820}" dt="2024-11-14T14:25:13.470" v="2"/>
        <pc:sldMkLst>
          <pc:docMk/>
          <pc:sldMk cId="0" sldId="297"/>
        </pc:sldMkLst>
      </pc:sldChg>
      <pc:sldChg chg="del">
        <pc:chgData name="Byrd, Andrew M." userId="S::amby222@uky.edu::2d5836b5-4a72-4fdb-bd90-63723c1cd390" providerId="AD" clId="Web-{8BDCEF2D-BAA5-A025-1C9B-BF511CE6B820}" dt="2024-11-14T14:25:13.470" v="1"/>
        <pc:sldMkLst>
          <pc:docMk/>
          <pc:sldMk cId="0" sldId="298"/>
        </pc:sldMkLst>
      </pc:sldChg>
      <pc:sldChg chg="del">
        <pc:chgData name="Byrd, Andrew M." userId="S::amby222@uky.edu::2d5836b5-4a72-4fdb-bd90-63723c1cd390" providerId="AD" clId="Web-{8BDCEF2D-BAA5-A025-1C9B-BF511CE6B820}" dt="2024-11-14T14:25:13.470" v="0"/>
        <pc:sldMkLst>
          <pc:docMk/>
          <pc:sldMk cId="0" sldId="29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9a2b83776b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9a2b83776b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cdfde770d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cdfde770d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cdfde770d0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cdfde770d0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5408ad5bc7_0_9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5408ad5bc7_0_9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5408ad5bc7_0_9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5408ad5bc7_0_9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5408ad5bc7_0_9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5408ad5bc7_0_9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5408ad5bc7_0_9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5408ad5bc7_0_9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5408ad5bc7_0_9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5408ad5bc7_0_9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5408ad5bc7_0_9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5408ad5bc7_0_9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101c1425695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101c142569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101c1425695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101c1425695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101c1425695_1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101c1425695_1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5408ad5bc7_0_9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5408ad5bc7_0_9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5408ad5bc7_0_9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5408ad5bc7_0_9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5408ad5bc7_0_9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5408ad5bc7_0_9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9a2b83776b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9a2b83776b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325965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9a2b83776b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9a2b83776b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22345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w="76200" cap="flat" cmpd="sng">
            <a:solidFill>
              <a:schemeClr val="lt2"/>
            </a:solidFill>
            <a:prstDash val="solid"/>
            <a:round/>
            <a:headEnd type="none" w="sm" len="sm"/>
            <a:tailEnd type="none" w="sm" len="sm"/>
          </a:ln>
        </p:spPr>
      </p:cxnSp>
      <p:cxnSp>
        <p:nvCxnSpPr>
          <p:cNvPr id="11" name="Google Shape;11;p2"/>
          <p:cNvCxnSpPr/>
          <p:nvPr/>
        </p:nvCxnSpPr>
        <p:spPr>
          <a:xfrm>
            <a:off x="1575035" y="3158252"/>
            <a:ext cx="562200" cy="0"/>
          </a:xfrm>
          <a:prstGeom prst="straightConnector1">
            <a:avLst/>
          </a:prstGeom>
          <a:noFill/>
          <a:ln w="76200" cap="flat" cmpd="sng">
            <a:solidFill>
              <a:schemeClr val="lt2"/>
            </a:solidFill>
            <a:prstDash val="solid"/>
            <a:round/>
            <a:headEnd type="none" w="sm" len="sm"/>
            <a:tailEnd type="none" w="sm" len="sm"/>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4" name="Google Shape;14;p2"/>
            <p:cNvCxnSpPr/>
            <p:nvPr/>
          </p:nvCxnSpPr>
          <p:spPr>
            <a:xfrm rot="10800000">
              <a:off x="1346429" y="1163700"/>
              <a:ext cx="6452100" cy="0"/>
            </a:xfrm>
            <a:prstGeom prst="straightConnector1">
              <a:avLst/>
            </a:prstGeom>
            <a:noFill/>
            <a:ln w="9525" cap="flat" cmpd="sng">
              <a:solidFill>
                <a:schemeClr val="accent3"/>
              </a:solidFill>
              <a:prstDash val="solid"/>
              <a:round/>
              <a:headEnd type="none" w="sm" len="sm"/>
              <a:tailEnd type="none" w="sm" len="sm"/>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7" name="Google Shape;17;p2"/>
            <p:cNvCxnSpPr/>
            <p:nvPr/>
          </p:nvCxnSpPr>
          <p:spPr>
            <a:xfrm>
              <a:off x="1346435" y="3969088"/>
              <a:ext cx="6452100" cy="0"/>
            </a:xfrm>
            <a:prstGeom prst="straightConnector1">
              <a:avLst/>
            </a:prstGeom>
            <a:noFill/>
            <a:ln w="9525" cap="flat" cmpd="sng">
              <a:solidFill>
                <a:schemeClr val="accent3"/>
              </a:solidFill>
              <a:prstDash val="solid"/>
              <a:round/>
              <a:headEnd type="none" w="sm" len="sm"/>
              <a:tailEnd type="none" w="sm" len="sm"/>
            </a:ln>
          </p:spPr>
        </p:cxnSp>
      </p:grpSp>
      <p:sp>
        <p:nvSpPr>
          <p:cNvPr id="18" name="Google Shape;18;p2"/>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19" name="Google Shape;19;p2"/>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0" name="Google Shape;20;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txBox="1">
            <a:spLocks noGrp="1"/>
          </p:cNvSpPr>
          <p:nvPr>
            <p:ph type="title"/>
          </p:nvPr>
        </p:nvSpPr>
        <p:spPr>
          <a:xfrm>
            <a:off x="311700" y="814800"/>
            <a:ext cx="8571300" cy="9420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a:p>
        </p:txBody>
      </p:sp>
      <p:sp>
        <p:nvSpPr>
          <p:cNvPr id="24" name="Google Shape;2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8" name="Google Shape;28;p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9" name="Google Shape;2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2" name="Google Shape;32;p5"/>
          <p:cNvSpPr txBox="1">
            <a:spLocks noGrp="1"/>
          </p:cNvSpPr>
          <p:nvPr>
            <p:ph type="body" idx="1"/>
          </p:nvPr>
        </p:nvSpPr>
        <p:spPr>
          <a:xfrm>
            <a:off x="311700" y="1266175"/>
            <a:ext cx="3999900" cy="33027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3" name="Google Shape;33;p5"/>
          <p:cNvSpPr txBox="1">
            <a:spLocks noGrp="1"/>
          </p:cNvSpPr>
          <p:nvPr>
            <p:ph type="body" idx="2"/>
          </p:nvPr>
        </p:nvSpPr>
        <p:spPr>
          <a:xfrm>
            <a:off x="4832400" y="1266175"/>
            <a:ext cx="3999900" cy="33027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4" name="Google Shape;3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7" name="Google Shape;3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1" name="Google Shape;4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6"/>
        </a:solidFill>
        <a:effectLst/>
      </p:bgPr>
    </p:bg>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526350"/>
            <a:ext cx="56136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dk2"/>
              </a:buClr>
              <a:buSzPts val="5400"/>
              <a:buNone/>
              <a:defRPr sz="5400" b="0">
                <a:solidFill>
                  <a:schemeClr val="dk2"/>
                </a:solidFill>
              </a:defRPr>
            </a:lvl1pPr>
            <a:lvl2pPr lvl="1">
              <a:spcBef>
                <a:spcPts val="0"/>
              </a:spcBef>
              <a:spcAft>
                <a:spcPts val="0"/>
              </a:spcAft>
              <a:buClr>
                <a:schemeClr val="dk2"/>
              </a:buClr>
              <a:buSzPts val="5400"/>
              <a:buNone/>
              <a:defRPr sz="5400" b="0">
                <a:solidFill>
                  <a:schemeClr val="dk2"/>
                </a:solidFill>
              </a:defRPr>
            </a:lvl2pPr>
            <a:lvl3pPr lvl="2">
              <a:spcBef>
                <a:spcPts val="0"/>
              </a:spcBef>
              <a:spcAft>
                <a:spcPts val="0"/>
              </a:spcAft>
              <a:buClr>
                <a:schemeClr val="dk2"/>
              </a:buClr>
              <a:buSzPts val="5400"/>
              <a:buNone/>
              <a:defRPr sz="5400" b="0">
                <a:solidFill>
                  <a:schemeClr val="dk2"/>
                </a:solidFill>
              </a:defRPr>
            </a:lvl3pPr>
            <a:lvl4pPr lvl="3">
              <a:spcBef>
                <a:spcPts val="0"/>
              </a:spcBef>
              <a:spcAft>
                <a:spcPts val="0"/>
              </a:spcAft>
              <a:buClr>
                <a:schemeClr val="dk2"/>
              </a:buClr>
              <a:buSzPts val="5400"/>
              <a:buNone/>
              <a:defRPr sz="5400" b="0">
                <a:solidFill>
                  <a:schemeClr val="dk2"/>
                </a:solidFill>
              </a:defRPr>
            </a:lvl4pPr>
            <a:lvl5pPr lvl="4">
              <a:spcBef>
                <a:spcPts val="0"/>
              </a:spcBef>
              <a:spcAft>
                <a:spcPts val="0"/>
              </a:spcAft>
              <a:buClr>
                <a:schemeClr val="dk2"/>
              </a:buClr>
              <a:buSzPts val="5400"/>
              <a:buNone/>
              <a:defRPr sz="5400" b="0">
                <a:solidFill>
                  <a:schemeClr val="dk2"/>
                </a:solidFill>
              </a:defRPr>
            </a:lvl5pPr>
            <a:lvl6pPr lvl="5">
              <a:spcBef>
                <a:spcPts val="0"/>
              </a:spcBef>
              <a:spcAft>
                <a:spcPts val="0"/>
              </a:spcAft>
              <a:buClr>
                <a:schemeClr val="dk2"/>
              </a:buClr>
              <a:buSzPts val="5400"/>
              <a:buNone/>
              <a:defRPr sz="5400" b="0">
                <a:solidFill>
                  <a:schemeClr val="dk2"/>
                </a:solidFill>
              </a:defRPr>
            </a:lvl6pPr>
            <a:lvl7pPr lvl="6">
              <a:spcBef>
                <a:spcPts val="0"/>
              </a:spcBef>
              <a:spcAft>
                <a:spcPts val="0"/>
              </a:spcAft>
              <a:buClr>
                <a:schemeClr val="dk2"/>
              </a:buClr>
              <a:buSzPts val="5400"/>
              <a:buNone/>
              <a:defRPr sz="5400" b="0">
                <a:solidFill>
                  <a:schemeClr val="dk2"/>
                </a:solidFill>
              </a:defRPr>
            </a:lvl7pPr>
            <a:lvl8pPr lvl="7">
              <a:spcBef>
                <a:spcPts val="0"/>
              </a:spcBef>
              <a:spcAft>
                <a:spcPts val="0"/>
              </a:spcAft>
              <a:buClr>
                <a:schemeClr val="dk2"/>
              </a:buClr>
              <a:buSzPts val="5400"/>
              <a:buNone/>
              <a:defRPr sz="5400" b="0">
                <a:solidFill>
                  <a:schemeClr val="dk2"/>
                </a:solidFill>
              </a:defRPr>
            </a:lvl8pPr>
            <a:lvl9pPr lvl="8">
              <a:spcBef>
                <a:spcPts val="0"/>
              </a:spcBef>
              <a:spcAft>
                <a:spcPts val="0"/>
              </a:spcAft>
              <a:buClr>
                <a:schemeClr val="dk2"/>
              </a:buClr>
              <a:buSzPts val="5400"/>
              <a:buNone/>
              <a:defRPr sz="5400" b="0">
                <a:solidFill>
                  <a:schemeClr val="dk2"/>
                </a:solidFill>
              </a:defRPr>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7" name="Google Shape;47;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9"/>
          <p:cNvSpPr txBox="1">
            <a:spLocks noGrp="1"/>
          </p:cNvSpPr>
          <p:nvPr>
            <p:ph type="title"/>
          </p:nvPr>
        </p:nvSpPr>
        <p:spPr>
          <a:xfrm>
            <a:off x="265500" y="1039675"/>
            <a:ext cx="4045200" cy="16758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9" name="Google Shape;49;p9"/>
          <p:cNvSpPr txBox="1">
            <a:spLocks noGrp="1"/>
          </p:cNvSpPr>
          <p:nvPr>
            <p:ph type="subTitle" idx="1"/>
          </p:nvPr>
        </p:nvSpPr>
        <p:spPr>
          <a:xfrm>
            <a:off x="265500" y="27268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311700" y="423072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a:endParaRPr/>
          </a:p>
        </p:txBody>
      </p:sp>
      <p:sp>
        <p:nvSpPr>
          <p:cNvPr id="54" name="Google Shape;5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1"/>
          <p:cNvSpPr txBox="1">
            <a:spLocks noGrp="1"/>
          </p:cNvSpPr>
          <p:nvPr>
            <p:ph type="title" hasCustomPrompt="1"/>
          </p:nvPr>
        </p:nvSpPr>
        <p:spPr>
          <a:xfrm>
            <a:off x="311700" y="1304850"/>
            <a:ext cx="8520600" cy="1538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a:spLocks noGrp="1"/>
          </p:cNvSpPr>
          <p:nvPr>
            <p:ph type="body" idx="1"/>
          </p:nvPr>
        </p:nvSpPr>
        <p:spPr>
          <a:xfrm>
            <a:off x="311700" y="2995650"/>
            <a:ext cx="8520600" cy="1071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9" name="Google Shape;5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2"/>
        <p:cNvGrpSpPr/>
        <p:nvPr/>
      </p:nvGrpSpPr>
      <p:grpSpPr>
        <a:xfrm>
          <a:off x="0" y="0"/>
          <a:ext cx="0" cy="0"/>
          <a:chOff x="0" y="0"/>
          <a:chExt cx="0" cy="0"/>
        </a:xfrm>
      </p:grpSpPr>
      <p:sp>
        <p:nvSpPr>
          <p:cNvPr id="63" name="Google Shape;63;p13"/>
          <p:cNvSpPr txBox="1">
            <a:spLocks noGrp="1"/>
          </p:cNvSpPr>
          <p:nvPr>
            <p:ph type="title"/>
          </p:nvPr>
        </p:nvSpPr>
        <p:spPr>
          <a:xfrm>
            <a:off x="457200" y="205978"/>
            <a:ext cx="7467600" cy="857400"/>
          </a:xfrm>
          <a:prstGeom prst="rect">
            <a:avLst/>
          </a:prstGeom>
          <a:noFill/>
          <a:ln>
            <a:noFill/>
          </a:ln>
        </p:spPr>
        <p:txBody>
          <a:bodyPr spcFirstLastPara="1" wrap="square" lIns="91425" tIns="45700" rIns="91425" bIns="45700" anchor="b" anchorCtr="0">
            <a:noAutofit/>
          </a:bodyPr>
          <a:lstStyle>
            <a:lvl1pPr lvl="0" algn="l" rtl="0">
              <a:lnSpc>
                <a:spcPct val="100000"/>
              </a:lnSpc>
              <a:spcBef>
                <a:spcPts val="0"/>
              </a:spcBef>
              <a:spcAft>
                <a:spcPts val="0"/>
              </a:spcAft>
              <a:buClr>
                <a:schemeClr val="dk2"/>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4" name="Google Shape;64;p13"/>
          <p:cNvSpPr txBox="1">
            <a:spLocks noGrp="1"/>
          </p:cNvSpPr>
          <p:nvPr>
            <p:ph type="body" idx="1"/>
          </p:nvPr>
        </p:nvSpPr>
        <p:spPr>
          <a:xfrm>
            <a:off x="457200" y="1200150"/>
            <a:ext cx="7467600" cy="3655500"/>
          </a:xfrm>
          <a:prstGeom prst="rect">
            <a:avLst/>
          </a:prstGeom>
          <a:noFill/>
          <a:ln>
            <a:noFill/>
          </a:ln>
        </p:spPr>
        <p:txBody>
          <a:bodyPr spcFirstLastPara="1" wrap="square" lIns="91425" tIns="45700" rIns="91425" bIns="45700" anchor="t" anchorCtr="0">
            <a:noAutofit/>
          </a:bodyPr>
          <a:lstStyle>
            <a:lvl1pPr marL="457200" lvl="0" indent="-308610" algn="l" rtl="0">
              <a:lnSpc>
                <a:spcPct val="100000"/>
              </a:lnSpc>
              <a:spcBef>
                <a:spcPts val="600"/>
              </a:spcBef>
              <a:spcAft>
                <a:spcPts val="0"/>
              </a:spcAft>
              <a:buSzPts val="1260"/>
              <a:buChar char="?"/>
              <a:defRPr/>
            </a:lvl1pPr>
            <a:lvl2pPr marL="914400" lvl="1" indent="-320040" algn="l" rtl="0">
              <a:lnSpc>
                <a:spcPct val="100000"/>
              </a:lnSpc>
              <a:spcBef>
                <a:spcPts val="360"/>
              </a:spcBef>
              <a:spcAft>
                <a:spcPts val="0"/>
              </a:spcAft>
              <a:buSzPts val="1440"/>
              <a:buChar char="⚫"/>
              <a:defRPr/>
            </a:lvl2pPr>
            <a:lvl3pPr marL="1371600" lvl="2" indent="-297180" algn="l" rtl="0">
              <a:lnSpc>
                <a:spcPct val="100000"/>
              </a:lnSpc>
              <a:spcBef>
                <a:spcPts val="360"/>
              </a:spcBef>
              <a:spcAft>
                <a:spcPts val="0"/>
              </a:spcAft>
              <a:buSzPts val="1080"/>
              <a:buChar char="?"/>
              <a:defRPr/>
            </a:lvl3pPr>
            <a:lvl4pPr marL="1828800" lvl="3" indent="-297180" algn="l" rtl="0">
              <a:lnSpc>
                <a:spcPct val="100000"/>
              </a:lnSpc>
              <a:spcBef>
                <a:spcPts val="360"/>
              </a:spcBef>
              <a:spcAft>
                <a:spcPts val="0"/>
              </a:spcAft>
              <a:buSzPts val="1080"/>
              <a:buChar char="?"/>
              <a:defRPr/>
            </a:lvl4pPr>
            <a:lvl5pPr marL="2286000" lvl="4" indent="-306323" algn="l" rtl="0">
              <a:lnSpc>
                <a:spcPct val="100000"/>
              </a:lnSpc>
              <a:spcBef>
                <a:spcPts val="360"/>
              </a:spcBef>
              <a:spcAft>
                <a:spcPts val="0"/>
              </a:spcAft>
              <a:buSzPts val="1224"/>
              <a:buChar char="⚫"/>
              <a:defRPr/>
            </a:lvl5pPr>
            <a:lvl6pPr marL="2743200" lvl="5" indent="-342900" algn="l" rtl="0">
              <a:lnSpc>
                <a:spcPct val="100000"/>
              </a:lnSpc>
              <a:spcBef>
                <a:spcPts val="360"/>
              </a:spcBef>
              <a:spcAft>
                <a:spcPts val="0"/>
              </a:spcAft>
              <a:buSzPts val="1800"/>
              <a:buChar char="•"/>
              <a:defRPr/>
            </a:lvl6pPr>
            <a:lvl7pPr marL="3200400" lvl="6" indent="-297179" algn="l" rtl="0">
              <a:lnSpc>
                <a:spcPct val="100000"/>
              </a:lnSpc>
              <a:spcBef>
                <a:spcPts val="360"/>
              </a:spcBef>
              <a:spcAft>
                <a:spcPts val="0"/>
              </a:spcAft>
              <a:buSzPts val="1080"/>
              <a:buChar char="⚪"/>
              <a:defRPr/>
            </a:lvl7pPr>
            <a:lvl8pPr marL="3657600" lvl="7" indent="-342900" algn="l" rtl="0">
              <a:lnSpc>
                <a:spcPct val="100000"/>
              </a:lnSpc>
              <a:spcBef>
                <a:spcPts val="360"/>
              </a:spcBef>
              <a:spcAft>
                <a:spcPts val="0"/>
              </a:spcAft>
              <a:buSzPts val="1800"/>
              <a:buChar char="•"/>
              <a:defRPr/>
            </a:lvl8pPr>
            <a:lvl9pPr marL="4114800" lvl="8" indent="-342900" algn="l" rtl="0">
              <a:lnSpc>
                <a:spcPct val="100000"/>
              </a:lnSpc>
              <a:spcBef>
                <a:spcPts val="360"/>
              </a:spcBef>
              <a:spcAft>
                <a:spcPts val="0"/>
              </a:spcAft>
              <a:buSzPts val="1800"/>
              <a:buChar char="•"/>
              <a:defRPr/>
            </a:lvl9pPr>
          </a:lstStyle>
          <a:p>
            <a:endParaRPr/>
          </a:p>
        </p:txBody>
      </p:sp>
      <p:sp>
        <p:nvSpPr>
          <p:cNvPr id="65" name="Google Shape;65;p13"/>
          <p:cNvSpPr txBox="1">
            <a:spLocks noGrp="1"/>
          </p:cNvSpPr>
          <p:nvPr>
            <p:ph type="dt" idx="10"/>
          </p:nvPr>
        </p:nvSpPr>
        <p:spPr>
          <a:xfrm rot="5400000">
            <a:off x="7840884" y="763526"/>
            <a:ext cx="1509000" cy="3840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6" name="Google Shape;66;p13"/>
          <p:cNvSpPr txBox="1">
            <a:spLocks noGrp="1"/>
          </p:cNvSpPr>
          <p:nvPr>
            <p:ph type="sldNum" idx="12"/>
          </p:nvPr>
        </p:nvSpPr>
        <p:spPr>
          <a:xfrm>
            <a:off x="8129016" y="4300538"/>
            <a:ext cx="609600" cy="390900"/>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000000"/>
              </a:buClr>
              <a:buSzPts val="1400"/>
              <a:buFont typeface="Arial"/>
              <a:buNone/>
              <a:defRPr sz="1400" b="1" i="0" u="none" strike="noStrike" cap="none">
                <a:solidFill>
                  <a:srgbClr val="FFFFFF"/>
                </a:solidFill>
                <a:latin typeface="Century Schoolbook"/>
                <a:ea typeface="Century Schoolbook"/>
                <a:cs typeface="Century Schoolbook"/>
                <a:sym typeface="Century Schoolbook"/>
              </a:defRPr>
            </a:lvl1pPr>
            <a:lvl2pPr marL="0" marR="0" lvl="1" indent="0" algn="ctr" rtl="0">
              <a:lnSpc>
                <a:spcPct val="100000"/>
              </a:lnSpc>
              <a:spcBef>
                <a:spcPts val="0"/>
              </a:spcBef>
              <a:spcAft>
                <a:spcPts val="0"/>
              </a:spcAft>
              <a:buClr>
                <a:srgbClr val="000000"/>
              </a:buClr>
              <a:buSzPts val="1400"/>
              <a:buFont typeface="Arial"/>
              <a:buNone/>
              <a:defRPr sz="1400" b="1" i="0" u="none" strike="noStrike" cap="none">
                <a:solidFill>
                  <a:srgbClr val="FFFFFF"/>
                </a:solidFill>
                <a:latin typeface="Century Schoolbook"/>
                <a:ea typeface="Century Schoolbook"/>
                <a:cs typeface="Century Schoolbook"/>
                <a:sym typeface="Century Schoolbook"/>
              </a:defRPr>
            </a:lvl2pPr>
            <a:lvl3pPr marL="0" marR="0" lvl="2" indent="0" algn="ctr" rtl="0">
              <a:lnSpc>
                <a:spcPct val="100000"/>
              </a:lnSpc>
              <a:spcBef>
                <a:spcPts val="0"/>
              </a:spcBef>
              <a:spcAft>
                <a:spcPts val="0"/>
              </a:spcAft>
              <a:buClr>
                <a:srgbClr val="000000"/>
              </a:buClr>
              <a:buSzPts val="1400"/>
              <a:buFont typeface="Arial"/>
              <a:buNone/>
              <a:defRPr sz="1400" b="1" i="0" u="none" strike="noStrike" cap="none">
                <a:solidFill>
                  <a:srgbClr val="FFFFFF"/>
                </a:solidFill>
                <a:latin typeface="Century Schoolbook"/>
                <a:ea typeface="Century Schoolbook"/>
                <a:cs typeface="Century Schoolbook"/>
                <a:sym typeface="Century Schoolbook"/>
              </a:defRPr>
            </a:lvl3pPr>
            <a:lvl4pPr marL="0" marR="0" lvl="3" indent="0" algn="ctr" rtl="0">
              <a:lnSpc>
                <a:spcPct val="100000"/>
              </a:lnSpc>
              <a:spcBef>
                <a:spcPts val="0"/>
              </a:spcBef>
              <a:spcAft>
                <a:spcPts val="0"/>
              </a:spcAft>
              <a:buClr>
                <a:srgbClr val="000000"/>
              </a:buClr>
              <a:buSzPts val="1400"/>
              <a:buFont typeface="Arial"/>
              <a:buNone/>
              <a:defRPr sz="1400" b="1" i="0" u="none" strike="noStrike" cap="none">
                <a:solidFill>
                  <a:srgbClr val="FFFFFF"/>
                </a:solidFill>
                <a:latin typeface="Century Schoolbook"/>
                <a:ea typeface="Century Schoolbook"/>
                <a:cs typeface="Century Schoolbook"/>
                <a:sym typeface="Century Schoolbook"/>
              </a:defRPr>
            </a:lvl4pPr>
            <a:lvl5pPr marL="0" marR="0" lvl="4" indent="0" algn="ctr" rtl="0">
              <a:lnSpc>
                <a:spcPct val="100000"/>
              </a:lnSpc>
              <a:spcBef>
                <a:spcPts val="0"/>
              </a:spcBef>
              <a:spcAft>
                <a:spcPts val="0"/>
              </a:spcAft>
              <a:buClr>
                <a:srgbClr val="000000"/>
              </a:buClr>
              <a:buSzPts val="1400"/>
              <a:buFont typeface="Arial"/>
              <a:buNone/>
              <a:defRPr sz="1400" b="1" i="0" u="none" strike="noStrike" cap="none">
                <a:solidFill>
                  <a:srgbClr val="FFFFFF"/>
                </a:solidFill>
                <a:latin typeface="Century Schoolbook"/>
                <a:ea typeface="Century Schoolbook"/>
                <a:cs typeface="Century Schoolbook"/>
                <a:sym typeface="Century Schoolbook"/>
              </a:defRPr>
            </a:lvl5pPr>
            <a:lvl6pPr marL="0" marR="0" lvl="5" indent="0" algn="ctr" rtl="0">
              <a:lnSpc>
                <a:spcPct val="100000"/>
              </a:lnSpc>
              <a:spcBef>
                <a:spcPts val="0"/>
              </a:spcBef>
              <a:spcAft>
                <a:spcPts val="0"/>
              </a:spcAft>
              <a:buClr>
                <a:srgbClr val="000000"/>
              </a:buClr>
              <a:buSzPts val="1400"/>
              <a:buFont typeface="Arial"/>
              <a:buNone/>
              <a:defRPr sz="1400" b="1" i="0" u="none" strike="noStrike" cap="none">
                <a:solidFill>
                  <a:srgbClr val="FFFFFF"/>
                </a:solidFill>
                <a:latin typeface="Century Schoolbook"/>
                <a:ea typeface="Century Schoolbook"/>
                <a:cs typeface="Century Schoolbook"/>
                <a:sym typeface="Century Schoolbook"/>
              </a:defRPr>
            </a:lvl6pPr>
            <a:lvl7pPr marL="0" marR="0" lvl="6" indent="0" algn="ctr" rtl="0">
              <a:lnSpc>
                <a:spcPct val="100000"/>
              </a:lnSpc>
              <a:spcBef>
                <a:spcPts val="0"/>
              </a:spcBef>
              <a:spcAft>
                <a:spcPts val="0"/>
              </a:spcAft>
              <a:buClr>
                <a:srgbClr val="000000"/>
              </a:buClr>
              <a:buSzPts val="1400"/>
              <a:buFont typeface="Arial"/>
              <a:buNone/>
              <a:defRPr sz="1400" b="1" i="0" u="none" strike="noStrike" cap="none">
                <a:solidFill>
                  <a:srgbClr val="FFFFFF"/>
                </a:solidFill>
                <a:latin typeface="Century Schoolbook"/>
                <a:ea typeface="Century Schoolbook"/>
                <a:cs typeface="Century Schoolbook"/>
                <a:sym typeface="Century Schoolbook"/>
              </a:defRPr>
            </a:lvl7pPr>
            <a:lvl8pPr marL="0" marR="0" lvl="7" indent="0" algn="ctr" rtl="0">
              <a:lnSpc>
                <a:spcPct val="100000"/>
              </a:lnSpc>
              <a:spcBef>
                <a:spcPts val="0"/>
              </a:spcBef>
              <a:spcAft>
                <a:spcPts val="0"/>
              </a:spcAft>
              <a:buClr>
                <a:srgbClr val="000000"/>
              </a:buClr>
              <a:buSzPts val="1400"/>
              <a:buFont typeface="Arial"/>
              <a:buNone/>
              <a:defRPr sz="1400" b="1" i="0" u="none" strike="noStrike" cap="none">
                <a:solidFill>
                  <a:srgbClr val="FFFFFF"/>
                </a:solidFill>
                <a:latin typeface="Century Schoolbook"/>
                <a:ea typeface="Century Schoolbook"/>
                <a:cs typeface="Century Schoolbook"/>
                <a:sym typeface="Century Schoolbook"/>
              </a:defRPr>
            </a:lvl8pPr>
            <a:lvl9pPr marL="0" marR="0" lvl="8" indent="0" algn="ctr" rtl="0">
              <a:lnSpc>
                <a:spcPct val="100000"/>
              </a:lnSpc>
              <a:spcBef>
                <a:spcPts val="0"/>
              </a:spcBef>
              <a:spcAft>
                <a:spcPts val="0"/>
              </a:spcAft>
              <a:buClr>
                <a:srgbClr val="000000"/>
              </a:buClr>
              <a:buSzPts val="1400"/>
              <a:buFont typeface="Arial"/>
              <a:buNone/>
              <a:defRPr sz="1400" b="1" i="0" u="none" strike="noStrike" cap="none">
                <a:solidFill>
                  <a:srgbClr val="FFFFFF"/>
                </a:solidFill>
                <a:latin typeface="Century Schoolbook"/>
                <a:ea typeface="Century Schoolbook"/>
                <a:cs typeface="Century Schoolbook"/>
                <a:sym typeface="Century Schoolbook"/>
              </a:defRPr>
            </a:lvl9pPr>
          </a:lstStyle>
          <a:p>
            <a:pPr marL="0" lvl="0" indent="0" algn="ctr" rtl="0">
              <a:spcBef>
                <a:spcPts val="0"/>
              </a:spcBef>
              <a:spcAft>
                <a:spcPts val="0"/>
              </a:spcAft>
              <a:buNone/>
            </a:pPr>
            <a:fld id="{00000000-1234-1234-1234-123412341234}" type="slidenum">
              <a:rPr lang="en"/>
              <a:t>‹#›</a:t>
            </a:fld>
            <a:endParaRPr/>
          </a:p>
        </p:txBody>
      </p:sp>
      <p:sp>
        <p:nvSpPr>
          <p:cNvPr id="67" name="Google Shape;67;p13"/>
          <p:cNvSpPr txBox="1">
            <a:spLocks noGrp="1"/>
          </p:cNvSpPr>
          <p:nvPr>
            <p:ph type="ftr" idx="11"/>
          </p:nvPr>
        </p:nvSpPr>
        <p:spPr>
          <a:xfrm rot="5400000">
            <a:off x="7390266" y="2757240"/>
            <a:ext cx="2400300" cy="365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op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a:p>
        </p:txBody>
      </p:sp>
      <p:sp>
        <p:nvSpPr>
          <p:cNvPr id="7" name="Google Shape;7;p1"/>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1600"/>
              </a:spcBef>
              <a:spcAft>
                <a:spcPts val="160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hyperlink" Target="https://sketch.io/sketchpad/"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4"/>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400"/>
              <a:t>Linguistics 200, Week 13</a:t>
            </a:r>
            <a:endParaRPr sz="4400"/>
          </a:p>
        </p:txBody>
      </p:sp>
      <p:sp>
        <p:nvSpPr>
          <p:cNvPr id="73" name="Google Shape;73;p14"/>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Writing Systems</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B7058-9D74-AB12-9FAF-C2C822BDC132}"/>
              </a:ext>
            </a:extLst>
          </p:cNvPr>
          <p:cNvSpPr>
            <a:spLocks noGrp="1"/>
          </p:cNvSpPr>
          <p:nvPr>
            <p:ph type="title"/>
          </p:nvPr>
        </p:nvSpPr>
        <p:spPr/>
        <p:txBody>
          <a:bodyPr/>
          <a:lstStyle/>
          <a:p>
            <a:r>
              <a:rPr lang="en-US" dirty="0"/>
              <a:t>Timeline for Remainder of </a:t>
            </a:r>
            <a:r>
              <a:rPr lang="en-US" dirty="0" err="1"/>
              <a:t>Cousre</a:t>
            </a:r>
          </a:p>
        </p:txBody>
      </p:sp>
      <p:sp>
        <p:nvSpPr>
          <p:cNvPr id="3" name="Text Placeholder 2">
            <a:extLst>
              <a:ext uri="{FF2B5EF4-FFF2-40B4-BE49-F238E27FC236}">
                <a16:creationId xmlns:a16="http://schemas.microsoft.com/office/drawing/2014/main" id="{577FB36B-5045-63CC-D394-4BA833DDD078}"/>
              </a:ext>
            </a:extLst>
          </p:cNvPr>
          <p:cNvSpPr>
            <a:spLocks noGrp="1"/>
          </p:cNvSpPr>
          <p:nvPr>
            <p:ph type="body" idx="1"/>
          </p:nvPr>
        </p:nvSpPr>
        <p:spPr>
          <a:xfrm>
            <a:off x="311700" y="1072231"/>
            <a:ext cx="8520600" cy="3302700"/>
          </a:xfrm>
        </p:spPr>
        <p:txBody>
          <a:bodyPr/>
          <a:lstStyle/>
          <a:p>
            <a:pPr>
              <a:lnSpc>
                <a:spcPct val="150000"/>
              </a:lnSpc>
            </a:pPr>
            <a:r>
              <a:rPr lang="en-US" sz="1600" b="1" dirty="0"/>
              <a:t>Today</a:t>
            </a:r>
            <a:r>
              <a:rPr lang="en-US" sz="1600" dirty="0"/>
              <a:t>: finishing up writing systems</a:t>
            </a:r>
          </a:p>
          <a:p>
            <a:pPr>
              <a:lnSpc>
                <a:spcPct val="150000"/>
              </a:lnSpc>
            </a:pPr>
            <a:r>
              <a:rPr lang="en-US" sz="1600" dirty="0"/>
              <a:t>Wednesday (</a:t>
            </a:r>
            <a:r>
              <a:rPr lang="en-US" sz="1600" b="1" dirty="0"/>
              <a:t>11/20</a:t>
            </a:r>
            <a:r>
              <a:rPr lang="en-US" sz="1600" dirty="0"/>
              <a:t>): work on translating language for component 4, </a:t>
            </a:r>
          </a:p>
          <a:p>
            <a:pPr>
              <a:lnSpc>
                <a:spcPct val="150000"/>
              </a:lnSpc>
            </a:pPr>
            <a:r>
              <a:rPr lang="en-US" sz="1600" dirty="0"/>
              <a:t>Friday (</a:t>
            </a:r>
            <a:r>
              <a:rPr lang="en-US" sz="1600" b="1" dirty="0"/>
              <a:t>11/22</a:t>
            </a:r>
            <a:r>
              <a:rPr lang="en-US" sz="1600" dirty="0"/>
              <a:t>): work on final project, start preparing for translation</a:t>
            </a:r>
          </a:p>
          <a:p>
            <a:pPr>
              <a:lnSpc>
                <a:spcPct val="150000"/>
              </a:lnSpc>
            </a:pPr>
            <a:r>
              <a:rPr lang="en-US" sz="1600" dirty="0"/>
              <a:t>Monday (</a:t>
            </a:r>
            <a:r>
              <a:rPr lang="en-US" sz="1600" b="1" dirty="0"/>
              <a:t>11/25</a:t>
            </a:r>
            <a:r>
              <a:rPr lang="en-US" sz="1600" dirty="0"/>
              <a:t>): work on final project, start preparing for translation; submit to me before break!</a:t>
            </a:r>
          </a:p>
          <a:p>
            <a:pPr>
              <a:lnSpc>
                <a:spcPct val="150000"/>
              </a:lnSpc>
            </a:pPr>
            <a:r>
              <a:rPr lang="en-US" sz="1600" dirty="0"/>
              <a:t>Monday (</a:t>
            </a:r>
            <a:r>
              <a:rPr lang="en-US" sz="1600" b="1" dirty="0"/>
              <a:t>12/2</a:t>
            </a:r>
            <a:r>
              <a:rPr lang="en-US" sz="1600" dirty="0"/>
              <a:t>): continue translating final projects; prepare for presentations; course </a:t>
            </a:r>
            <a:r>
              <a:rPr lang="en-US" sz="1600"/>
              <a:t>evals</a:t>
            </a:r>
            <a:endParaRPr lang="en-US" sz="1600" dirty="0"/>
          </a:p>
          <a:p>
            <a:pPr lvl="1">
              <a:lnSpc>
                <a:spcPct val="150000"/>
              </a:lnSpc>
              <a:spcBef>
                <a:spcPts val="0"/>
              </a:spcBef>
            </a:pPr>
            <a:r>
              <a:rPr lang="en-US" sz="1200"/>
              <a:t>If your project is ready to go by the end of 12/2, I'll make reference audio for you!</a:t>
            </a:r>
          </a:p>
          <a:p>
            <a:pPr>
              <a:lnSpc>
                <a:spcPct val="150000"/>
              </a:lnSpc>
            </a:pPr>
            <a:r>
              <a:rPr lang="en-US" sz="1600" dirty="0"/>
              <a:t>Wednesday (</a:t>
            </a:r>
            <a:r>
              <a:rPr lang="en-US" sz="1600" b="1" dirty="0"/>
              <a:t>12/4</a:t>
            </a:r>
            <a:r>
              <a:rPr lang="en-US" sz="1600" dirty="0"/>
              <a:t>): continue working on</a:t>
            </a:r>
            <a:r>
              <a:rPr lang="en-US" sz="1600"/>
              <a:t> final projects</a:t>
            </a:r>
            <a:endParaRPr lang="en-US" sz="1600" dirty="0"/>
          </a:p>
          <a:p>
            <a:pPr>
              <a:lnSpc>
                <a:spcPct val="150000"/>
              </a:lnSpc>
            </a:pPr>
            <a:r>
              <a:rPr lang="en-US" sz="1600" dirty="0"/>
              <a:t>Friday (</a:t>
            </a:r>
            <a:r>
              <a:rPr lang="en-US" sz="1600" b="1" dirty="0"/>
              <a:t>12/6</a:t>
            </a:r>
            <a:r>
              <a:rPr lang="en-US" sz="1600" dirty="0"/>
              <a:t>): begin final presentations</a:t>
            </a:r>
          </a:p>
          <a:p>
            <a:pPr>
              <a:lnSpc>
                <a:spcPct val="150000"/>
              </a:lnSpc>
            </a:pPr>
            <a:endParaRPr lang="en-US" sz="1600" dirty="0"/>
          </a:p>
        </p:txBody>
      </p:sp>
    </p:spTree>
    <p:extLst>
      <p:ext uri="{BB962C8B-B14F-4D97-AF65-F5344CB8AC3E}">
        <p14:creationId xmlns:p14="http://schemas.microsoft.com/office/powerpoint/2010/main" val="1800992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dirty="0"/>
              <a:t>Last week: 15 symbols</a:t>
            </a:r>
            <a:endParaRPr sz="3200" dirty="0"/>
          </a:p>
        </p:txBody>
      </p:sp>
      <p:pic>
        <p:nvPicPr>
          <p:cNvPr id="79" name="Google Shape;79;p15"/>
          <p:cNvPicPr preferRelativeResize="0"/>
          <p:nvPr/>
        </p:nvPicPr>
        <p:blipFill>
          <a:blip r:embed="rId3">
            <a:alphaModFix/>
          </a:blip>
          <a:stretch>
            <a:fillRect/>
          </a:stretch>
        </p:blipFill>
        <p:spPr>
          <a:xfrm>
            <a:off x="3871033" y="154302"/>
            <a:ext cx="2485575" cy="2246775"/>
          </a:xfrm>
          <a:prstGeom prst="rect">
            <a:avLst/>
          </a:prstGeom>
          <a:noFill/>
          <a:ln>
            <a:noFill/>
          </a:ln>
        </p:spPr>
      </p:pic>
      <p:pic>
        <p:nvPicPr>
          <p:cNvPr id="80" name="Google Shape;80;p15"/>
          <p:cNvPicPr preferRelativeResize="0"/>
          <p:nvPr/>
        </p:nvPicPr>
        <p:blipFill>
          <a:blip r:embed="rId4">
            <a:alphaModFix/>
          </a:blip>
          <a:stretch>
            <a:fillRect/>
          </a:stretch>
        </p:blipFill>
        <p:spPr>
          <a:xfrm>
            <a:off x="6352959" y="154300"/>
            <a:ext cx="2659100" cy="2077275"/>
          </a:xfrm>
          <a:prstGeom prst="rect">
            <a:avLst/>
          </a:prstGeom>
          <a:noFill/>
          <a:ln>
            <a:noFill/>
          </a:ln>
        </p:spPr>
      </p:pic>
      <p:pic>
        <p:nvPicPr>
          <p:cNvPr id="81" name="Google Shape;81;p15"/>
          <p:cNvPicPr preferRelativeResize="0"/>
          <p:nvPr/>
        </p:nvPicPr>
        <p:blipFill>
          <a:blip r:embed="rId5">
            <a:alphaModFix/>
          </a:blip>
          <a:stretch>
            <a:fillRect/>
          </a:stretch>
        </p:blipFill>
        <p:spPr>
          <a:xfrm>
            <a:off x="605950" y="2754936"/>
            <a:ext cx="3421751" cy="1909589"/>
          </a:xfrm>
          <a:prstGeom prst="rect">
            <a:avLst/>
          </a:prstGeom>
          <a:noFill/>
          <a:ln>
            <a:noFill/>
          </a:ln>
        </p:spPr>
      </p:pic>
      <p:pic>
        <p:nvPicPr>
          <p:cNvPr id="82" name="Google Shape;82;p15"/>
          <p:cNvPicPr preferRelativeResize="0"/>
          <p:nvPr/>
        </p:nvPicPr>
        <p:blipFill>
          <a:blip r:embed="rId6">
            <a:alphaModFix/>
          </a:blip>
          <a:stretch>
            <a:fillRect/>
          </a:stretch>
        </p:blipFill>
        <p:spPr>
          <a:xfrm>
            <a:off x="4418925" y="2754925"/>
            <a:ext cx="1830125" cy="1909600"/>
          </a:xfrm>
          <a:prstGeom prst="rect">
            <a:avLst/>
          </a:prstGeom>
          <a:noFill/>
          <a:ln>
            <a:noFill/>
          </a:ln>
        </p:spPr>
      </p:pic>
      <p:pic>
        <p:nvPicPr>
          <p:cNvPr id="83" name="Google Shape;83;p15"/>
          <p:cNvPicPr preferRelativeResize="0"/>
          <p:nvPr/>
        </p:nvPicPr>
        <p:blipFill>
          <a:blip r:embed="rId7">
            <a:alphaModFix/>
          </a:blip>
          <a:stretch>
            <a:fillRect/>
          </a:stretch>
        </p:blipFill>
        <p:spPr>
          <a:xfrm rot="10800000">
            <a:off x="6767225" y="2580117"/>
            <a:ext cx="1830125" cy="225919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r>
              <a:rPr lang="en" sz="3200" dirty="0"/>
              <a:t>Today: let's add 5 more!</a:t>
            </a:r>
            <a:endParaRPr sz="3200" dirty="0"/>
          </a:p>
        </p:txBody>
      </p:sp>
      <p:sp>
        <p:nvSpPr>
          <p:cNvPr id="89" name="Google Shape;89;p16"/>
          <p:cNvSpPr txBox="1">
            <a:spLocks noGrp="1"/>
          </p:cNvSpPr>
          <p:nvPr>
            <p:ph type="body" idx="1"/>
          </p:nvPr>
        </p:nvSpPr>
        <p:spPr>
          <a:xfrm>
            <a:off x="311700" y="2571750"/>
            <a:ext cx="8520600" cy="19974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u="sng">
                <a:solidFill>
                  <a:schemeClr val="hlink"/>
                </a:solidFill>
                <a:hlinkClick r:id="rId3"/>
              </a:rPr>
              <a:t>https://sketch.io/sketchpad/</a:t>
            </a:r>
            <a:r>
              <a:rPr lang="en"/>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C311C-DA74-0A8C-E8CC-5420592E4EB5}"/>
              </a:ext>
            </a:extLst>
          </p:cNvPr>
          <p:cNvSpPr>
            <a:spLocks noGrp="1"/>
          </p:cNvSpPr>
          <p:nvPr>
            <p:ph type="title"/>
          </p:nvPr>
        </p:nvSpPr>
        <p:spPr/>
        <p:txBody>
          <a:bodyPr/>
          <a:lstStyle/>
          <a:p>
            <a:r>
              <a:rPr lang="en-US" dirty="0"/>
              <a:t>Review</a:t>
            </a:r>
          </a:p>
        </p:txBody>
      </p:sp>
      <p:sp>
        <p:nvSpPr>
          <p:cNvPr id="3" name="Text Placeholder 2">
            <a:extLst>
              <a:ext uri="{FF2B5EF4-FFF2-40B4-BE49-F238E27FC236}">
                <a16:creationId xmlns:a16="http://schemas.microsoft.com/office/drawing/2014/main" id="{40BFDAC4-6B37-6764-9233-9F93D0559DDA}"/>
              </a:ext>
            </a:extLst>
          </p:cNvPr>
          <p:cNvSpPr>
            <a:spLocks noGrp="1"/>
          </p:cNvSpPr>
          <p:nvPr>
            <p:ph type="body" idx="1"/>
          </p:nvPr>
        </p:nvSpPr>
        <p:spPr>
          <a:xfrm>
            <a:off x="311700" y="2336983"/>
            <a:ext cx="8520600" cy="2232042"/>
          </a:xfrm>
        </p:spPr>
        <p:txBody>
          <a:bodyPr/>
          <a:lstStyle/>
          <a:p>
            <a:r>
              <a:rPr lang="en-US" dirty="0"/>
              <a:t>Writing Systems</a:t>
            </a:r>
          </a:p>
          <a:p>
            <a:pPr>
              <a:lnSpc>
                <a:spcPct val="114999"/>
              </a:lnSpc>
            </a:pPr>
            <a:r>
              <a:rPr lang="en-US" dirty="0"/>
              <a:t>"Phonographic" Systems</a:t>
            </a:r>
          </a:p>
        </p:txBody>
      </p:sp>
    </p:spTree>
    <p:extLst>
      <p:ext uri="{BB962C8B-B14F-4D97-AF65-F5344CB8AC3E}">
        <p14:creationId xmlns:p14="http://schemas.microsoft.com/office/powerpoint/2010/main" val="1817027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Chinese</a:t>
            </a:r>
            <a:endParaRPr/>
          </a:p>
        </p:txBody>
      </p:sp>
      <p:pic>
        <p:nvPicPr>
          <p:cNvPr id="95" name="Google Shape;95;p17"/>
          <p:cNvPicPr preferRelativeResize="0"/>
          <p:nvPr/>
        </p:nvPicPr>
        <p:blipFill>
          <a:blip r:embed="rId3">
            <a:alphaModFix/>
          </a:blip>
          <a:stretch>
            <a:fillRect/>
          </a:stretch>
        </p:blipFill>
        <p:spPr>
          <a:xfrm>
            <a:off x="2258300" y="139150"/>
            <a:ext cx="6248074" cy="48168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p18"/>
          <p:cNvPicPr preferRelativeResize="0"/>
          <p:nvPr/>
        </p:nvPicPr>
        <p:blipFill>
          <a:blip r:embed="rId3">
            <a:alphaModFix/>
          </a:blip>
          <a:stretch>
            <a:fillRect/>
          </a:stretch>
        </p:blipFill>
        <p:spPr>
          <a:xfrm>
            <a:off x="1714500" y="753700"/>
            <a:ext cx="5715000" cy="3810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pic>
        <p:nvPicPr>
          <p:cNvPr id="105" name="Google Shape;105;p19"/>
          <p:cNvPicPr preferRelativeResize="0"/>
          <p:nvPr/>
        </p:nvPicPr>
        <p:blipFill>
          <a:blip r:embed="rId3">
            <a:alphaModFix/>
          </a:blip>
          <a:stretch>
            <a:fillRect/>
          </a:stretch>
        </p:blipFill>
        <p:spPr>
          <a:xfrm>
            <a:off x="1862400" y="666750"/>
            <a:ext cx="5715000" cy="3810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110" name="Google Shape;110;p20" descr="E:\Writing Systems\Intro\chinesecharacters.jpg"/>
          <p:cNvPicPr preferRelativeResize="0"/>
          <p:nvPr/>
        </p:nvPicPr>
        <p:blipFill rotWithShape="1">
          <a:blip r:embed="rId3">
            <a:alphaModFix/>
          </a:blip>
          <a:srcRect/>
          <a:stretch/>
        </p:blipFill>
        <p:spPr>
          <a:xfrm>
            <a:off x="456650" y="457380"/>
            <a:ext cx="8230700" cy="3352800"/>
          </a:xfrm>
          <a:prstGeom prst="rect">
            <a:avLst/>
          </a:prstGeom>
          <a:noFill/>
          <a:ln>
            <a:noFill/>
          </a:ln>
        </p:spPr>
      </p:pic>
      <p:sp>
        <p:nvSpPr>
          <p:cNvPr id="111" name="Google Shape;111;p20"/>
          <p:cNvSpPr txBox="1"/>
          <p:nvPr/>
        </p:nvSpPr>
        <p:spPr>
          <a:xfrm>
            <a:off x="902850" y="4173475"/>
            <a:ext cx="7338300" cy="85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200" b="1" i="1">
                <a:latin typeface="Open Sans"/>
                <a:ea typeface="Open Sans"/>
                <a:cs typeface="Open Sans"/>
                <a:sym typeface="Open Sans"/>
              </a:rPr>
              <a:t>Every </a:t>
            </a:r>
            <a:r>
              <a:rPr lang="en" sz="3200" b="1">
                <a:latin typeface="Open Sans"/>
                <a:ea typeface="Open Sans"/>
                <a:cs typeface="Open Sans"/>
                <a:sym typeface="Open Sans"/>
              </a:rPr>
              <a:t>word has its own unique sign.</a:t>
            </a:r>
            <a:endParaRPr sz="3200" b="1">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Homo</a:t>
            </a:r>
            <a:r>
              <a:rPr lang="en" u="sng"/>
              <a:t>phones</a:t>
            </a:r>
            <a:r>
              <a:rPr lang="en"/>
              <a:t> =/= Homo</a:t>
            </a:r>
            <a:r>
              <a:rPr lang="en" u="sng"/>
              <a:t>graphs</a:t>
            </a:r>
            <a:endParaRPr u="sng"/>
          </a:p>
        </p:txBody>
      </p:sp>
      <p:sp>
        <p:nvSpPr>
          <p:cNvPr id="117" name="Google Shape;117;p21"/>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English has tons of these, too. (Even though English has an alphabet, there are a ton of logographic features within it):</a:t>
            </a:r>
            <a:endParaRPr/>
          </a:p>
          <a:p>
            <a:pPr marL="457200" lvl="0" indent="-342900" algn="l" rtl="0">
              <a:lnSpc>
                <a:spcPct val="150000"/>
              </a:lnSpc>
              <a:spcBef>
                <a:spcPts val="1600"/>
              </a:spcBef>
              <a:spcAft>
                <a:spcPts val="0"/>
              </a:spcAft>
              <a:buSzPts val="1800"/>
              <a:buAutoNum type="arabicPeriod"/>
            </a:pPr>
            <a:r>
              <a:rPr lang="en"/>
              <a:t>To / two / too</a:t>
            </a:r>
            <a:endParaRPr/>
          </a:p>
          <a:p>
            <a:pPr marL="457200" lvl="0" indent="-342900" algn="l" rtl="0">
              <a:lnSpc>
                <a:spcPct val="150000"/>
              </a:lnSpc>
              <a:spcBef>
                <a:spcPts val="0"/>
              </a:spcBef>
              <a:spcAft>
                <a:spcPts val="0"/>
              </a:spcAft>
              <a:buSzPts val="1800"/>
              <a:buAutoNum type="arabicPeriod"/>
            </a:pPr>
            <a:r>
              <a:rPr lang="en"/>
              <a:t>Beat / beet</a:t>
            </a:r>
            <a:endParaRPr/>
          </a:p>
          <a:p>
            <a:pPr marL="457200" lvl="0" indent="-342900" algn="l" rtl="0">
              <a:lnSpc>
                <a:spcPct val="150000"/>
              </a:lnSpc>
              <a:spcBef>
                <a:spcPts val="0"/>
              </a:spcBef>
              <a:spcAft>
                <a:spcPts val="0"/>
              </a:spcAft>
              <a:buSzPts val="1800"/>
              <a:buAutoNum type="arabicPeriod"/>
            </a:pPr>
            <a:r>
              <a:rPr lang="en"/>
              <a:t>Ail / ale</a:t>
            </a:r>
            <a:endParaRPr/>
          </a:p>
          <a:p>
            <a:pPr marL="457200" lvl="0" indent="-342900" algn="l" rtl="0">
              <a:lnSpc>
                <a:spcPct val="150000"/>
              </a:lnSpc>
              <a:spcBef>
                <a:spcPts val="0"/>
              </a:spcBef>
              <a:spcAft>
                <a:spcPts val="0"/>
              </a:spcAft>
              <a:buSzPts val="1800"/>
              <a:buAutoNum type="arabicPeriod"/>
            </a:pPr>
            <a:r>
              <a:rPr lang="en"/>
              <a:t>Fir / fur</a:t>
            </a:r>
            <a:endParaRPr/>
          </a:p>
          <a:p>
            <a:pPr marL="457200" lvl="0" indent="-342900" algn="l" rtl="0">
              <a:lnSpc>
                <a:spcPct val="150000"/>
              </a:lnSpc>
              <a:spcBef>
                <a:spcPts val="0"/>
              </a:spcBef>
              <a:spcAft>
                <a:spcPts val="0"/>
              </a:spcAft>
              <a:buSzPts val="1800"/>
              <a:buAutoNum type="arabicPeriod"/>
            </a:pPr>
            <a:r>
              <a:rPr lang="en"/>
              <a:t>Sweet / suite</a:t>
            </a:r>
            <a:endParaRPr/>
          </a:p>
          <a:p>
            <a:pPr marL="457200" lvl="0" indent="-342900" algn="l" rtl="0">
              <a:lnSpc>
                <a:spcPct val="150000"/>
              </a:lnSpc>
              <a:spcBef>
                <a:spcPts val="0"/>
              </a:spcBef>
              <a:spcAft>
                <a:spcPts val="0"/>
              </a:spcAft>
              <a:buSzPts val="1800"/>
              <a:buAutoNum type="arabicPeriod"/>
            </a:pPr>
            <a:r>
              <a:rPr lang="en"/>
              <a:t>Tacks / tax</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it could look like:</a:t>
            </a:r>
            <a:endParaRPr/>
          </a:p>
        </p:txBody>
      </p:sp>
      <p:pic>
        <p:nvPicPr>
          <p:cNvPr id="123" name="Google Shape;123;p22"/>
          <p:cNvPicPr preferRelativeResize="0"/>
          <p:nvPr/>
        </p:nvPicPr>
        <p:blipFill>
          <a:blip r:embed="rId3">
            <a:alphaModFix/>
          </a:blip>
          <a:stretch>
            <a:fillRect/>
          </a:stretch>
        </p:blipFill>
        <p:spPr>
          <a:xfrm>
            <a:off x="678400" y="1331476"/>
            <a:ext cx="1381363" cy="1248651"/>
          </a:xfrm>
          <a:prstGeom prst="rect">
            <a:avLst/>
          </a:prstGeom>
          <a:noFill/>
          <a:ln>
            <a:noFill/>
          </a:ln>
        </p:spPr>
      </p:pic>
      <p:pic>
        <p:nvPicPr>
          <p:cNvPr id="124" name="Google Shape;124;p22"/>
          <p:cNvPicPr preferRelativeResize="0"/>
          <p:nvPr/>
        </p:nvPicPr>
        <p:blipFill>
          <a:blip r:embed="rId4">
            <a:alphaModFix/>
          </a:blip>
          <a:stretch>
            <a:fillRect/>
          </a:stretch>
        </p:blipFill>
        <p:spPr>
          <a:xfrm>
            <a:off x="5385850" y="1416240"/>
            <a:ext cx="1381375" cy="1079123"/>
          </a:xfrm>
          <a:prstGeom prst="rect">
            <a:avLst/>
          </a:prstGeom>
          <a:noFill/>
          <a:ln>
            <a:noFill/>
          </a:ln>
        </p:spPr>
      </p:pic>
      <p:pic>
        <p:nvPicPr>
          <p:cNvPr id="125" name="Google Shape;125;p22"/>
          <p:cNvPicPr preferRelativeResize="0"/>
          <p:nvPr/>
        </p:nvPicPr>
        <p:blipFill>
          <a:blip r:embed="rId5">
            <a:alphaModFix/>
          </a:blip>
          <a:stretch>
            <a:fillRect/>
          </a:stretch>
        </p:blipFill>
        <p:spPr>
          <a:xfrm>
            <a:off x="678400" y="3971250"/>
            <a:ext cx="1683676" cy="939625"/>
          </a:xfrm>
          <a:prstGeom prst="rect">
            <a:avLst/>
          </a:prstGeom>
          <a:noFill/>
          <a:ln>
            <a:noFill/>
          </a:ln>
        </p:spPr>
      </p:pic>
      <p:pic>
        <p:nvPicPr>
          <p:cNvPr id="126" name="Google Shape;126;p22"/>
          <p:cNvPicPr preferRelativeResize="0"/>
          <p:nvPr/>
        </p:nvPicPr>
        <p:blipFill>
          <a:blip r:embed="rId6">
            <a:alphaModFix/>
          </a:blip>
          <a:stretch>
            <a:fillRect/>
          </a:stretch>
        </p:blipFill>
        <p:spPr>
          <a:xfrm>
            <a:off x="863100" y="2651375"/>
            <a:ext cx="1196682" cy="1248649"/>
          </a:xfrm>
          <a:prstGeom prst="rect">
            <a:avLst/>
          </a:prstGeom>
          <a:noFill/>
          <a:ln>
            <a:noFill/>
          </a:ln>
        </p:spPr>
      </p:pic>
      <p:pic>
        <p:nvPicPr>
          <p:cNvPr id="127" name="Google Shape;127;p22"/>
          <p:cNvPicPr preferRelativeResize="0"/>
          <p:nvPr/>
        </p:nvPicPr>
        <p:blipFill>
          <a:blip r:embed="rId7">
            <a:alphaModFix/>
          </a:blip>
          <a:stretch>
            <a:fillRect/>
          </a:stretch>
        </p:blipFill>
        <p:spPr>
          <a:xfrm rot="-5400000">
            <a:off x="5470276" y="3492395"/>
            <a:ext cx="1067624" cy="1317950"/>
          </a:xfrm>
          <a:prstGeom prst="rect">
            <a:avLst/>
          </a:prstGeom>
          <a:noFill/>
          <a:ln>
            <a:noFill/>
          </a:ln>
        </p:spPr>
      </p:pic>
      <p:sp>
        <p:nvSpPr>
          <p:cNvPr id="128" name="Google Shape;128;p22"/>
          <p:cNvSpPr txBox="1"/>
          <p:nvPr/>
        </p:nvSpPr>
        <p:spPr>
          <a:xfrm>
            <a:off x="2579450" y="1527713"/>
            <a:ext cx="1683600" cy="85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200">
                <a:latin typeface="Open Sans"/>
                <a:ea typeface="Open Sans"/>
                <a:cs typeface="Open Sans"/>
                <a:sym typeface="Open Sans"/>
              </a:rPr>
              <a:t>&lt; ne &gt;</a:t>
            </a:r>
            <a:endParaRPr sz="3200">
              <a:latin typeface="Open Sans"/>
              <a:ea typeface="Open Sans"/>
              <a:cs typeface="Open Sans"/>
              <a:sym typeface="Open Sans"/>
            </a:endParaRPr>
          </a:p>
          <a:p>
            <a:pPr marL="0" lvl="0" indent="0" algn="l" rtl="0">
              <a:spcBef>
                <a:spcPts val="0"/>
              </a:spcBef>
              <a:spcAft>
                <a:spcPts val="0"/>
              </a:spcAft>
              <a:buNone/>
            </a:pPr>
            <a:r>
              <a:rPr lang="en" sz="3200">
                <a:latin typeface="Open Sans"/>
                <a:ea typeface="Open Sans"/>
                <a:cs typeface="Open Sans"/>
                <a:sym typeface="Open Sans"/>
              </a:rPr>
              <a:t> “and” </a:t>
            </a:r>
            <a:endParaRPr sz="3200">
              <a:latin typeface="Open Sans"/>
              <a:ea typeface="Open Sans"/>
              <a:cs typeface="Open Sans"/>
              <a:sym typeface="Open Sans"/>
            </a:endParaRPr>
          </a:p>
          <a:p>
            <a:pPr marL="0" lvl="0" indent="0" algn="l" rtl="0">
              <a:spcBef>
                <a:spcPts val="0"/>
              </a:spcBef>
              <a:spcAft>
                <a:spcPts val="0"/>
              </a:spcAft>
              <a:buNone/>
            </a:pPr>
            <a:endParaRPr sz="3200">
              <a:latin typeface="Open Sans"/>
              <a:ea typeface="Open Sans"/>
              <a:cs typeface="Open Sans"/>
              <a:sym typeface="Open Sans"/>
            </a:endParaRPr>
          </a:p>
        </p:txBody>
      </p:sp>
      <p:sp>
        <p:nvSpPr>
          <p:cNvPr id="129" name="Google Shape;129;p22"/>
          <p:cNvSpPr txBox="1"/>
          <p:nvPr/>
        </p:nvSpPr>
        <p:spPr>
          <a:xfrm>
            <a:off x="2699325" y="2847600"/>
            <a:ext cx="1912500" cy="85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200">
                <a:latin typeface="Open Sans"/>
                <a:ea typeface="Open Sans"/>
                <a:cs typeface="Open Sans"/>
                <a:sym typeface="Open Sans"/>
              </a:rPr>
              <a:t>&lt; çiɴ &gt;</a:t>
            </a:r>
            <a:endParaRPr sz="3200">
              <a:latin typeface="Open Sans"/>
              <a:ea typeface="Open Sans"/>
              <a:cs typeface="Open Sans"/>
              <a:sym typeface="Open Sans"/>
            </a:endParaRPr>
          </a:p>
          <a:p>
            <a:pPr marL="0" lvl="0" indent="0" algn="l" rtl="0">
              <a:spcBef>
                <a:spcPts val="0"/>
              </a:spcBef>
              <a:spcAft>
                <a:spcPts val="0"/>
              </a:spcAft>
              <a:buNone/>
            </a:pPr>
            <a:r>
              <a:rPr lang="en" sz="3200">
                <a:latin typeface="Open Sans"/>
                <a:ea typeface="Open Sans"/>
                <a:cs typeface="Open Sans"/>
                <a:sym typeface="Open Sans"/>
              </a:rPr>
              <a:t> “wife” </a:t>
            </a:r>
            <a:endParaRPr sz="3200">
              <a:latin typeface="Open Sans"/>
              <a:ea typeface="Open Sans"/>
              <a:cs typeface="Open Sans"/>
              <a:sym typeface="Open Sans"/>
            </a:endParaRPr>
          </a:p>
          <a:p>
            <a:pPr marL="0" lvl="0" indent="0" algn="l" rtl="0">
              <a:spcBef>
                <a:spcPts val="0"/>
              </a:spcBef>
              <a:spcAft>
                <a:spcPts val="0"/>
              </a:spcAft>
              <a:buNone/>
            </a:pPr>
            <a:endParaRPr sz="3200">
              <a:latin typeface="Open Sans"/>
              <a:ea typeface="Open Sans"/>
              <a:cs typeface="Open Sans"/>
              <a:sym typeface="Open Sans"/>
            </a:endParaRPr>
          </a:p>
        </p:txBody>
      </p:sp>
      <p:sp>
        <p:nvSpPr>
          <p:cNvPr id="130" name="Google Shape;130;p22"/>
          <p:cNvSpPr txBox="1"/>
          <p:nvPr/>
        </p:nvSpPr>
        <p:spPr>
          <a:xfrm>
            <a:off x="2659425" y="4012963"/>
            <a:ext cx="1992300" cy="85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200">
                <a:latin typeface="Open Sans"/>
                <a:ea typeface="Open Sans"/>
                <a:cs typeface="Open Sans"/>
                <a:sym typeface="Open Sans"/>
              </a:rPr>
              <a:t>&lt; wisi &gt;</a:t>
            </a:r>
            <a:endParaRPr sz="3200">
              <a:latin typeface="Open Sans"/>
              <a:ea typeface="Open Sans"/>
              <a:cs typeface="Open Sans"/>
              <a:sym typeface="Open Sans"/>
            </a:endParaRPr>
          </a:p>
          <a:p>
            <a:pPr marL="0" lvl="0" indent="0" algn="l" rtl="0">
              <a:spcBef>
                <a:spcPts val="0"/>
              </a:spcBef>
              <a:spcAft>
                <a:spcPts val="0"/>
              </a:spcAft>
              <a:buNone/>
            </a:pPr>
            <a:r>
              <a:rPr lang="en" sz="3200">
                <a:latin typeface="Open Sans"/>
                <a:ea typeface="Open Sans"/>
                <a:cs typeface="Open Sans"/>
                <a:sym typeface="Open Sans"/>
              </a:rPr>
              <a:t> “under” </a:t>
            </a:r>
            <a:endParaRPr sz="3200">
              <a:latin typeface="Open Sans"/>
              <a:ea typeface="Open Sans"/>
              <a:cs typeface="Open Sans"/>
              <a:sym typeface="Open Sans"/>
            </a:endParaRPr>
          </a:p>
          <a:p>
            <a:pPr marL="0" lvl="0" indent="0" algn="l" rtl="0">
              <a:spcBef>
                <a:spcPts val="0"/>
              </a:spcBef>
              <a:spcAft>
                <a:spcPts val="0"/>
              </a:spcAft>
              <a:buNone/>
            </a:pPr>
            <a:endParaRPr sz="3200">
              <a:latin typeface="Open Sans"/>
              <a:ea typeface="Open Sans"/>
              <a:cs typeface="Open Sans"/>
              <a:sym typeface="Open Sans"/>
            </a:endParaRPr>
          </a:p>
        </p:txBody>
      </p:sp>
      <p:sp>
        <p:nvSpPr>
          <p:cNvPr id="131" name="Google Shape;131;p22"/>
          <p:cNvSpPr txBox="1"/>
          <p:nvPr/>
        </p:nvSpPr>
        <p:spPr>
          <a:xfrm>
            <a:off x="7050725" y="1527700"/>
            <a:ext cx="1615200" cy="85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200">
                <a:latin typeface="Open Sans"/>
                <a:ea typeface="Open Sans"/>
                <a:cs typeface="Open Sans"/>
                <a:sym typeface="Open Sans"/>
              </a:rPr>
              <a:t>&lt; ʀiɴɤ &gt;</a:t>
            </a:r>
            <a:endParaRPr sz="3200">
              <a:latin typeface="Open Sans"/>
              <a:ea typeface="Open Sans"/>
              <a:cs typeface="Open Sans"/>
              <a:sym typeface="Open Sans"/>
            </a:endParaRPr>
          </a:p>
          <a:p>
            <a:pPr marL="0" lvl="0" indent="0" algn="l" rtl="0">
              <a:spcBef>
                <a:spcPts val="0"/>
              </a:spcBef>
              <a:spcAft>
                <a:spcPts val="0"/>
              </a:spcAft>
              <a:buNone/>
            </a:pPr>
            <a:r>
              <a:rPr lang="en" sz="3200">
                <a:latin typeface="Open Sans"/>
                <a:ea typeface="Open Sans"/>
                <a:cs typeface="Open Sans"/>
                <a:sym typeface="Open Sans"/>
              </a:rPr>
              <a:t> “city” </a:t>
            </a:r>
            <a:endParaRPr sz="3200">
              <a:latin typeface="Open Sans"/>
              <a:ea typeface="Open Sans"/>
              <a:cs typeface="Open Sans"/>
              <a:sym typeface="Open Sans"/>
            </a:endParaRPr>
          </a:p>
        </p:txBody>
      </p:sp>
      <p:sp>
        <p:nvSpPr>
          <p:cNvPr id="132" name="Google Shape;132;p22"/>
          <p:cNvSpPr txBox="1"/>
          <p:nvPr/>
        </p:nvSpPr>
        <p:spPr>
          <a:xfrm>
            <a:off x="6767225" y="3492400"/>
            <a:ext cx="2376900" cy="85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200">
                <a:latin typeface="Open Sans"/>
                <a:ea typeface="Open Sans"/>
                <a:cs typeface="Open Sans"/>
                <a:sym typeface="Open Sans"/>
              </a:rPr>
              <a:t>&lt; sɤpainoɭ&gt;</a:t>
            </a:r>
            <a:endParaRPr sz="3200">
              <a:latin typeface="Open Sans"/>
              <a:ea typeface="Open Sans"/>
              <a:cs typeface="Open Sans"/>
              <a:sym typeface="Open Sans"/>
            </a:endParaRPr>
          </a:p>
          <a:p>
            <a:pPr marL="0" lvl="0" indent="0" algn="l" rtl="0">
              <a:spcBef>
                <a:spcPts val="0"/>
              </a:spcBef>
              <a:spcAft>
                <a:spcPts val="0"/>
              </a:spcAft>
              <a:buNone/>
            </a:pPr>
            <a:r>
              <a:rPr lang="en" sz="3200">
                <a:latin typeface="Open Sans"/>
                <a:ea typeface="Open Sans"/>
                <a:cs typeface="Open Sans"/>
                <a:sym typeface="Open Sans"/>
              </a:rPr>
              <a:t> “king” </a:t>
            </a:r>
            <a:endParaRPr sz="3200">
              <a:latin typeface="Open Sans"/>
              <a:ea typeface="Open Sans"/>
              <a:cs typeface="Open Sans"/>
              <a:sym typeface="Open Sans"/>
            </a:endParaRPr>
          </a:p>
          <a:p>
            <a:pPr marL="0" lvl="0" indent="0" algn="l" rtl="0">
              <a:spcBef>
                <a:spcPts val="0"/>
              </a:spcBef>
              <a:spcAft>
                <a:spcPts val="0"/>
              </a:spcAft>
              <a:buNone/>
            </a:pPr>
            <a:endParaRPr sz="3200">
              <a:latin typeface="Open Sans"/>
              <a:ea typeface="Open Sans"/>
              <a:cs typeface="Open Sans"/>
              <a:sym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Why would you choose a logographic system?</a:t>
            </a:r>
            <a:endParaRPr/>
          </a:p>
        </p:txBody>
      </p:sp>
      <p:pic>
        <p:nvPicPr>
          <p:cNvPr id="138" name="Google Shape;138;p23"/>
          <p:cNvPicPr preferRelativeResize="0"/>
          <p:nvPr/>
        </p:nvPicPr>
        <p:blipFill>
          <a:blip r:embed="rId3">
            <a:alphaModFix/>
          </a:blip>
          <a:stretch>
            <a:fillRect/>
          </a:stretch>
        </p:blipFill>
        <p:spPr>
          <a:xfrm>
            <a:off x="2451025" y="1215575"/>
            <a:ext cx="3718145" cy="36862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4"/>
          <p:cNvSpPr txBox="1">
            <a:spLocks noGrp="1"/>
          </p:cNvSpPr>
          <p:nvPr>
            <p:ph type="title"/>
          </p:nvPr>
        </p:nvSpPr>
        <p:spPr>
          <a:xfrm>
            <a:off x="311700" y="457650"/>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Logograms mixed w/ phonograms: determinatives</a:t>
            </a:r>
            <a:endParaRPr/>
          </a:p>
        </p:txBody>
      </p:sp>
      <p:sp>
        <p:nvSpPr>
          <p:cNvPr id="144" name="Google Shape;144;p24"/>
          <p:cNvSpPr txBox="1"/>
          <p:nvPr/>
        </p:nvSpPr>
        <p:spPr>
          <a:xfrm>
            <a:off x="2020800" y="4281500"/>
            <a:ext cx="5102400" cy="60013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700" dirty="0">
                <a:latin typeface="Open Sans"/>
                <a:ea typeface="Open Sans"/>
                <a:cs typeface="Open Sans"/>
                <a:sym typeface="Open Sans"/>
              </a:rPr>
              <a:t>John 		vs.		john</a:t>
            </a:r>
            <a:endParaRPr sz="2700" dirty="0">
              <a:latin typeface="Open Sans"/>
              <a:ea typeface="Open Sans"/>
              <a:cs typeface="Open Sans"/>
              <a:sym typeface="Open Sans"/>
            </a:endParaRPr>
          </a:p>
        </p:txBody>
      </p:sp>
      <p:pic>
        <p:nvPicPr>
          <p:cNvPr id="145" name="Google Shape;145;p24"/>
          <p:cNvPicPr preferRelativeResize="0"/>
          <p:nvPr/>
        </p:nvPicPr>
        <p:blipFill>
          <a:blip r:embed="rId3">
            <a:alphaModFix/>
          </a:blip>
          <a:stretch>
            <a:fillRect/>
          </a:stretch>
        </p:blipFill>
        <p:spPr>
          <a:xfrm>
            <a:off x="1099650" y="1317450"/>
            <a:ext cx="2811649" cy="2811649"/>
          </a:xfrm>
          <a:prstGeom prst="rect">
            <a:avLst/>
          </a:prstGeom>
          <a:noFill/>
          <a:ln>
            <a:noFill/>
          </a:ln>
        </p:spPr>
      </p:pic>
      <p:pic>
        <p:nvPicPr>
          <p:cNvPr id="146" name="Google Shape;146;p24"/>
          <p:cNvPicPr preferRelativeResize="0"/>
          <p:nvPr/>
        </p:nvPicPr>
        <p:blipFill>
          <a:blip r:embed="rId4">
            <a:alphaModFix/>
          </a:blip>
          <a:stretch>
            <a:fillRect/>
          </a:stretch>
        </p:blipFill>
        <p:spPr>
          <a:xfrm>
            <a:off x="4723575" y="1317450"/>
            <a:ext cx="2811651" cy="28116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Determinatives</a:t>
            </a:r>
            <a:endParaRPr/>
          </a:p>
        </p:txBody>
      </p:sp>
      <p:pic>
        <p:nvPicPr>
          <p:cNvPr id="152" name="Google Shape;152;p25"/>
          <p:cNvPicPr preferRelativeResize="0"/>
          <p:nvPr/>
        </p:nvPicPr>
        <p:blipFill>
          <a:blip r:embed="rId3">
            <a:alphaModFix/>
          </a:blip>
          <a:stretch>
            <a:fillRect/>
          </a:stretch>
        </p:blipFill>
        <p:spPr>
          <a:xfrm>
            <a:off x="4483600" y="233850"/>
            <a:ext cx="3525100" cy="4675800"/>
          </a:xfrm>
          <a:prstGeom prst="rect">
            <a:avLst/>
          </a:prstGeom>
          <a:noFill/>
          <a:ln>
            <a:noFill/>
          </a:ln>
        </p:spPr>
      </p:pic>
      <p:pic>
        <p:nvPicPr>
          <p:cNvPr id="153" name="Google Shape;153;p25"/>
          <p:cNvPicPr preferRelativeResize="0"/>
          <p:nvPr/>
        </p:nvPicPr>
        <p:blipFill>
          <a:blip r:embed="rId4">
            <a:alphaModFix/>
          </a:blip>
          <a:stretch>
            <a:fillRect/>
          </a:stretch>
        </p:blipFill>
        <p:spPr>
          <a:xfrm>
            <a:off x="374850" y="1885800"/>
            <a:ext cx="3362325" cy="26860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917B1-D505-8B69-E04B-DDD3D5CF089C}"/>
              </a:ext>
            </a:extLst>
          </p:cNvPr>
          <p:cNvSpPr>
            <a:spLocks noGrp="1"/>
          </p:cNvSpPr>
          <p:nvPr>
            <p:ph type="title"/>
          </p:nvPr>
        </p:nvSpPr>
        <p:spPr/>
        <p:txBody>
          <a:bodyPr/>
          <a:lstStyle/>
          <a:p>
            <a:r>
              <a:rPr lang="en-US" dirty="0"/>
              <a:t>Okay, what should </a:t>
            </a:r>
            <a:r>
              <a:rPr lang="en-US" dirty="0" err="1"/>
              <a:t>Dorgon</a:t>
            </a:r>
            <a:r>
              <a:rPr lang="en-US" dirty="0"/>
              <a:t> (</a:t>
            </a:r>
            <a:r>
              <a:rPr lang="en-US" dirty="0" err="1"/>
              <a:t>Pxsinunr</a:t>
            </a:r>
            <a:r>
              <a:rPr lang="en-US" dirty="0"/>
              <a:t>) have?</a:t>
            </a:r>
          </a:p>
        </p:txBody>
      </p:sp>
      <p:sp>
        <p:nvSpPr>
          <p:cNvPr id="3" name="Text Placeholder 2">
            <a:extLst>
              <a:ext uri="{FF2B5EF4-FFF2-40B4-BE49-F238E27FC236}">
                <a16:creationId xmlns:a16="http://schemas.microsoft.com/office/drawing/2014/main" id="{FB2350C8-1DAF-EC4D-4AB9-5D1941459701}"/>
              </a:ext>
            </a:extLst>
          </p:cNvPr>
          <p:cNvSpPr>
            <a:spLocks noGrp="1"/>
          </p:cNvSpPr>
          <p:nvPr>
            <p:ph type="body" idx="1"/>
          </p:nvPr>
        </p:nvSpPr>
        <p:spPr>
          <a:xfrm>
            <a:off x="311700" y="1143344"/>
            <a:ext cx="8520600" cy="3302700"/>
          </a:xfrm>
        </p:spPr>
        <p:txBody>
          <a:bodyPr/>
          <a:lstStyle/>
          <a:p>
            <a:pPr>
              <a:lnSpc>
                <a:spcPct val="114999"/>
              </a:lnSpc>
              <a:buNone/>
            </a:pPr>
            <a:r>
              <a:rPr lang="es-ES" sz="1600" i="1" dirty="0" err="1">
                <a:solidFill>
                  <a:srgbClr val="000000"/>
                </a:solidFill>
                <a:latin typeface="Times New Roman"/>
                <a:cs typeface="Times New Roman"/>
              </a:rPr>
              <a:t>unb</a:t>
            </a:r>
            <a:r>
              <a:rPr lang="es-ES" sz="1600" i="1" dirty="0">
                <a:solidFill>
                  <a:srgbClr val="000000"/>
                </a:solidFill>
                <a:latin typeface="Times New Roman"/>
                <a:cs typeface="Times New Roman"/>
              </a:rPr>
              <a:t>! </a:t>
            </a:r>
            <a:r>
              <a:rPr lang="es-ES" sz="1600" i="1" dirty="0" err="1">
                <a:solidFill>
                  <a:srgbClr val="000000"/>
                </a:solidFill>
                <a:latin typeface="Times New Roman"/>
                <a:cs typeface="Times New Roman"/>
              </a:rPr>
              <a:t>sa</a:t>
            </a:r>
            <a:r>
              <a:rPr lang="es-ES" sz="1600" i="1" dirty="0">
                <a:solidFill>
                  <a:srgbClr val="000000"/>
                </a:solidFill>
                <a:latin typeface="Times New Roman"/>
                <a:cs typeface="Times New Roman"/>
              </a:rPr>
              <a:t> </a:t>
            </a:r>
            <a:r>
              <a:rPr lang="es-ES" sz="1600" i="1" dirty="0" err="1">
                <a:solidFill>
                  <a:srgbClr val="000000"/>
                </a:solidFill>
                <a:latin typeface="Times New Roman"/>
                <a:cs typeface="Times New Roman"/>
              </a:rPr>
              <a:t>galasjul</a:t>
            </a:r>
            <a:r>
              <a:rPr lang="es-ES" sz="1600" i="1" dirty="0">
                <a:solidFill>
                  <a:srgbClr val="000000"/>
                </a:solidFill>
                <a:latin typeface="Times New Roman"/>
                <a:cs typeface="Times New Roman"/>
              </a:rPr>
              <a:t> </a:t>
            </a:r>
            <a:r>
              <a:rPr lang="es-ES" sz="1600" i="1" dirty="0" err="1">
                <a:solidFill>
                  <a:srgbClr val="000000"/>
                </a:solidFill>
                <a:latin typeface="Times New Roman"/>
                <a:cs typeface="Times New Roman"/>
              </a:rPr>
              <a:t>pfode</a:t>
            </a:r>
            <a:r>
              <a:rPr lang="es-ES" sz="1600" i="1" dirty="0">
                <a:solidFill>
                  <a:srgbClr val="000000"/>
                </a:solidFill>
                <a:latin typeface="Times New Roman"/>
                <a:cs typeface="Times New Roman"/>
              </a:rPr>
              <a:t>. </a:t>
            </a:r>
            <a:r>
              <a:rPr lang="es-ES" sz="1600" i="1" dirty="0" err="1">
                <a:solidFill>
                  <a:srgbClr val="000000"/>
                </a:solidFill>
                <a:latin typeface="Times New Roman"/>
                <a:cs typeface="Times New Roman"/>
              </a:rPr>
              <a:t>sa</a:t>
            </a:r>
            <a:r>
              <a:rPr lang="es-ES" sz="1600" i="1" dirty="0">
                <a:solidFill>
                  <a:srgbClr val="000000"/>
                </a:solidFill>
                <a:latin typeface="Times New Roman"/>
                <a:cs typeface="Times New Roman"/>
              </a:rPr>
              <a:t> </a:t>
            </a:r>
            <a:r>
              <a:rPr lang="es-ES" sz="1600" i="1" dirty="0" err="1">
                <a:solidFill>
                  <a:srgbClr val="000000"/>
                </a:solidFill>
                <a:latin typeface="Times New Roman"/>
                <a:cs typeface="Times New Roman"/>
              </a:rPr>
              <a:t>gpfapfa</a:t>
            </a:r>
            <a:r>
              <a:rPr lang="es-ES" sz="1600" i="1" dirty="0">
                <a:solidFill>
                  <a:srgbClr val="000000"/>
                </a:solidFill>
                <a:latin typeface="Times New Roman"/>
                <a:cs typeface="Times New Roman"/>
              </a:rPr>
              <a:t> </a:t>
            </a:r>
            <a:r>
              <a:rPr lang="es-ES" sz="1600" i="1" dirty="0" err="1">
                <a:solidFill>
                  <a:srgbClr val="000000"/>
                </a:solidFill>
                <a:latin typeface="Times New Roman"/>
                <a:cs typeface="Times New Roman"/>
              </a:rPr>
              <a:t>ekesxdg</a:t>
            </a:r>
            <a:r>
              <a:rPr lang="es-ES" sz="1600" i="1" dirty="0">
                <a:solidFill>
                  <a:srgbClr val="000000"/>
                </a:solidFill>
                <a:latin typeface="Times New Roman"/>
                <a:cs typeface="Times New Roman"/>
              </a:rPr>
              <a:t>-</a:t>
            </a:r>
            <a:r>
              <a:rPr lang="en" sz="1600" i="1" dirty="0" err="1">
                <a:solidFill>
                  <a:srgbClr val="000000"/>
                </a:solidFill>
                <a:latin typeface="Times New Roman"/>
                <a:cs typeface="Times New Roman"/>
              </a:rPr>
              <a:t>aŋk</a:t>
            </a:r>
            <a:r>
              <a:rPr lang="en" sz="1600" i="1" dirty="0">
                <a:solidFill>
                  <a:srgbClr val="000000"/>
                </a:solidFill>
                <a:latin typeface="Times New Roman"/>
                <a:cs typeface="Times New Roman"/>
              </a:rPr>
              <a:t>-</a:t>
            </a:r>
            <a:r>
              <a:rPr lang="es-ES" sz="1600" i="1" dirty="0" err="1">
                <a:solidFill>
                  <a:srgbClr val="000000"/>
                </a:solidFill>
                <a:latin typeface="Times New Roman"/>
                <a:cs typeface="Times New Roman"/>
              </a:rPr>
              <a:t>on</a:t>
            </a:r>
            <a:r>
              <a:rPr lang="es-ES" sz="1600" i="1" dirty="0">
                <a:solidFill>
                  <a:srgbClr val="000000"/>
                </a:solidFill>
                <a:latin typeface="Times New Roman"/>
                <a:cs typeface="Times New Roman"/>
              </a:rPr>
              <a:t> </a:t>
            </a:r>
            <a:r>
              <a:rPr lang="es-ES" sz="1600" i="1" dirty="0" err="1">
                <a:solidFill>
                  <a:srgbClr val="000000"/>
                </a:solidFill>
                <a:latin typeface="Times New Roman"/>
                <a:cs typeface="Times New Roman"/>
              </a:rPr>
              <a:t>pfode</a:t>
            </a:r>
            <a:r>
              <a:rPr lang="es-ES" sz="1600" i="1" dirty="0">
                <a:solidFill>
                  <a:srgbClr val="000000"/>
                </a:solidFill>
                <a:latin typeface="Times New Roman"/>
                <a:cs typeface="Times New Roman"/>
              </a:rPr>
              <a:t>.</a:t>
            </a:r>
            <a:endParaRPr lang="en-US" sz="1600" dirty="0">
              <a:solidFill>
                <a:srgbClr val="000000"/>
              </a:solidFill>
              <a:latin typeface="Times New Roman"/>
              <a:cs typeface="Times New Roman"/>
            </a:endParaRPr>
          </a:p>
          <a:p>
            <a:pPr>
              <a:lnSpc>
                <a:spcPct val="114999"/>
              </a:lnSpc>
              <a:buNone/>
            </a:pPr>
            <a:endParaRPr lang="en-US" sz="1600" b="1" dirty="0">
              <a:solidFill>
                <a:srgbClr val="000000"/>
              </a:solidFill>
              <a:latin typeface="Times New Roman"/>
              <a:cs typeface="Times New Roman"/>
            </a:endParaRPr>
          </a:p>
          <a:p>
            <a:pPr>
              <a:lnSpc>
                <a:spcPct val="114999"/>
              </a:lnSpc>
              <a:buNone/>
            </a:pPr>
            <a:r>
              <a:rPr lang="en-US" sz="1600" i="1" dirty="0" err="1">
                <a:solidFill>
                  <a:srgbClr val="000000"/>
                </a:solidFill>
                <a:latin typeface="Times New Roman"/>
                <a:cs typeface="Times New Roman"/>
              </a:rPr>
              <a:t>ikacoɳɟa</a:t>
            </a:r>
            <a:r>
              <a:rPr lang="en-US" sz="1600" i="1" dirty="0">
                <a:solidFill>
                  <a:srgbClr val="000000"/>
                </a:solidFill>
                <a:latin typeface="Times New Roman"/>
                <a:cs typeface="Times New Roman"/>
              </a:rPr>
              <a:t>, </a:t>
            </a:r>
            <a:r>
              <a:rPr lang="en-US" sz="1600" i="1" dirty="0" err="1">
                <a:solidFill>
                  <a:srgbClr val="000000"/>
                </a:solidFill>
                <a:latin typeface="Times New Roman"/>
                <a:cs typeface="Times New Roman"/>
              </a:rPr>
              <a:t>kθu</a:t>
            </a:r>
            <a:r>
              <a:rPr lang="en-US" sz="1600" i="1" dirty="0">
                <a:solidFill>
                  <a:srgbClr val="000000"/>
                </a:solidFill>
                <a:latin typeface="Times New Roman"/>
                <a:cs typeface="Times New Roman"/>
              </a:rPr>
              <a:t> </a:t>
            </a:r>
            <a:r>
              <a:rPr lang="en-US" sz="1600" i="1" dirty="0" err="1">
                <a:solidFill>
                  <a:srgbClr val="000000"/>
                </a:solidFill>
                <a:latin typeface="Times New Roman"/>
                <a:cs typeface="Times New Roman"/>
              </a:rPr>
              <a:t>ekebase</a:t>
            </a:r>
            <a:r>
              <a:rPr lang="en-US" sz="1600" i="1" dirty="0">
                <a:solidFill>
                  <a:srgbClr val="000000"/>
                </a:solidFill>
                <a:latin typeface="Times New Roman"/>
                <a:cs typeface="Times New Roman"/>
              </a:rPr>
              <a:t> </a:t>
            </a:r>
            <a:r>
              <a:rPr lang="en-US" sz="1600" i="1" dirty="0" err="1">
                <a:solidFill>
                  <a:srgbClr val="000000"/>
                </a:solidFill>
                <a:latin typeface="Times New Roman"/>
                <a:cs typeface="Times New Roman"/>
              </a:rPr>
              <a:t>sxdo</a:t>
            </a:r>
            <a:r>
              <a:rPr lang="en-US" sz="1600" i="1" dirty="0">
                <a:solidFill>
                  <a:srgbClr val="000000"/>
                </a:solidFill>
                <a:latin typeface="Times New Roman"/>
                <a:cs typeface="Times New Roman"/>
              </a:rPr>
              <a:t> </a:t>
            </a:r>
            <a:r>
              <a:rPr lang="en-US" sz="1600" i="1" dirty="0" err="1">
                <a:solidFill>
                  <a:srgbClr val="000000"/>
                </a:solidFill>
                <a:latin typeface="Times New Roman"/>
                <a:cs typeface="Times New Roman"/>
              </a:rPr>
              <a:t>ekepfodg</a:t>
            </a:r>
            <a:r>
              <a:rPr lang="en-US" sz="1600" i="1" dirty="0">
                <a:solidFill>
                  <a:srgbClr val="000000"/>
                </a:solidFill>
                <a:latin typeface="Times New Roman"/>
                <a:cs typeface="Times New Roman"/>
              </a:rPr>
              <a:t>-</a:t>
            </a:r>
            <a:r>
              <a:rPr lang="en" sz="1600" i="1" dirty="0" err="1">
                <a:solidFill>
                  <a:srgbClr val="000000"/>
                </a:solidFill>
                <a:latin typeface="Times New Roman"/>
                <a:cs typeface="Times New Roman"/>
              </a:rPr>
              <a:t>aŋk</a:t>
            </a:r>
            <a:r>
              <a:rPr lang="en" sz="1600" i="1" dirty="0">
                <a:solidFill>
                  <a:srgbClr val="000000"/>
                </a:solidFill>
                <a:latin typeface="Times New Roman"/>
                <a:cs typeface="Times New Roman"/>
              </a:rPr>
              <a:t>-</a:t>
            </a:r>
            <a:r>
              <a:rPr lang="en-US" sz="1600" i="1" dirty="0">
                <a:solidFill>
                  <a:srgbClr val="000000"/>
                </a:solidFill>
                <a:latin typeface="Times New Roman"/>
                <a:cs typeface="Times New Roman"/>
              </a:rPr>
              <a:t>on.</a:t>
            </a:r>
            <a:endParaRPr lang="en-US" sz="1600" dirty="0">
              <a:solidFill>
                <a:srgbClr val="000000"/>
              </a:solidFill>
              <a:latin typeface="Times New Roman"/>
              <a:cs typeface="Times New Roman"/>
            </a:endParaRPr>
          </a:p>
          <a:p>
            <a:pPr>
              <a:lnSpc>
                <a:spcPct val="114999"/>
              </a:lnSpc>
              <a:buNone/>
            </a:pPr>
            <a:endParaRPr lang="en-US" sz="1600" b="1" dirty="0">
              <a:solidFill>
                <a:srgbClr val="000000"/>
              </a:solidFill>
              <a:latin typeface="Times New Roman"/>
              <a:cs typeface="Times New Roman"/>
            </a:endParaRPr>
          </a:p>
          <a:p>
            <a:pPr>
              <a:lnSpc>
                <a:spcPct val="114999"/>
              </a:lnSpc>
              <a:buNone/>
            </a:pPr>
            <a:r>
              <a:rPr lang="en-US" sz="1600" i="1" err="1">
                <a:solidFill>
                  <a:srgbClr val="000000"/>
                </a:solidFill>
                <a:latin typeface="Times New Roman"/>
                <a:cs typeface="Times New Roman"/>
              </a:rPr>
              <a:t>modlx</a:t>
            </a:r>
            <a:r>
              <a:rPr lang="en-US" sz="1600" i="1" dirty="0">
                <a:solidFill>
                  <a:srgbClr val="000000"/>
                </a:solidFill>
                <a:latin typeface="Times New Roman"/>
                <a:cs typeface="Times New Roman"/>
              </a:rPr>
              <a:t>-</a:t>
            </a:r>
            <a:r>
              <a:rPr lang="en-US" sz="1600" i="1" err="1">
                <a:solidFill>
                  <a:srgbClr val="000000"/>
                </a:solidFill>
                <a:latin typeface="Times New Roman"/>
                <a:cs typeface="Times New Roman"/>
              </a:rPr>
              <a:t>ekexon</a:t>
            </a:r>
            <a:r>
              <a:rPr lang="en-US" sz="1600" i="1" dirty="0">
                <a:solidFill>
                  <a:srgbClr val="000000"/>
                </a:solidFill>
                <a:latin typeface="Times New Roman"/>
                <a:cs typeface="Times New Roman"/>
              </a:rPr>
              <a:t>-a </a:t>
            </a:r>
            <a:r>
              <a:rPr lang="en-US" sz="1600" i="1" err="1">
                <a:solidFill>
                  <a:srgbClr val="000000"/>
                </a:solidFill>
                <a:latin typeface="Times New Roman"/>
                <a:cs typeface="Times New Roman"/>
              </a:rPr>
              <a:t>ekesxa</a:t>
            </a:r>
            <a:r>
              <a:rPr lang="en-US" sz="1600" i="1" dirty="0">
                <a:solidFill>
                  <a:srgbClr val="000000"/>
                </a:solidFill>
                <a:latin typeface="Times New Roman"/>
                <a:cs typeface="Times New Roman"/>
              </a:rPr>
              <a:t> </a:t>
            </a:r>
            <a:r>
              <a:rPr lang="en-US" sz="1600" i="1" err="1">
                <a:solidFill>
                  <a:srgbClr val="000000"/>
                </a:solidFill>
                <a:latin typeface="Times New Roman"/>
                <a:cs typeface="Times New Roman"/>
              </a:rPr>
              <a:t>ekebase</a:t>
            </a:r>
            <a:r>
              <a:rPr lang="en-US" sz="1600" i="1" dirty="0">
                <a:solidFill>
                  <a:srgbClr val="000000"/>
                </a:solidFill>
                <a:latin typeface="Times New Roman"/>
                <a:cs typeface="Times New Roman"/>
              </a:rPr>
              <a:t> </a:t>
            </a:r>
            <a:r>
              <a:rPr lang="en-US" sz="1600" i="1" err="1">
                <a:solidFill>
                  <a:srgbClr val="000000"/>
                </a:solidFill>
                <a:latin typeface="Times New Roman"/>
                <a:cs typeface="Times New Roman"/>
              </a:rPr>
              <a:t>sxdo</a:t>
            </a:r>
            <a:r>
              <a:rPr lang="en-US" sz="1600" i="1" dirty="0">
                <a:solidFill>
                  <a:srgbClr val="000000"/>
                </a:solidFill>
                <a:latin typeface="Times New Roman"/>
                <a:cs typeface="Times New Roman"/>
              </a:rPr>
              <a:t>.</a:t>
            </a:r>
            <a:endParaRPr lang="en-US" sz="1600" dirty="0">
              <a:solidFill>
                <a:srgbClr val="000000"/>
              </a:solidFill>
              <a:latin typeface="Times New Roman"/>
              <a:cs typeface="Times New Roman"/>
            </a:endParaRPr>
          </a:p>
          <a:p>
            <a:pPr>
              <a:lnSpc>
                <a:spcPct val="114999"/>
              </a:lnSpc>
              <a:buNone/>
            </a:pPr>
            <a:endParaRPr lang="en-US" sz="1600" b="1" dirty="0">
              <a:solidFill>
                <a:srgbClr val="000000"/>
              </a:solidFill>
              <a:latin typeface="Times New Roman"/>
              <a:cs typeface="Times New Roman"/>
            </a:endParaRPr>
          </a:p>
          <a:p>
            <a:pPr>
              <a:lnSpc>
                <a:spcPct val="114999"/>
              </a:lnSpc>
              <a:buNone/>
            </a:pPr>
            <a:r>
              <a:rPr lang="en-US" sz="1600" i="1" err="1">
                <a:solidFill>
                  <a:srgbClr val="000000"/>
                </a:solidFill>
                <a:latin typeface="Times New Roman"/>
                <a:cs typeface="Times New Roman"/>
              </a:rPr>
              <a:t>p-eke:mg-iŋ</a:t>
            </a:r>
            <a:r>
              <a:rPr lang="en-US" sz="1600" dirty="0">
                <a:solidFill>
                  <a:srgbClr val="000000"/>
                </a:solidFill>
                <a:latin typeface="Times New Roman"/>
                <a:cs typeface="Times New Roman"/>
              </a:rPr>
              <a:t> </a:t>
            </a:r>
            <a:r>
              <a:rPr lang="en-US" sz="1600" i="1" err="1">
                <a:solidFill>
                  <a:srgbClr val="000000"/>
                </a:solidFill>
                <a:latin typeface="Times New Roman"/>
                <a:cs typeface="Times New Roman"/>
              </a:rPr>
              <a:t>ekesxa</a:t>
            </a:r>
            <a:r>
              <a:rPr lang="en-US" sz="1600" i="1" dirty="0">
                <a:solidFill>
                  <a:srgbClr val="000000"/>
                </a:solidFill>
                <a:latin typeface="Times New Roman"/>
                <a:cs typeface="Times New Roman"/>
              </a:rPr>
              <a:t> </a:t>
            </a:r>
            <a:r>
              <a:rPr lang="en-US" sz="1600" i="1" err="1">
                <a:solidFill>
                  <a:srgbClr val="000000"/>
                </a:solidFill>
                <a:latin typeface="Times New Roman"/>
                <a:cs typeface="Times New Roman"/>
              </a:rPr>
              <a:t>bace</a:t>
            </a:r>
            <a:r>
              <a:rPr lang="en-US" sz="1600" i="1" dirty="0">
                <a:solidFill>
                  <a:srgbClr val="000000"/>
                </a:solidFill>
                <a:latin typeface="Times New Roman"/>
                <a:cs typeface="Times New Roman"/>
              </a:rPr>
              <a:t>-</a:t>
            </a:r>
            <a:r>
              <a:rPr lang="en-US" sz="1600" i="1" err="1">
                <a:solidFill>
                  <a:srgbClr val="000000"/>
                </a:solidFill>
                <a:latin typeface="Times New Roman"/>
                <a:cs typeface="Times New Roman"/>
              </a:rPr>
              <a:t>bke</a:t>
            </a:r>
            <a:r>
              <a:rPr lang="en-US" sz="1600" i="1" dirty="0">
                <a:solidFill>
                  <a:srgbClr val="000000"/>
                </a:solidFill>
                <a:latin typeface="Times New Roman"/>
                <a:cs typeface="Times New Roman"/>
              </a:rPr>
              <a:t>-mb</a:t>
            </a:r>
            <a:r>
              <a:rPr lang="en-US" sz="1600" dirty="0">
                <a:solidFill>
                  <a:srgbClr val="000000"/>
                </a:solidFill>
                <a:latin typeface="Times New Roman"/>
                <a:cs typeface="Times New Roman"/>
              </a:rPr>
              <a:t> </a:t>
            </a:r>
            <a:r>
              <a:rPr lang="en-US" sz="1600" i="1" err="1">
                <a:solidFill>
                  <a:srgbClr val="000000"/>
                </a:solidFill>
                <a:latin typeface="Times New Roman"/>
                <a:cs typeface="Times New Roman"/>
              </a:rPr>
              <a:t>sxdo</a:t>
            </a:r>
            <a:r>
              <a:rPr lang="en-US" sz="1600" i="1" dirty="0">
                <a:solidFill>
                  <a:srgbClr val="000000"/>
                </a:solidFill>
                <a:latin typeface="Times New Roman"/>
                <a:cs typeface="Times New Roman"/>
              </a:rPr>
              <a:t> </a:t>
            </a:r>
            <a:r>
              <a:rPr lang="en-US" sz="1600" i="1" err="1">
                <a:solidFill>
                  <a:srgbClr val="000000"/>
                </a:solidFill>
                <a:latin typeface="Times New Roman"/>
                <a:cs typeface="Times New Roman"/>
              </a:rPr>
              <a:t>ekebzomp</a:t>
            </a:r>
            <a:r>
              <a:rPr lang="en-US" sz="1600" i="1" dirty="0">
                <a:solidFill>
                  <a:srgbClr val="000000"/>
                </a:solidFill>
                <a:latin typeface="Times New Roman"/>
                <a:cs typeface="Times New Roman"/>
              </a:rPr>
              <a:t>.</a:t>
            </a:r>
            <a:endParaRPr lang="en-US" sz="1600" dirty="0">
              <a:solidFill>
                <a:srgbClr val="000000"/>
              </a:solidFill>
              <a:latin typeface="Times New Roman"/>
              <a:cs typeface="Times New Roman"/>
            </a:endParaRPr>
          </a:p>
          <a:p>
            <a:pPr>
              <a:lnSpc>
                <a:spcPct val="114999"/>
              </a:lnSpc>
              <a:buNone/>
            </a:pPr>
            <a:endParaRPr lang="en-US" sz="1600" b="1" dirty="0">
              <a:solidFill>
                <a:srgbClr val="000000"/>
              </a:solidFill>
              <a:latin typeface="Times New Roman"/>
              <a:cs typeface="Times New Roman"/>
            </a:endParaRPr>
          </a:p>
          <a:p>
            <a:pPr>
              <a:lnSpc>
                <a:spcPct val="114999"/>
              </a:lnSpc>
              <a:buNone/>
            </a:pPr>
            <a:r>
              <a:rPr lang="fr-FR" sz="1600" i="1" err="1">
                <a:solidFill>
                  <a:srgbClr val="000000"/>
                </a:solidFill>
                <a:latin typeface="Times New Roman"/>
                <a:cs typeface="Times New Roman"/>
              </a:rPr>
              <a:t>brpu</a:t>
            </a:r>
            <a:r>
              <a:rPr lang="fr-FR" sz="1600" i="1" dirty="0">
                <a:solidFill>
                  <a:srgbClr val="000000"/>
                </a:solidFill>
                <a:latin typeface="Times New Roman"/>
                <a:cs typeface="Times New Roman"/>
              </a:rPr>
              <a:t>-psi-</a:t>
            </a:r>
            <a:r>
              <a:rPr lang="fr-FR" sz="1600" i="1" err="1">
                <a:solidFill>
                  <a:srgbClr val="000000"/>
                </a:solidFill>
                <a:latin typeface="Times New Roman"/>
                <a:cs typeface="Times New Roman"/>
              </a:rPr>
              <a:t>gpfa</a:t>
            </a:r>
            <a:r>
              <a:rPr lang="fr-FR" sz="1600" i="1" dirty="0">
                <a:solidFill>
                  <a:srgbClr val="000000"/>
                </a:solidFill>
                <a:latin typeface="Times New Roman"/>
                <a:cs typeface="Times New Roman"/>
              </a:rPr>
              <a:t>, </a:t>
            </a:r>
            <a:r>
              <a:rPr lang="fr-FR" sz="1600" i="1" err="1">
                <a:solidFill>
                  <a:srgbClr val="000000"/>
                </a:solidFill>
                <a:latin typeface="Times New Roman"/>
                <a:cs typeface="Times New Roman"/>
              </a:rPr>
              <a:t>ikakdasion</a:t>
            </a:r>
            <a:r>
              <a:rPr lang="fr-FR" sz="1600" i="1" dirty="0">
                <a:solidFill>
                  <a:srgbClr val="000000"/>
                </a:solidFill>
                <a:latin typeface="Times New Roman"/>
                <a:cs typeface="Times New Roman"/>
              </a:rPr>
              <a:t> </a:t>
            </a:r>
            <a:r>
              <a:rPr lang="fr-FR" sz="1600" i="1" err="1">
                <a:solidFill>
                  <a:srgbClr val="000000"/>
                </a:solidFill>
                <a:latin typeface="Times New Roman"/>
                <a:cs typeface="Times New Roman"/>
              </a:rPr>
              <a:t>ubz</a:t>
            </a:r>
            <a:r>
              <a:rPr lang="fr-FR" sz="1600" i="1" dirty="0">
                <a:solidFill>
                  <a:srgbClr val="000000"/>
                </a:solidFill>
                <a:latin typeface="Times New Roman"/>
                <a:cs typeface="Times New Roman"/>
              </a:rPr>
              <a:t>-</a:t>
            </a:r>
            <a:r>
              <a:rPr lang="fr-FR" sz="1600" i="1" err="1">
                <a:solidFill>
                  <a:srgbClr val="000000"/>
                </a:solidFill>
                <a:latin typeface="Times New Roman"/>
                <a:cs typeface="Times New Roman"/>
              </a:rPr>
              <a:t>im</a:t>
            </a:r>
            <a:r>
              <a:rPr lang="fr-FR" sz="1600" i="1" dirty="0">
                <a:solidFill>
                  <a:srgbClr val="000000"/>
                </a:solidFill>
                <a:latin typeface="Times New Roman"/>
                <a:cs typeface="Times New Roman"/>
              </a:rPr>
              <a:t>-on</a:t>
            </a:r>
            <a:r>
              <a:rPr lang="fr-FR" sz="1600" dirty="0">
                <a:solidFill>
                  <a:srgbClr val="000000"/>
                </a:solidFill>
                <a:latin typeface="Times New Roman"/>
                <a:cs typeface="Times New Roman"/>
              </a:rPr>
              <a:t> </a:t>
            </a:r>
            <a:r>
              <a:rPr lang="fr-FR" sz="1600" i="1" dirty="0">
                <a:solidFill>
                  <a:srgbClr val="000000"/>
                </a:solidFill>
                <a:latin typeface="Times New Roman"/>
                <a:cs typeface="Times New Roman"/>
              </a:rPr>
              <a:t>ça</a:t>
            </a:r>
            <a:r>
              <a:rPr lang="fr-FR" sz="1600" dirty="0">
                <a:latin typeface="Times New Roman"/>
                <a:cs typeface="Times New Roman"/>
              </a:rPr>
              <a:t> </a:t>
            </a:r>
            <a:r>
              <a:rPr lang="fr-FR" sz="1600" i="1" err="1">
                <a:solidFill>
                  <a:srgbClr val="000000"/>
                </a:solidFill>
                <a:latin typeface="Times New Roman"/>
                <a:cs typeface="Times New Roman"/>
              </a:rPr>
              <a:t>basenasaθ</a:t>
            </a:r>
            <a:r>
              <a:rPr lang="fr-FR" sz="1600" dirty="0">
                <a:solidFill>
                  <a:srgbClr val="000000"/>
                </a:solidFill>
                <a:latin typeface="Times New Roman"/>
                <a:cs typeface="Times New Roman"/>
              </a:rPr>
              <a:t>. </a:t>
            </a:r>
            <a:endParaRPr lang="en-US" sz="1600" dirty="0">
              <a:solidFill>
                <a:srgbClr val="000000"/>
              </a:solidFill>
              <a:latin typeface="Times New Roman"/>
              <a:cs typeface="Times New Roman"/>
            </a:endParaRPr>
          </a:p>
          <a:p>
            <a:pPr>
              <a:lnSpc>
                <a:spcPct val="114999"/>
              </a:lnSpc>
              <a:buNone/>
            </a:pPr>
            <a:endParaRPr lang="en-US" sz="1600" b="1" dirty="0">
              <a:solidFill>
                <a:srgbClr val="000000"/>
              </a:solidFill>
              <a:latin typeface="Times New Roman"/>
              <a:cs typeface="Times New Roman"/>
            </a:endParaRPr>
          </a:p>
          <a:p>
            <a:pPr>
              <a:lnSpc>
                <a:spcPct val="114999"/>
              </a:lnSpc>
              <a:buNone/>
            </a:pPr>
            <a:r>
              <a:rPr lang="en-US" sz="1600" i="1">
                <a:solidFill>
                  <a:srgbClr val="000000"/>
                </a:solidFill>
                <a:latin typeface="Times New Roman"/>
                <a:cs typeface="Times New Roman"/>
              </a:rPr>
              <a:t>unb</a:t>
            </a:r>
            <a:r>
              <a:rPr lang="en-US" sz="1600">
                <a:solidFill>
                  <a:srgbClr val="000000"/>
                </a:solidFill>
                <a:latin typeface="Times New Roman"/>
                <a:cs typeface="Times New Roman"/>
              </a:rPr>
              <a:t>! </a:t>
            </a:r>
            <a:r>
              <a:rPr lang="en-US" sz="1600" i="1">
                <a:solidFill>
                  <a:srgbClr val="000000"/>
                </a:solidFill>
                <a:latin typeface="Times New Roman"/>
                <a:cs typeface="Times New Roman"/>
              </a:rPr>
              <a:t>sa dumbldimpf pfa</a:t>
            </a:r>
            <a:r>
              <a:rPr lang="en-US" sz="1600">
                <a:solidFill>
                  <a:srgbClr val="000000"/>
                </a:solidFill>
                <a:latin typeface="Times New Roman"/>
                <a:cs typeface="Times New Roman"/>
              </a:rPr>
              <a:t>. </a:t>
            </a:r>
            <a:r>
              <a:rPr lang="en-US" sz="1600" i="1">
                <a:solidFill>
                  <a:srgbClr val="000000"/>
                </a:solidFill>
                <a:latin typeface="Times New Roman"/>
                <a:cs typeface="Times New Roman"/>
              </a:rPr>
              <a:t>sa dpθmɳima pfa. dzu-solix ipam pfa. </a:t>
            </a:r>
            <a:r>
              <a:rPr lang="en-US" sz="1600" dirty="0">
                <a:latin typeface="Times New Roman"/>
                <a:cs typeface="Times New Roman"/>
              </a:rPr>
              <a:t> </a:t>
            </a:r>
            <a:endParaRPr lang="en-US" sz="1600" dirty="0"/>
          </a:p>
          <a:p>
            <a:pPr>
              <a:lnSpc>
                <a:spcPct val="114999"/>
              </a:lnSpc>
              <a:buNone/>
            </a:pPr>
            <a:r>
              <a:rPr lang="en" sz="1600" b="1" dirty="0">
                <a:solidFill>
                  <a:srgbClr val="000000"/>
                </a:solidFill>
                <a:latin typeface="Times New Roman"/>
                <a:cs typeface="Times New Roman"/>
              </a:rPr>
              <a:t> </a:t>
            </a:r>
            <a:endParaRPr lang="en-US" sz="1600" dirty="0">
              <a:solidFill>
                <a:srgbClr val="000000"/>
              </a:solidFill>
              <a:latin typeface="Times New Roman"/>
              <a:cs typeface="Times New Roman"/>
            </a:endParaRPr>
          </a:p>
          <a:p>
            <a:pPr>
              <a:lnSpc>
                <a:spcPct val="114999"/>
              </a:lnSpc>
              <a:buNone/>
            </a:pPr>
            <a:r>
              <a:rPr lang="en-US" sz="1600" i="1" err="1">
                <a:solidFill>
                  <a:srgbClr val="000000"/>
                </a:solidFill>
                <a:latin typeface="Times New Roman"/>
                <a:cs typeface="Times New Roman"/>
              </a:rPr>
              <a:t>unb</a:t>
            </a:r>
            <a:r>
              <a:rPr lang="en-US" sz="1600" dirty="0">
                <a:solidFill>
                  <a:srgbClr val="000000"/>
                </a:solidFill>
                <a:latin typeface="Times New Roman"/>
                <a:cs typeface="Times New Roman"/>
              </a:rPr>
              <a:t>!</a:t>
            </a:r>
            <a:r>
              <a:rPr lang="en-US" sz="1600" i="1" dirty="0">
                <a:solidFill>
                  <a:srgbClr val="000000"/>
                </a:solidFill>
                <a:latin typeface="Times New Roman"/>
                <a:cs typeface="Times New Roman"/>
              </a:rPr>
              <a:t> </a:t>
            </a:r>
            <a:r>
              <a:rPr lang="en-US" sz="1600" i="1" err="1">
                <a:solidFill>
                  <a:srgbClr val="000000"/>
                </a:solidFill>
                <a:latin typeface="Times New Roman"/>
                <a:cs typeface="Times New Roman"/>
              </a:rPr>
              <a:t>su</a:t>
            </a:r>
            <a:r>
              <a:rPr lang="en-US" sz="1600" i="1" dirty="0">
                <a:solidFill>
                  <a:srgbClr val="000000"/>
                </a:solidFill>
                <a:latin typeface="Times New Roman"/>
                <a:cs typeface="Times New Roman"/>
              </a:rPr>
              <a:t> udo </a:t>
            </a:r>
            <a:r>
              <a:rPr lang="en-US" sz="1600" i="1" err="1">
                <a:solidFill>
                  <a:srgbClr val="000000"/>
                </a:solidFill>
                <a:latin typeface="Times New Roman"/>
                <a:cs typeface="Times New Roman"/>
              </a:rPr>
              <a:t>pfopkin</a:t>
            </a:r>
            <a:r>
              <a:rPr lang="en-US" sz="1600" i="1" dirty="0">
                <a:solidFill>
                  <a:srgbClr val="000000"/>
                </a:solidFill>
                <a:latin typeface="Times New Roman"/>
                <a:cs typeface="Times New Roman"/>
              </a:rPr>
              <a:t> </a:t>
            </a:r>
            <a:r>
              <a:rPr lang="en-US" sz="1600" i="1" err="1">
                <a:solidFill>
                  <a:srgbClr val="000000"/>
                </a:solidFill>
                <a:latin typeface="Times New Roman"/>
                <a:cs typeface="Times New Roman"/>
              </a:rPr>
              <a:t>sxden</a:t>
            </a:r>
            <a:r>
              <a:rPr lang="en-US" sz="1600" i="1" dirty="0">
                <a:solidFill>
                  <a:srgbClr val="000000"/>
                </a:solidFill>
                <a:latin typeface="Times New Roman"/>
                <a:cs typeface="Times New Roman"/>
              </a:rPr>
              <a:t>.</a:t>
            </a:r>
            <a:endParaRPr lang="en-US" sz="1600" dirty="0">
              <a:solidFill>
                <a:srgbClr val="000000"/>
              </a:solidFill>
              <a:latin typeface="Times New Roman"/>
              <a:cs typeface="Times New Roman"/>
            </a:endParaRPr>
          </a:p>
          <a:p>
            <a:pPr marL="114300" indent="0">
              <a:lnSpc>
                <a:spcPct val="114999"/>
              </a:lnSpc>
              <a:buNone/>
            </a:pPr>
            <a:endParaRPr lang="en-US" sz="2400" dirty="0"/>
          </a:p>
        </p:txBody>
      </p:sp>
    </p:spTree>
    <p:extLst>
      <p:ext uri="{BB962C8B-B14F-4D97-AF65-F5344CB8AC3E}">
        <p14:creationId xmlns:p14="http://schemas.microsoft.com/office/powerpoint/2010/main" val="1454817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1A6EA-F87D-C20D-983D-8018416D2837}"/>
              </a:ext>
            </a:extLst>
          </p:cNvPr>
          <p:cNvSpPr>
            <a:spLocks noGrp="1"/>
          </p:cNvSpPr>
          <p:nvPr>
            <p:ph type="title"/>
          </p:nvPr>
        </p:nvSpPr>
        <p:spPr/>
        <p:txBody>
          <a:bodyPr/>
          <a:lstStyle/>
          <a:p>
            <a:r>
              <a:rPr lang="en-US" dirty="0"/>
              <a:t>What Elijah decided</a:t>
            </a:r>
          </a:p>
        </p:txBody>
      </p:sp>
      <p:sp>
        <p:nvSpPr>
          <p:cNvPr id="3" name="Text Placeholder 2">
            <a:extLst>
              <a:ext uri="{FF2B5EF4-FFF2-40B4-BE49-F238E27FC236}">
                <a16:creationId xmlns:a16="http://schemas.microsoft.com/office/drawing/2014/main" id="{2392051C-0B21-D094-7172-BC6F3CCACCD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920961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Component 4 - Pull up Model</a:t>
            </a:r>
            <a:endParaRPr/>
          </a:p>
        </p:txBody>
      </p:sp>
      <p:sp>
        <p:nvSpPr>
          <p:cNvPr id="159" name="Google Shape;159;p26"/>
          <p:cNvSpPr txBox="1">
            <a:spLocks noGrp="1"/>
          </p:cNvSpPr>
          <p:nvPr>
            <p:ph type="body" idx="1"/>
          </p:nvPr>
        </p:nvSpPr>
        <p:spPr>
          <a:xfrm>
            <a:off x="311700" y="1985300"/>
            <a:ext cx="8520600" cy="2583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t>3. </a:t>
            </a:r>
            <a:r>
              <a:rPr lang="en"/>
              <a:t>What type of writing system does your conlang use? If your system writes sounds -- is it an alphabet, an abjad, an alphasyllabary (abugida), or a syllabary? If it is a logographic system, how does your system create new words (i.e., in what way can your logographic system write sounds?)?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Component 4 - Pull up Model</a:t>
            </a:r>
            <a:endParaRPr/>
          </a:p>
        </p:txBody>
      </p:sp>
      <p:sp>
        <p:nvSpPr>
          <p:cNvPr id="165" name="Google Shape;165;p27"/>
          <p:cNvSpPr txBox="1">
            <a:spLocks noGrp="1"/>
          </p:cNvSpPr>
          <p:nvPr>
            <p:ph type="body" idx="1"/>
          </p:nvPr>
        </p:nvSpPr>
        <p:spPr>
          <a:xfrm>
            <a:off x="311700" y="1695475"/>
            <a:ext cx="8520600" cy="28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4. </a:t>
            </a:r>
            <a:r>
              <a:rPr lang="en"/>
              <a:t>Show, in detail, how your writing system works, complete with illustrations and examples. (If you choose to take a picture of your system to include it in your project component, this is fine, but make sure it is legible.)</a:t>
            </a:r>
            <a:endParaRPr/>
          </a:p>
          <a:p>
            <a:pPr marL="457200" lvl="0" indent="-342900" algn="l" rtl="0">
              <a:spcBef>
                <a:spcPts val="1600"/>
              </a:spcBef>
              <a:spcAft>
                <a:spcPts val="0"/>
              </a:spcAft>
              <a:buSzPts val="1800"/>
              <a:buAutoNum type="alphaLcPeriod"/>
            </a:pPr>
            <a:r>
              <a:rPr lang="en"/>
              <a:t>If you choose an alphabet or an abjad, you must create characters for </a:t>
            </a:r>
            <a:r>
              <a:rPr lang="en" b="1" u="sng"/>
              <a:t>all</a:t>
            </a:r>
            <a:r>
              <a:rPr lang="en"/>
              <a:t> sounds in your language.</a:t>
            </a:r>
            <a:endParaRPr/>
          </a:p>
          <a:p>
            <a:pPr marL="457200" lvl="0" indent="-342900" algn="l" rtl="0">
              <a:spcBef>
                <a:spcPts val="1000"/>
              </a:spcBef>
              <a:spcAft>
                <a:spcPts val="0"/>
              </a:spcAft>
              <a:buSzPts val="1800"/>
              <a:buAutoNum type="alphaLcPeriod"/>
            </a:pPr>
            <a:r>
              <a:rPr lang="en"/>
              <a:t>If you choose to make an alphasyllabary, syllabary, or logographic system, you must create</a:t>
            </a:r>
            <a:r>
              <a:rPr lang="en" b="1"/>
              <a:t> </a:t>
            </a:r>
            <a:r>
              <a:rPr lang="en" b="1" u="sng"/>
              <a:t>at least 20</a:t>
            </a:r>
            <a:r>
              <a:rPr lang="en"/>
              <a:t> original symbols for your language.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Component 4 - Pull up Model</a:t>
            </a:r>
            <a:endParaRPr/>
          </a:p>
        </p:txBody>
      </p:sp>
      <p:sp>
        <p:nvSpPr>
          <p:cNvPr id="171" name="Google Shape;171;p28"/>
          <p:cNvSpPr txBox="1">
            <a:spLocks noGrp="1"/>
          </p:cNvSpPr>
          <p:nvPr>
            <p:ph type="body" idx="1"/>
          </p:nvPr>
        </p:nvSpPr>
        <p:spPr>
          <a:xfrm>
            <a:off x="398650" y="1608550"/>
            <a:ext cx="8520600" cy="2902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5.</a:t>
            </a:r>
            <a:r>
              <a:rPr lang="en"/>
              <a:t> For this last question, you will be asked to first translate three sentences from English into your conlang. You will then write out these sentences using your newly constructed writing system. As before, make sure that your answers are LEGIBLE.</a:t>
            </a:r>
            <a:endParaRPr/>
          </a:p>
          <a:p>
            <a:pPr marL="0" lvl="0" indent="0" algn="l" rtl="0">
              <a:spcBef>
                <a:spcPts val="1600"/>
              </a:spcBef>
              <a:spcAft>
                <a:spcPts val="0"/>
              </a:spcAft>
              <a:buNone/>
            </a:pPr>
            <a:r>
              <a:rPr lang="en"/>
              <a:t>a. Where do you come from?</a:t>
            </a:r>
            <a:endParaRPr/>
          </a:p>
          <a:p>
            <a:pPr marL="0" lvl="0" indent="0" algn="l" rtl="0">
              <a:spcBef>
                <a:spcPts val="1600"/>
              </a:spcBef>
              <a:spcAft>
                <a:spcPts val="0"/>
              </a:spcAft>
              <a:buNone/>
            </a:pPr>
            <a:r>
              <a:rPr lang="en"/>
              <a:t>b. I speak __________ (name of your language).</a:t>
            </a:r>
            <a:endParaRPr/>
          </a:p>
          <a:p>
            <a:pPr marL="0" lvl="0" indent="0" algn="l" rtl="0">
              <a:spcBef>
                <a:spcPts val="1600"/>
              </a:spcBef>
              <a:spcAft>
                <a:spcPts val="0"/>
              </a:spcAft>
              <a:buNone/>
            </a:pPr>
            <a:r>
              <a:rPr lang="en"/>
              <a:t>c. If you can understand this, you know too much.</a:t>
            </a:r>
            <a:endParaRPr/>
          </a:p>
          <a:p>
            <a:pPr marL="0" lvl="0" indent="0" algn="l" rtl="0">
              <a:spcBef>
                <a:spcPts val="1600"/>
              </a:spcBef>
              <a:spcAft>
                <a:spcPts val="160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4"/>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400"/>
              <a:t>Linguistics 200, Week 13</a:t>
            </a:r>
            <a:endParaRPr sz="4400"/>
          </a:p>
        </p:txBody>
      </p:sp>
      <p:sp>
        <p:nvSpPr>
          <p:cNvPr id="73" name="Google Shape;73;p14"/>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Writing Systems</a:t>
            </a:r>
            <a:endParaRPr dirty="0"/>
          </a:p>
        </p:txBody>
      </p:sp>
    </p:spTree>
    <p:extLst>
      <p:ext uri="{BB962C8B-B14F-4D97-AF65-F5344CB8AC3E}">
        <p14:creationId xmlns:p14="http://schemas.microsoft.com/office/powerpoint/2010/main" val="23439887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B7058-9D74-AB12-9FAF-C2C822BDC132}"/>
              </a:ext>
            </a:extLst>
          </p:cNvPr>
          <p:cNvSpPr>
            <a:spLocks noGrp="1"/>
          </p:cNvSpPr>
          <p:nvPr>
            <p:ph type="title"/>
          </p:nvPr>
        </p:nvSpPr>
        <p:spPr/>
        <p:txBody>
          <a:bodyPr/>
          <a:lstStyle/>
          <a:p>
            <a:r>
              <a:rPr lang="en-US" dirty="0"/>
              <a:t>Timeline for Remainder of </a:t>
            </a:r>
            <a:r>
              <a:rPr lang="en-US" dirty="0" err="1"/>
              <a:t>Cousre</a:t>
            </a:r>
          </a:p>
        </p:txBody>
      </p:sp>
      <p:sp>
        <p:nvSpPr>
          <p:cNvPr id="3" name="Text Placeholder 2">
            <a:extLst>
              <a:ext uri="{FF2B5EF4-FFF2-40B4-BE49-F238E27FC236}">
                <a16:creationId xmlns:a16="http://schemas.microsoft.com/office/drawing/2014/main" id="{577FB36B-5045-63CC-D394-4BA833DDD078}"/>
              </a:ext>
            </a:extLst>
          </p:cNvPr>
          <p:cNvSpPr>
            <a:spLocks noGrp="1"/>
          </p:cNvSpPr>
          <p:nvPr>
            <p:ph type="body" idx="1"/>
          </p:nvPr>
        </p:nvSpPr>
        <p:spPr>
          <a:xfrm>
            <a:off x="311700" y="1072231"/>
            <a:ext cx="8520600" cy="3302700"/>
          </a:xfrm>
        </p:spPr>
        <p:txBody>
          <a:bodyPr/>
          <a:lstStyle/>
          <a:p>
            <a:pPr marL="114300" indent="0">
              <a:lnSpc>
                <a:spcPct val="150000"/>
              </a:lnSpc>
              <a:buNone/>
            </a:pPr>
            <a:endParaRPr lang="en-US" sz="1600" dirty="0"/>
          </a:p>
          <a:p>
            <a:pPr>
              <a:lnSpc>
                <a:spcPct val="150000"/>
              </a:lnSpc>
            </a:pPr>
            <a:r>
              <a:rPr lang="en-US" sz="1600" b="1" dirty="0"/>
              <a:t>Today</a:t>
            </a:r>
            <a:r>
              <a:rPr lang="en-US" sz="1600" dirty="0"/>
              <a:t>: work on translating language for component 4</a:t>
            </a:r>
          </a:p>
          <a:p>
            <a:pPr>
              <a:lnSpc>
                <a:spcPct val="150000"/>
              </a:lnSpc>
            </a:pPr>
            <a:r>
              <a:rPr lang="en-US" sz="1600" dirty="0"/>
              <a:t>Friday (</a:t>
            </a:r>
            <a:r>
              <a:rPr lang="en-US" sz="1600" b="1" dirty="0"/>
              <a:t>11/22</a:t>
            </a:r>
            <a:r>
              <a:rPr lang="en-US" sz="1600" dirty="0"/>
              <a:t>): work on final project, start preparing for translation</a:t>
            </a:r>
          </a:p>
          <a:p>
            <a:pPr>
              <a:lnSpc>
                <a:spcPct val="150000"/>
              </a:lnSpc>
            </a:pPr>
            <a:r>
              <a:rPr lang="en-US" sz="1600" dirty="0"/>
              <a:t>Monday (</a:t>
            </a:r>
            <a:r>
              <a:rPr lang="en-US" sz="1600" b="1" dirty="0"/>
              <a:t>11/25</a:t>
            </a:r>
            <a:r>
              <a:rPr lang="en-US" sz="1600" dirty="0"/>
              <a:t>): work on final project, start preparing for translation; submit to me before break!</a:t>
            </a:r>
          </a:p>
          <a:p>
            <a:pPr>
              <a:lnSpc>
                <a:spcPct val="150000"/>
              </a:lnSpc>
            </a:pPr>
            <a:r>
              <a:rPr lang="en-US" sz="1600" dirty="0"/>
              <a:t>Monday (</a:t>
            </a:r>
            <a:r>
              <a:rPr lang="en-US" sz="1600" b="1" dirty="0"/>
              <a:t>12/2</a:t>
            </a:r>
            <a:r>
              <a:rPr lang="en-US" sz="1600" dirty="0"/>
              <a:t>): continue translating final projects; prepare for presentations; course evals</a:t>
            </a:r>
          </a:p>
          <a:p>
            <a:pPr lvl="1">
              <a:lnSpc>
                <a:spcPct val="150000"/>
              </a:lnSpc>
              <a:spcBef>
                <a:spcPts val="0"/>
              </a:spcBef>
            </a:pPr>
            <a:r>
              <a:rPr lang="en-US" sz="1200" dirty="0"/>
              <a:t>If your project is ready to go by the end of 12/2, I'll make reference audio for you!</a:t>
            </a:r>
          </a:p>
          <a:p>
            <a:pPr>
              <a:lnSpc>
                <a:spcPct val="150000"/>
              </a:lnSpc>
            </a:pPr>
            <a:r>
              <a:rPr lang="en-US" sz="1600" dirty="0"/>
              <a:t>Wednesday (</a:t>
            </a:r>
            <a:r>
              <a:rPr lang="en-US" sz="1600" b="1" dirty="0"/>
              <a:t>12/4</a:t>
            </a:r>
            <a:r>
              <a:rPr lang="en-US" sz="1600" dirty="0"/>
              <a:t>): continue working on final projects</a:t>
            </a:r>
          </a:p>
          <a:p>
            <a:pPr>
              <a:lnSpc>
                <a:spcPct val="150000"/>
              </a:lnSpc>
            </a:pPr>
            <a:r>
              <a:rPr lang="en-US" sz="1600" dirty="0"/>
              <a:t>Friday (</a:t>
            </a:r>
            <a:r>
              <a:rPr lang="en-US" sz="1600" b="1" dirty="0"/>
              <a:t>12/6</a:t>
            </a:r>
            <a:r>
              <a:rPr lang="en-US" sz="1600" dirty="0"/>
              <a:t>): begin final presentations</a:t>
            </a:r>
          </a:p>
          <a:p>
            <a:pPr>
              <a:lnSpc>
                <a:spcPct val="150000"/>
              </a:lnSpc>
            </a:pPr>
            <a:endParaRPr lang="en-US" sz="1600" dirty="0"/>
          </a:p>
        </p:txBody>
      </p:sp>
    </p:spTree>
    <p:extLst>
      <p:ext uri="{BB962C8B-B14F-4D97-AF65-F5344CB8AC3E}">
        <p14:creationId xmlns:p14="http://schemas.microsoft.com/office/powerpoint/2010/main" val="26257483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7ABFA-E27D-CDBB-7AA0-6E964E8D2F4E}"/>
              </a:ext>
            </a:extLst>
          </p:cNvPr>
          <p:cNvSpPr>
            <a:spLocks noGrp="1"/>
          </p:cNvSpPr>
          <p:nvPr>
            <p:ph type="title"/>
          </p:nvPr>
        </p:nvSpPr>
        <p:spPr/>
        <p:txBody>
          <a:bodyPr/>
          <a:lstStyle/>
          <a:p>
            <a:r>
              <a:rPr lang="en-US" dirty="0"/>
              <a:t>Translating Sentences in Component 4</a:t>
            </a:r>
          </a:p>
        </p:txBody>
      </p:sp>
      <p:sp>
        <p:nvSpPr>
          <p:cNvPr id="3" name="Text Placeholder 2">
            <a:extLst>
              <a:ext uri="{FF2B5EF4-FFF2-40B4-BE49-F238E27FC236}">
                <a16:creationId xmlns:a16="http://schemas.microsoft.com/office/drawing/2014/main" id="{7A53C123-AA6B-D6E8-6E47-0FF9B02C043A}"/>
              </a:ext>
            </a:extLst>
          </p:cNvPr>
          <p:cNvSpPr>
            <a:spLocks noGrp="1"/>
          </p:cNvSpPr>
          <p:nvPr>
            <p:ph type="body" idx="1"/>
          </p:nvPr>
        </p:nvSpPr>
        <p:spPr>
          <a:xfrm>
            <a:off x="311700" y="1934872"/>
            <a:ext cx="8520600" cy="2634153"/>
          </a:xfrm>
        </p:spPr>
        <p:txBody>
          <a:bodyPr/>
          <a:lstStyle/>
          <a:p>
            <a:pPr marL="114300" indent="0">
              <a:buNone/>
            </a:pPr>
            <a:r>
              <a:rPr lang="en" sz="2800" dirty="0">
                <a:latin typeface="Times New Roman"/>
                <a:cs typeface="Times New Roman"/>
              </a:rPr>
              <a:t>a. Where do you come from?</a:t>
            </a:r>
            <a:endParaRPr lang="en-US" sz="2800">
              <a:latin typeface="Times New Roman"/>
              <a:cs typeface="Times New Roman"/>
            </a:endParaRPr>
          </a:p>
          <a:p>
            <a:pPr marL="114300" indent="0">
              <a:lnSpc>
                <a:spcPct val="114999"/>
              </a:lnSpc>
              <a:buNone/>
            </a:pPr>
            <a:r>
              <a:rPr lang="en" sz="2800" dirty="0">
                <a:latin typeface="Times New Roman"/>
                <a:cs typeface="Times New Roman"/>
              </a:rPr>
              <a:t>b. I speak __________ (name of your language).</a:t>
            </a:r>
            <a:endParaRPr lang="en-US" sz="2800">
              <a:latin typeface="Times New Roman"/>
              <a:cs typeface="Times New Roman"/>
            </a:endParaRPr>
          </a:p>
          <a:p>
            <a:pPr marL="114300" indent="0">
              <a:lnSpc>
                <a:spcPct val="114999"/>
              </a:lnSpc>
              <a:buNone/>
            </a:pPr>
            <a:r>
              <a:rPr lang="en" sz="2800" dirty="0">
                <a:latin typeface="Times New Roman"/>
                <a:cs typeface="Times New Roman"/>
              </a:rPr>
              <a:t>c. If you can understand this, you know too much.</a:t>
            </a:r>
            <a:endParaRPr lang="en-US" sz="2800">
              <a:latin typeface="Times New Roman"/>
              <a:cs typeface="Times New Roman"/>
            </a:endParaRPr>
          </a:p>
          <a:p>
            <a:pPr marL="114300" indent="0">
              <a:lnSpc>
                <a:spcPct val="114999"/>
              </a:lnSpc>
              <a:buNone/>
            </a:pPr>
            <a:endParaRPr lang="en-US" sz="4000" dirty="0"/>
          </a:p>
        </p:txBody>
      </p:sp>
    </p:spTree>
    <p:extLst>
      <p:ext uri="{BB962C8B-B14F-4D97-AF65-F5344CB8AC3E}">
        <p14:creationId xmlns:p14="http://schemas.microsoft.com/office/powerpoint/2010/main" val="6335231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B0564-31F8-CFE4-BFB2-DF11064779A9}"/>
              </a:ext>
            </a:extLst>
          </p:cNvPr>
          <p:cNvSpPr>
            <a:spLocks noGrp="1"/>
          </p:cNvSpPr>
          <p:nvPr>
            <p:ph type="title"/>
          </p:nvPr>
        </p:nvSpPr>
        <p:spPr/>
        <p:txBody>
          <a:bodyPr/>
          <a:lstStyle/>
          <a:p>
            <a:r>
              <a:rPr lang="en-US" dirty="0"/>
              <a:t>Lexicon</a:t>
            </a:r>
          </a:p>
        </p:txBody>
      </p:sp>
      <p:sp>
        <p:nvSpPr>
          <p:cNvPr id="3" name="Text Placeholder 2">
            <a:extLst>
              <a:ext uri="{FF2B5EF4-FFF2-40B4-BE49-F238E27FC236}">
                <a16:creationId xmlns:a16="http://schemas.microsoft.com/office/drawing/2014/main" id="{F3FC8F28-5D1A-8DC8-9055-C4CD27F161B9}"/>
              </a:ext>
            </a:extLst>
          </p:cNvPr>
          <p:cNvSpPr>
            <a:spLocks noGrp="1"/>
          </p:cNvSpPr>
          <p:nvPr>
            <p:ph type="body" idx="1"/>
          </p:nvPr>
        </p:nvSpPr>
        <p:spPr/>
        <p:txBody>
          <a:bodyPr/>
          <a:lstStyle/>
          <a:p>
            <a:r>
              <a:rPr lang="en" sz="3200" dirty="0">
                <a:solidFill>
                  <a:srgbClr val="000000"/>
                </a:solidFill>
                <a:latin typeface="Times New Roman"/>
                <a:cs typeface="Times New Roman"/>
              </a:rPr>
              <a:t>Where  ______</a:t>
            </a:r>
          </a:p>
          <a:p>
            <a:pPr>
              <a:lnSpc>
                <a:spcPct val="114999"/>
              </a:lnSpc>
            </a:pPr>
            <a:r>
              <a:rPr lang="en" sz="3200" dirty="0">
                <a:solidFill>
                  <a:srgbClr val="000000"/>
                </a:solidFill>
                <a:latin typeface="Times New Roman"/>
                <a:cs typeface="Times New Roman"/>
              </a:rPr>
              <a:t>come   _____</a:t>
            </a:r>
          </a:p>
          <a:p>
            <a:pPr>
              <a:lnSpc>
                <a:spcPct val="114999"/>
              </a:lnSpc>
            </a:pPr>
            <a:r>
              <a:rPr lang="en" sz="3200" dirty="0">
                <a:solidFill>
                  <a:srgbClr val="000000"/>
                </a:solidFill>
                <a:latin typeface="Times New Roman"/>
                <a:cs typeface="Times New Roman"/>
              </a:rPr>
              <a:t>this</a:t>
            </a:r>
            <a:r>
              <a:rPr lang="en-US" sz="3200" dirty="0">
                <a:solidFill>
                  <a:srgbClr val="000000"/>
                </a:solidFill>
                <a:latin typeface="Calibri"/>
                <a:cs typeface="Calibri"/>
              </a:rPr>
              <a:t> </a:t>
            </a:r>
            <a:r>
              <a:rPr lang="en" sz="3200" i="1" dirty="0">
                <a:solidFill>
                  <a:srgbClr val="000000"/>
                </a:solidFill>
                <a:latin typeface="Times New Roman"/>
                <a:cs typeface="Times New Roman"/>
              </a:rPr>
              <a:t>   </a:t>
            </a:r>
            <a:r>
              <a:rPr lang="en" sz="3200" i="1" dirty="0" err="1">
                <a:solidFill>
                  <a:srgbClr val="000000"/>
                </a:solidFill>
                <a:latin typeface="Times New Roman"/>
                <a:cs typeface="Times New Roman"/>
              </a:rPr>
              <a:t>ça</a:t>
            </a:r>
            <a:endParaRPr lang="en-US" sz="3200" dirty="0" err="1">
              <a:solidFill>
                <a:srgbClr val="000000"/>
              </a:solidFill>
              <a:latin typeface="Times New Roman"/>
              <a:cs typeface="Times New Roman"/>
            </a:endParaRPr>
          </a:p>
        </p:txBody>
      </p:sp>
    </p:spTree>
    <p:extLst>
      <p:ext uri="{BB962C8B-B14F-4D97-AF65-F5344CB8AC3E}">
        <p14:creationId xmlns:p14="http://schemas.microsoft.com/office/powerpoint/2010/main" val="11667617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4"/>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400"/>
              <a:t>Linguistics 200, Week 13</a:t>
            </a:r>
            <a:endParaRPr sz="4400"/>
          </a:p>
        </p:txBody>
      </p:sp>
      <p:sp>
        <p:nvSpPr>
          <p:cNvPr id="73" name="Google Shape;73;p14"/>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Writing Systems</a:t>
            </a:r>
            <a:endParaRPr dirty="0"/>
          </a:p>
        </p:txBody>
      </p:sp>
    </p:spTree>
    <p:extLst>
      <p:ext uri="{BB962C8B-B14F-4D97-AF65-F5344CB8AC3E}">
        <p14:creationId xmlns:p14="http://schemas.microsoft.com/office/powerpoint/2010/main" val="26652554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B7058-9D74-AB12-9FAF-C2C822BDC132}"/>
              </a:ext>
            </a:extLst>
          </p:cNvPr>
          <p:cNvSpPr>
            <a:spLocks noGrp="1"/>
          </p:cNvSpPr>
          <p:nvPr>
            <p:ph type="title"/>
          </p:nvPr>
        </p:nvSpPr>
        <p:spPr/>
        <p:txBody>
          <a:bodyPr/>
          <a:lstStyle/>
          <a:p>
            <a:r>
              <a:rPr lang="en-US" dirty="0"/>
              <a:t>Timeline for Remainder of </a:t>
            </a:r>
            <a:r>
              <a:rPr lang="en-US" dirty="0" err="1"/>
              <a:t>Cousre</a:t>
            </a:r>
          </a:p>
        </p:txBody>
      </p:sp>
      <p:sp>
        <p:nvSpPr>
          <p:cNvPr id="3" name="Text Placeholder 2">
            <a:extLst>
              <a:ext uri="{FF2B5EF4-FFF2-40B4-BE49-F238E27FC236}">
                <a16:creationId xmlns:a16="http://schemas.microsoft.com/office/drawing/2014/main" id="{577FB36B-5045-63CC-D394-4BA833DDD078}"/>
              </a:ext>
            </a:extLst>
          </p:cNvPr>
          <p:cNvSpPr>
            <a:spLocks noGrp="1"/>
          </p:cNvSpPr>
          <p:nvPr>
            <p:ph type="body" idx="1"/>
          </p:nvPr>
        </p:nvSpPr>
        <p:spPr>
          <a:xfrm>
            <a:off x="311700" y="1072231"/>
            <a:ext cx="8520600" cy="3302700"/>
          </a:xfrm>
        </p:spPr>
        <p:txBody>
          <a:bodyPr/>
          <a:lstStyle/>
          <a:p>
            <a:pPr>
              <a:lnSpc>
                <a:spcPct val="150000"/>
              </a:lnSpc>
            </a:pPr>
            <a:endParaRPr lang="en-US" sz="1600" dirty="0"/>
          </a:p>
          <a:p>
            <a:pPr>
              <a:lnSpc>
                <a:spcPct val="150000"/>
              </a:lnSpc>
            </a:pPr>
            <a:r>
              <a:rPr lang="en-US" sz="1600" b="1" dirty="0"/>
              <a:t>Today</a:t>
            </a:r>
            <a:r>
              <a:rPr lang="en-US" sz="1600" dirty="0"/>
              <a:t>: work on final project, start preparing for translation</a:t>
            </a:r>
          </a:p>
          <a:p>
            <a:pPr>
              <a:lnSpc>
                <a:spcPct val="150000"/>
              </a:lnSpc>
            </a:pPr>
            <a:r>
              <a:rPr lang="en-US" sz="1600" dirty="0"/>
              <a:t>Monday (</a:t>
            </a:r>
            <a:r>
              <a:rPr lang="en-US" sz="1600" b="1" dirty="0"/>
              <a:t>11/25</a:t>
            </a:r>
            <a:r>
              <a:rPr lang="en-US" sz="1600" dirty="0"/>
              <a:t>): work on final project, start preparing for translation; submit to me before break!</a:t>
            </a:r>
          </a:p>
          <a:p>
            <a:pPr>
              <a:lnSpc>
                <a:spcPct val="150000"/>
              </a:lnSpc>
            </a:pPr>
            <a:r>
              <a:rPr lang="en-US" sz="1600" dirty="0"/>
              <a:t>Monday (</a:t>
            </a:r>
            <a:r>
              <a:rPr lang="en-US" sz="1600" b="1" dirty="0"/>
              <a:t>12/2</a:t>
            </a:r>
            <a:r>
              <a:rPr lang="en-US" sz="1600" dirty="0"/>
              <a:t>): continue translating final projects; prepare for presentations; course evals</a:t>
            </a:r>
          </a:p>
          <a:p>
            <a:pPr lvl="1">
              <a:lnSpc>
                <a:spcPct val="150000"/>
              </a:lnSpc>
              <a:spcBef>
                <a:spcPts val="0"/>
              </a:spcBef>
            </a:pPr>
            <a:r>
              <a:rPr lang="en-US" sz="1200" dirty="0"/>
              <a:t>If your project is ready to go by the end of 12/2, I'll make reference audio for you!</a:t>
            </a:r>
          </a:p>
          <a:p>
            <a:pPr>
              <a:lnSpc>
                <a:spcPct val="150000"/>
              </a:lnSpc>
            </a:pPr>
            <a:r>
              <a:rPr lang="en-US" sz="1600" dirty="0"/>
              <a:t>Wednesday (</a:t>
            </a:r>
            <a:r>
              <a:rPr lang="en-US" sz="1600" b="1" dirty="0"/>
              <a:t>12/4</a:t>
            </a:r>
            <a:r>
              <a:rPr lang="en-US" sz="1600" dirty="0"/>
              <a:t>): continue working on final projects</a:t>
            </a:r>
          </a:p>
          <a:p>
            <a:pPr>
              <a:lnSpc>
                <a:spcPct val="150000"/>
              </a:lnSpc>
            </a:pPr>
            <a:r>
              <a:rPr lang="en-US" sz="1600" dirty="0"/>
              <a:t>Friday (</a:t>
            </a:r>
            <a:r>
              <a:rPr lang="en-US" sz="1600" b="1" dirty="0"/>
              <a:t>12/6</a:t>
            </a:r>
            <a:r>
              <a:rPr lang="en-US" sz="1600" dirty="0"/>
              <a:t>): begin final presentations</a:t>
            </a:r>
          </a:p>
          <a:p>
            <a:pPr>
              <a:lnSpc>
                <a:spcPct val="150000"/>
              </a:lnSpc>
            </a:pPr>
            <a:endParaRPr lang="en-US" sz="1600" dirty="0"/>
          </a:p>
        </p:txBody>
      </p:sp>
    </p:spTree>
    <p:extLst>
      <p:ext uri="{BB962C8B-B14F-4D97-AF65-F5344CB8AC3E}">
        <p14:creationId xmlns:p14="http://schemas.microsoft.com/office/powerpoint/2010/main" val="3353998243"/>
      </p:ext>
    </p:extLst>
  </p:cSld>
  <p:clrMapOvr>
    <a:masterClrMapping/>
  </p:clrMapOvr>
</p:sld>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009668"/>
      </a:accent2>
      <a:accent3>
        <a:srgbClr val="4DB6AC"/>
      </a:accent3>
      <a:accent4>
        <a:srgbClr val="FF9800"/>
      </a:accent4>
      <a:accent5>
        <a:srgbClr val="CE93D8"/>
      </a:accent5>
      <a:accent6>
        <a:srgbClr val="EEFF41"/>
      </a:accent6>
      <a:hlink>
        <a:srgbClr val="CE93D8"/>
      </a:hlink>
      <a:folHlink>
        <a:srgbClr val="CE93D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943261E1A16A147A2466AA19A77A585" ma:contentTypeVersion="12" ma:contentTypeDescription="Create a new document." ma:contentTypeScope="" ma:versionID="87297b476093a76ea43c34a3d28dafa5">
  <xsd:schema xmlns:xsd="http://www.w3.org/2001/XMLSchema" xmlns:xs="http://www.w3.org/2001/XMLSchema" xmlns:p="http://schemas.microsoft.com/office/2006/metadata/properties" xmlns:ns2="3e067b83-0621-4377-b1f9-3cbd7d70ef02" xmlns:ns3="094ebba0-f250-498f-82c1-8c3cc4fdf0d5" targetNamespace="http://schemas.microsoft.com/office/2006/metadata/properties" ma:root="true" ma:fieldsID="c8715fd8ea0146e3dd143d045fc9d519" ns2:_="" ns3:_="">
    <xsd:import namespace="3e067b83-0621-4377-b1f9-3cbd7d70ef02"/>
    <xsd:import namespace="094ebba0-f250-498f-82c1-8c3cc4fdf0d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e067b83-0621-4377-b1f9-3cbd7d70ef0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560d88b-9459-45c3-8a30-9c03b99f5b18"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94ebba0-f250-498f-82c1-8c3cc4fdf0d5"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32d0cfcc-8f92-45a5-b6cb-c3f5aa4c553e}" ma:internalName="TaxCatchAll" ma:showField="CatchAllData" ma:web="094ebba0-f250-498f-82c1-8c3cc4fdf0d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e067b83-0621-4377-b1f9-3cbd7d70ef02">
      <Terms xmlns="http://schemas.microsoft.com/office/infopath/2007/PartnerControls"/>
    </lcf76f155ced4ddcb4097134ff3c332f>
    <TaxCatchAll xmlns="094ebba0-f250-498f-82c1-8c3cc4fdf0d5" xsi:nil="true"/>
  </documentManagement>
</p:properties>
</file>

<file path=customXml/itemProps1.xml><?xml version="1.0" encoding="utf-8"?>
<ds:datastoreItem xmlns:ds="http://schemas.openxmlformats.org/officeDocument/2006/customXml" ds:itemID="{C5F8B498-A81F-41D2-A433-A6298526DD2D}"/>
</file>

<file path=customXml/itemProps2.xml><?xml version="1.0" encoding="utf-8"?>
<ds:datastoreItem xmlns:ds="http://schemas.openxmlformats.org/officeDocument/2006/customXml" ds:itemID="{2ECBF2B2-B96A-406F-9F91-67DCC0554A2F}"/>
</file>

<file path=customXml/itemProps3.xml><?xml version="1.0" encoding="utf-8"?>
<ds:datastoreItem xmlns:ds="http://schemas.openxmlformats.org/officeDocument/2006/customXml" ds:itemID="{1BD73C66-A555-436D-BF87-216EE5293EFA}"/>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25</Slides>
  <Notes>17</Notes>
  <HiddenSlides>0</HiddenSlide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Tropic</vt:lpstr>
      <vt:lpstr>Linguistics 200, Week 13</vt:lpstr>
      <vt:lpstr>Timeline for Remainder of Cousre</vt:lpstr>
      <vt:lpstr>Last week: 15 symbols</vt:lpstr>
      <vt:lpstr>Today: let's add 5 more!</vt:lpstr>
      <vt:lpstr>Review</vt:lpstr>
      <vt:lpstr>Chinese</vt:lpstr>
      <vt:lpstr>PowerPoint Presentation</vt:lpstr>
      <vt:lpstr>PowerPoint Presentation</vt:lpstr>
      <vt:lpstr>PowerPoint Presentation</vt:lpstr>
      <vt:lpstr>Homophones =/= Homographs</vt:lpstr>
      <vt:lpstr>What it could look like:</vt:lpstr>
      <vt:lpstr>Why would you choose a logographic system?</vt:lpstr>
      <vt:lpstr>Logograms mixed w/ phonograms: determinatives</vt:lpstr>
      <vt:lpstr>Determinatives</vt:lpstr>
      <vt:lpstr>Okay, what should Dorgon (Pxsinunr) have?</vt:lpstr>
      <vt:lpstr>What Elijah decided</vt:lpstr>
      <vt:lpstr>Component 4 - Pull up Model</vt:lpstr>
      <vt:lpstr>Component 4 - Pull up Model</vt:lpstr>
      <vt:lpstr>Component 4 - Pull up Model</vt:lpstr>
      <vt:lpstr>Linguistics 200, Week 13</vt:lpstr>
      <vt:lpstr>Timeline for Remainder of Cousre</vt:lpstr>
      <vt:lpstr>Translating Sentences in Component 4</vt:lpstr>
      <vt:lpstr>Lexicon</vt:lpstr>
      <vt:lpstr>Linguistics 200, Week 13</vt:lpstr>
      <vt:lpstr>Timeline for Remainder of Cousre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89</cp:revision>
  <dcterms:modified xsi:type="dcterms:W3CDTF">2024-11-20T14:54:00Z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0x0101002943261E1A16A147A2466AA19A77A585</vt:lpwstr>
  </property>
</Properties>
</file>