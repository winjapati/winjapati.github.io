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44"/>
  </p:notesMasterIdLst>
  <p:sldIdLst>
    <p:sldId id="256" r:id="rId5"/>
    <p:sldId id="257" r:id="rId6"/>
    <p:sldId id="258" r:id="rId7"/>
    <p:sldId id="259" r:id="rId8"/>
    <p:sldId id="260" r:id="rId9"/>
    <p:sldId id="287" r:id="rId10"/>
    <p:sldId id="285" r:id="rId11"/>
    <p:sldId id="288" r:id="rId12"/>
    <p:sldId id="303" r:id="rId13"/>
    <p:sldId id="304" r:id="rId14"/>
    <p:sldId id="312" r:id="rId15"/>
    <p:sldId id="302" r:id="rId16"/>
    <p:sldId id="289" r:id="rId17"/>
    <p:sldId id="290" r:id="rId18"/>
    <p:sldId id="263" r:id="rId19"/>
    <p:sldId id="309" r:id="rId20"/>
    <p:sldId id="297" r:id="rId21"/>
    <p:sldId id="305" r:id="rId22"/>
    <p:sldId id="298" r:id="rId23"/>
    <p:sldId id="264" r:id="rId24"/>
    <p:sldId id="313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94" r:id="rId33"/>
    <p:sldId id="292" r:id="rId34"/>
    <p:sldId id="301" r:id="rId35"/>
    <p:sldId id="291" r:id="rId36"/>
    <p:sldId id="273" r:id="rId37"/>
    <p:sldId id="300" r:id="rId38"/>
    <p:sldId id="299" r:id="rId39"/>
    <p:sldId id="308" r:id="rId40"/>
    <p:sldId id="306" r:id="rId41"/>
    <p:sldId id="296" r:id="rId42"/>
    <p:sldId id="295" r:id="rId4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8D6C5EDC-D0F6-9865-1382-04404D08BAA8}"/>
    <pc:docChg chg="addSld modSld">
      <pc:chgData name="Byrd, Andrew M." userId="S::amby222@uky.edu::2d5836b5-4a72-4fdb-bd90-63723c1cd390" providerId="AD" clId="Web-{8D6C5EDC-D0F6-9865-1382-04404D08BAA8}" dt="2024-08-02T14:45:28.970" v="27" actId="20577"/>
      <pc:docMkLst>
        <pc:docMk/>
      </pc:docMkLst>
      <pc:sldChg chg="modSp add replId">
        <pc:chgData name="Byrd, Andrew M." userId="S::amby222@uky.edu::2d5836b5-4a72-4fdb-bd90-63723c1cd390" providerId="AD" clId="Web-{8D6C5EDC-D0F6-9865-1382-04404D08BAA8}" dt="2024-08-02T14:45:28.970" v="27" actId="20577"/>
        <pc:sldMkLst>
          <pc:docMk/>
          <pc:sldMk cId="452812459" sldId="297"/>
        </pc:sldMkLst>
        <pc:spChg chg="mod">
          <ac:chgData name="Byrd, Andrew M." userId="S::amby222@uky.edu::2d5836b5-4a72-4fdb-bd90-63723c1cd390" providerId="AD" clId="Web-{8D6C5EDC-D0F6-9865-1382-04404D08BAA8}" dt="2024-08-02T14:45:20.079" v="25" actId="20577"/>
          <ac:spMkLst>
            <pc:docMk/>
            <pc:sldMk cId="452812459" sldId="297"/>
            <ac:spMk id="110" creationId="{00000000-0000-0000-0000-000000000000}"/>
          </ac:spMkLst>
        </pc:spChg>
        <pc:spChg chg="mod">
          <ac:chgData name="Byrd, Andrew M." userId="S::amby222@uky.edu::2d5836b5-4a72-4fdb-bd90-63723c1cd390" providerId="AD" clId="Web-{8D6C5EDC-D0F6-9865-1382-04404D08BAA8}" dt="2024-08-02T14:45:28.970" v="27" actId="20577"/>
          <ac:spMkLst>
            <pc:docMk/>
            <pc:sldMk cId="452812459" sldId="297"/>
            <ac:spMk id="111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1F1A71B8-1FD6-B49E-20FA-9395BA5631B6}"/>
    <pc:docChg chg="delSld modSld">
      <pc:chgData name="Byrd, Andrew M." userId="S::amby222@uky.edu::2d5836b5-4a72-4fdb-bd90-63723c1cd390" providerId="AD" clId="Web-{1F1A71B8-1FD6-B49E-20FA-9395BA5631B6}" dt="2024-08-16T13:38:16.472" v="92" actId="20577"/>
      <pc:docMkLst>
        <pc:docMk/>
      </pc:docMkLst>
      <pc:sldChg chg="modSp">
        <pc:chgData name="Byrd, Andrew M." userId="S::amby222@uky.edu::2d5836b5-4a72-4fdb-bd90-63723c1cd390" providerId="AD" clId="Web-{1F1A71B8-1FD6-B49E-20FA-9395BA5631B6}" dt="2024-08-16T13:34:33.544" v="20" actId="20577"/>
        <pc:sldMkLst>
          <pc:docMk/>
          <pc:sldMk cId="0" sldId="259"/>
        </pc:sldMkLst>
        <pc:spChg chg="mod">
          <ac:chgData name="Byrd, Andrew M." userId="S::amby222@uky.edu::2d5836b5-4a72-4fdb-bd90-63723c1cd390" providerId="AD" clId="Web-{1F1A71B8-1FD6-B49E-20FA-9395BA5631B6}" dt="2024-08-16T13:34:33.544" v="20" actId="20577"/>
          <ac:spMkLst>
            <pc:docMk/>
            <pc:sldMk cId="0" sldId="259"/>
            <ac:spMk id="86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1F1A71B8-1FD6-B49E-20FA-9395BA5631B6}" dt="2024-08-16T13:35:10.764" v="21"/>
        <pc:sldMkLst>
          <pc:docMk/>
          <pc:sldMk cId="0" sldId="261"/>
        </pc:sldMkLst>
      </pc:sldChg>
      <pc:sldChg chg="modSp">
        <pc:chgData name="Byrd, Andrew M." userId="S::amby222@uky.edu::2d5836b5-4a72-4fdb-bd90-63723c1cd390" providerId="AD" clId="Web-{1F1A71B8-1FD6-B49E-20FA-9395BA5631B6}" dt="2024-08-16T13:38:16.472" v="92" actId="20577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1F1A71B8-1FD6-B49E-20FA-9395BA5631B6}" dt="2024-08-16T13:38:16.472" v="92" actId="20577"/>
          <ac:spMkLst>
            <pc:docMk/>
            <pc:sldMk cId="0" sldId="266"/>
            <ac:spMk id="12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F1A71B8-1FD6-B49E-20FA-9395BA5631B6}" dt="2024-08-16T13:35:24.546" v="26" actId="20577"/>
        <pc:sldMkLst>
          <pc:docMk/>
          <pc:sldMk cId="686248128" sldId="285"/>
        </pc:sldMkLst>
        <pc:spChg chg="mod">
          <ac:chgData name="Byrd, Andrew M." userId="S::amby222@uky.edu::2d5836b5-4a72-4fdb-bd90-63723c1cd390" providerId="AD" clId="Web-{1F1A71B8-1FD6-B49E-20FA-9395BA5631B6}" dt="2024-08-16T13:35:24.546" v="26" actId="20577"/>
          <ac:spMkLst>
            <pc:docMk/>
            <pc:sldMk cId="686248128" sldId="285"/>
            <ac:spMk id="2" creationId="{B25ED69D-324A-E0F2-60E6-188CF531A8C0}"/>
          </ac:spMkLst>
        </pc:spChg>
      </pc:sldChg>
      <pc:sldChg chg="modSp">
        <pc:chgData name="Byrd, Andrew M." userId="S::amby222@uky.edu::2d5836b5-4a72-4fdb-bd90-63723c1cd390" providerId="AD" clId="Web-{1F1A71B8-1FD6-B49E-20FA-9395BA5631B6}" dt="2024-08-16T13:36:18.984" v="60" actId="20577"/>
        <pc:sldMkLst>
          <pc:docMk/>
          <pc:sldMk cId="3334830030" sldId="290"/>
        </pc:sldMkLst>
        <pc:spChg chg="mod">
          <ac:chgData name="Byrd, Andrew M." userId="S::amby222@uky.edu::2d5836b5-4a72-4fdb-bd90-63723c1cd390" providerId="AD" clId="Web-{1F1A71B8-1FD6-B49E-20FA-9395BA5631B6}" dt="2024-08-16T13:35:56.374" v="27" actId="20577"/>
          <ac:spMkLst>
            <pc:docMk/>
            <pc:sldMk cId="3334830030" sldId="290"/>
            <ac:spMk id="2" creationId="{B25ED69D-324A-E0F2-60E6-188CF531A8C0}"/>
          </ac:spMkLst>
        </pc:spChg>
        <pc:spChg chg="mod">
          <ac:chgData name="Byrd, Andrew M." userId="S::amby222@uky.edu::2d5836b5-4a72-4fdb-bd90-63723c1cd390" providerId="AD" clId="Web-{1F1A71B8-1FD6-B49E-20FA-9395BA5631B6}" dt="2024-08-16T13:36:18.984" v="60" actId="20577"/>
          <ac:spMkLst>
            <pc:docMk/>
            <pc:sldMk cId="3334830030" sldId="290"/>
            <ac:spMk id="3" creationId="{508BF7C3-9A21-DE5A-A7EC-EB0A7A5380A9}"/>
          </ac:spMkLst>
        </pc:spChg>
      </pc:sldChg>
      <pc:sldChg chg="modSp">
        <pc:chgData name="Byrd, Andrew M." userId="S::amby222@uky.edu::2d5836b5-4a72-4fdb-bd90-63723c1cd390" providerId="AD" clId="Web-{1F1A71B8-1FD6-B49E-20FA-9395BA5631B6}" dt="2024-08-16T13:33:55.496" v="12" actId="20577"/>
        <pc:sldMkLst>
          <pc:docMk/>
          <pc:sldMk cId="452812459" sldId="297"/>
        </pc:sldMkLst>
        <pc:spChg chg="mod">
          <ac:chgData name="Byrd, Andrew M." userId="S::amby222@uky.edu::2d5836b5-4a72-4fdb-bd90-63723c1cd390" providerId="AD" clId="Web-{1F1A71B8-1FD6-B49E-20FA-9395BA5631B6}" dt="2024-08-16T13:33:55.496" v="12" actId="20577"/>
          <ac:spMkLst>
            <pc:docMk/>
            <pc:sldMk cId="452812459" sldId="297"/>
            <ac:spMk id="111" creationId="{00000000-0000-0000-0000-000000000000}"/>
          </ac:spMkLst>
        </pc:spChg>
      </pc:sldChg>
    </pc:docChg>
  </pc:docChgLst>
  <pc:docChgLst>
    <pc:chgData name="Byrd, Andrew M." userId="2d5836b5-4a72-4fdb-bd90-63723c1cd390" providerId="ADAL" clId="{91917ECF-0FC7-224C-BDA5-600DA004F3FC}"/>
    <pc:docChg chg="delSld">
      <pc:chgData name="Byrd, Andrew M." userId="2d5836b5-4a72-4fdb-bd90-63723c1cd390" providerId="ADAL" clId="{91917ECF-0FC7-224C-BDA5-600DA004F3FC}" dt="2024-08-26T13:13:52.886" v="0" actId="2696"/>
      <pc:docMkLst>
        <pc:docMk/>
      </pc:docMkLst>
      <pc:sldChg chg="del">
        <pc:chgData name="Byrd, Andrew M." userId="2d5836b5-4a72-4fdb-bd90-63723c1cd390" providerId="ADAL" clId="{91917ECF-0FC7-224C-BDA5-600DA004F3FC}" dt="2024-08-26T13:13:52.886" v="0" actId="2696"/>
        <pc:sldMkLst>
          <pc:docMk/>
          <pc:sldMk cId="314068169" sldId="310"/>
        </pc:sldMkLst>
      </pc:sldChg>
    </pc:docChg>
  </pc:docChgLst>
  <pc:docChgLst>
    <pc:chgData name="Byrd, Andrew M." userId="S::amby222@uky.edu::2d5836b5-4a72-4fdb-bd90-63723c1cd390" providerId="AD" clId="Web-{7292F041-1233-EDC6-3D88-5FB7B8F87A27}"/>
    <pc:docChg chg="addSld modSld">
      <pc:chgData name="Byrd, Andrew M." userId="S::amby222@uky.edu::2d5836b5-4a72-4fdb-bd90-63723c1cd390" providerId="AD" clId="Web-{7292F041-1233-EDC6-3D88-5FB7B8F87A27}" dt="2024-08-28T14:02:06.080" v="22" actId="20577"/>
      <pc:docMkLst>
        <pc:docMk/>
      </pc:docMkLst>
      <pc:sldChg chg="modSp">
        <pc:chgData name="Byrd, Andrew M." userId="S::amby222@uky.edu::2d5836b5-4a72-4fdb-bd90-63723c1cd390" providerId="AD" clId="Web-{7292F041-1233-EDC6-3D88-5FB7B8F87A27}" dt="2024-08-28T14:02:06.080" v="22" actId="20577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7292F041-1233-EDC6-3D88-5FB7B8F87A27}" dt="2024-08-28T14:02:06.080" v="22" actId="20577"/>
          <ac:spMkLst>
            <pc:docMk/>
            <pc:sldMk cId="0" sldId="266"/>
            <ac:spMk id="12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292F041-1233-EDC6-3D88-5FB7B8F87A27}" dt="2024-08-28T13:37:50.599" v="21" actId="20577"/>
        <pc:sldMkLst>
          <pc:docMk/>
          <pc:sldMk cId="1278050087" sldId="295"/>
        </pc:sldMkLst>
        <pc:spChg chg="mod">
          <ac:chgData name="Byrd, Andrew M." userId="S::amby222@uky.edu::2d5836b5-4a72-4fdb-bd90-63723c1cd390" providerId="AD" clId="Web-{7292F041-1233-EDC6-3D88-5FB7B8F87A27}" dt="2024-08-28T13:37:50.599" v="21" actId="20577"/>
          <ac:spMkLst>
            <pc:docMk/>
            <pc:sldMk cId="1278050087" sldId="295"/>
            <ac:spMk id="3" creationId="{D15331FB-749C-FF2B-254E-CDF8F8A9ECCB}"/>
          </ac:spMkLst>
        </pc:spChg>
      </pc:sldChg>
      <pc:sldChg chg="modSp">
        <pc:chgData name="Byrd, Andrew M." userId="S::amby222@uky.edu::2d5836b5-4a72-4fdb-bd90-63723c1cd390" providerId="AD" clId="Web-{7292F041-1233-EDC6-3D88-5FB7B8F87A27}" dt="2024-08-28T13:36:57.160" v="5" actId="20577"/>
        <pc:sldMkLst>
          <pc:docMk/>
          <pc:sldMk cId="1493107180" sldId="301"/>
        </pc:sldMkLst>
        <pc:spChg chg="mod">
          <ac:chgData name="Byrd, Andrew M." userId="S::amby222@uky.edu::2d5836b5-4a72-4fdb-bd90-63723c1cd390" providerId="AD" clId="Web-{7292F041-1233-EDC6-3D88-5FB7B8F87A27}" dt="2024-08-28T13:36:57.160" v="5" actId="20577"/>
          <ac:spMkLst>
            <pc:docMk/>
            <pc:sldMk cId="1493107180" sldId="301"/>
            <ac:spMk id="12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292F041-1233-EDC6-3D88-5FB7B8F87A27}" dt="2024-08-28T13:37:21.129" v="15" actId="20577"/>
        <pc:sldMkLst>
          <pc:docMk/>
          <pc:sldMk cId="3815748407" sldId="308"/>
        </pc:sldMkLst>
        <pc:spChg chg="mod">
          <ac:chgData name="Byrd, Andrew M." userId="S::amby222@uky.edu::2d5836b5-4a72-4fdb-bd90-63723c1cd390" providerId="AD" clId="Web-{7292F041-1233-EDC6-3D88-5FB7B8F87A27}" dt="2024-08-28T13:37:21.129" v="15" actId="20577"/>
          <ac:spMkLst>
            <pc:docMk/>
            <pc:sldMk cId="3815748407" sldId="308"/>
            <ac:spMk id="129" creationId="{00000000-0000-0000-0000-000000000000}"/>
          </ac:spMkLst>
        </pc:spChg>
      </pc:sldChg>
      <pc:sldChg chg="add replId">
        <pc:chgData name="Byrd, Andrew M." userId="S::amby222@uky.edu::2d5836b5-4a72-4fdb-bd90-63723c1cd390" providerId="AD" clId="Web-{7292F041-1233-EDC6-3D88-5FB7B8F87A27}" dt="2024-08-28T13:37:09.770" v="6"/>
        <pc:sldMkLst>
          <pc:docMk/>
          <pc:sldMk cId="2353142430" sldId="314"/>
        </pc:sldMkLst>
      </pc:sldChg>
      <pc:sldChg chg="add replId">
        <pc:chgData name="Byrd, Andrew M." userId="S::amby222@uky.edu::2d5836b5-4a72-4fdb-bd90-63723c1cd390" providerId="AD" clId="Web-{7292F041-1233-EDC6-3D88-5FB7B8F87A27}" dt="2024-08-28T13:37:09.816" v="7"/>
        <pc:sldMkLst>
          <pc:docMk/>
          <pc:sldMk cId="2355531657" sldId="315"/>
        </pc:sldMkLst>
      </pc:sldChg>
    </pc:docChg>
  </pc:docChgLst>
  <pc:docChgLst>
    <pc:chgData name="Byrd, Andrew M." userId="S::amby222@uky.edu::2d5836b5-4a72-4fdb-bd90-63723c1cd390" providerId="AD" clId="Web-{72673261-0914-3394-B4BC-62DB04020C4D}"/>
    <pc:docChg chg="addSld delSld modSld">
      <pc:chgData name="Byrd, Andrew M." userId="S::amby222@uky.edu::2d5836b5-4a72-4fdb-bd90-63723c1cd390" providerId="AD" clId="Web-{72673261-0914-3394-B4BC-62DB04020C4D}" dt="2024-07-30T17:33:11.849" v="603" actId="20577"/>
      <pc:docMkLst>
        <pc:docMk/>
      </pc:docMkLst>
      <pc:sldChg chg="modSp">
        <pc:chgData name="Byrd, Andrew M." userId="S::amby222@uky.edu::2d5836b5-4a72-4fdb-bd90-63723c1cd390" providerId="AD" clId="Web-{72673261-0914-3394-B4BC-62DB04020C4D}" dt="2024-07-30T16:35:06.856" v="35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72673261-0914-3394-B4BC-62DB04020C4D}" dt="2024-07-30T16:35:06.856" v="35" actId="20577"/>
          <ac:spMkLst>
            <pc:docMk/>
            <pc:sldMk cId="0" sldId="258"/>
            <ac:spMk id="7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2673261-0914-3394-B4BC-62DB04020C4D}" dt="2024-07-30T17:09:21.764" v="318" actId="20577"/>
        <pc:sldMkLst>
          <pc:docMk/>
          <pc:sldMk cId="0" sldId="259"/>
        </pc:sldMkLst>
        <pc:spChg chg="mod">
          <ac:chgData name="Byrd, Andrew M." userId="S::amby222@uky.edu::2d5836b5-4a72-4fdb-bd90-63723c1cd390" providerId="AD" clId="Web-{72673261-0914-3394-B4BC-62DB04020C4D}" dt="2024-07-30T17:09:21.764" v="318" actId="20577"/>
          <ac:spMkLst>
            <pc:docMk/>
            <pc:sldMk cId="0" sldId="259"/>
            <ac:spMk id="86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2673261-0914-3394-B4BC-62DB04020C4D}" dt="2024-07-30T16:37:11.984" v="154" actId="14100"/>
        <pc:sldMkLst>
          <pc:docMk/>
          <pc:sldMk cId="0" sldId="260"/>
        </pc:sldMkLst>
        <pc:spChg chg="mod">
          <ac:chgData name="Byrd, Andrew M." userId="S::amby222@uky.edu::2d5836b5-4a72-4fdb-bd90-63723c1cd390" providerId="AD" clId="Web-{72673261-0914-3394-B4BC-62DB04020C4D}" dt="2024-07-30T16:37:11.984" v="154" actId="14100"/>
          <ac:spMkLst>
            <pc:docMk/>
            <pc:sldMk cId="0" sldId="260"/>
            <ac:spMk id="93" creationId="{00000000-0000-0000-0000-000000000000}"/>
          </ac:spMkLst>
        </pc:spChg>
      </pc:sldChg>
      <pc:sldChg chg="addSp modSp">
        <pc:chgData name="Byrd, Andrew M." userId="S::amby222@uky.edu::2d5836b5-4a72-4fdb-bd90-63723c1cd390" providerId="AD" clId="Web-{72673261-0914-3394-B4BC-62DB04020C4D}" dt="2024-07-30T16:38:16.517" v="212" actId="20577"/>
        <pc:sldMkLst>
          <pc:docMk/>
          <pc:sldMk cId="0" sldId="261"/>
        </pc:sldMkLst>
        <pc:spChg chg="add mod">
          <ac:chgData name="Byrd, Andrew M." userId="S::amby222@uky.edu::2d5836b5-4a72-4fdb-bd90-63723c1cd390" providerId="AD" clId="Web-{72673261-0914-3394-B4BC-62DB04020C4D}" dt="2024-07-30T16:38:16.517" v="212" actId="20577"/>
          <ac:spMkLst>
            <pc:docMk/>
            <pc:sldMk cId="0" sldId="261"/>
            <ac:spMk id="3" creationId="{96815C17-CBA6-F947-D98C-9074AEA0532B}"/>
          </ac:spMkLst>
        </pc:spChg>
        <pc:picChg chg="mod">
          <ac:chgData name="Byrd, Andrew M." userId="S::amby222@uky.edu::2d5836b5-4a72-4fdb-bd90-63723c1cd390" providerId="AD" clId="Web-{72673261-0914-3394-B4BC-62DB04020C4D}" dt="2024-07-30T16:37:28.172" v="155" actId="1076"/>
          <ac:picMkLst>
            <pc:docMk/>
            <pc:sldMk cId="0" sldId="261"/>
            <ac:picMk id="100" creationId="{00000000-0000-0000-0000-000000000000}"/>
          </ac:picMkLst>
        </pc:picChg>
      </pc:sldChg>
      <pc:sldChg chg="del">
        <pc:chgData name="Byrd, Andrew M." userId="S::amby222@uky.edu::2d5836b5-4a72-4fdb-bd90-63723c1cd390" providerId="AD" clId="Web-{72673261-0914-3394-B4BC-62DB04020C4D}" dt="2024-07-30T16:42:56.743" v="288"/>
        <pc:sldMkLst>
          <pc:docMk/>
          <pc:sldMk cId="0" sldId="262"/>
        </pc:sldMkLst>
      </pc:sldChg>
      <pc:sldChg chg="modSp">
        <pc:chgData name="Byrd, Andrew M." userId="S::amby222@uky.edu::2d5836b5-4a72-4fdb-bd90-63723c1cd390" providerId="AD" clId="Web-{72673261-0914-3394-B4BC-62DB04020C4D}" dt="2024-07-30T17:31:40.206" v="537" actId="20577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72673261-0914-3394-B4BC-62DB04020C4D}" dt="2024-07-30T17:31:40.206" v="537" actId="20577"/>
          <ac:spMkLst>
            <pc:docMk/>
            <pc:sldMk cId="0" sldId="263"/>
            <ac:spMk id="11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2673261-0914-3394-B4BC-62DB04020C4D}" dt="2024-07-30T16:42:42.821" v="287" actId="20577"/>
        <pc:sldMkLst>
          <pc:docMk/>
          <pc:sldMk cId="0" sldId="264"/>
        </pc:sldMkLst>
        <pc:spChg chg="mod">
          <ac:chgData name="Byrd, Andrew M." userId="S::amby222@uky.edu::2d5836b5-4a72-4fdb-bd90-63723c1cd390" providerId="AD" clId="Web-{72673261-0914-3394-B4BC-62DB04020C4D}" dt="2024-07-30T16:38:37.064" v="219" actId="20577"/>
          <ac:spMkLst>
            <pc:docMk/>
            <pc:sldMk cId="0" sldId="264"/>
            <ac:spMk id="116" creationId="{00000000-0000-0000-0000-000000000000}"/>
          </ac:spMkLst>
        </pc:spChg>
        <pc:spChg chg="mod">
          <ac:chgData name="Byrd, Andrew M." userId="S::amby222@uky.edu::2d5836b5-4a72-4fdb-bd90-63723c1cd390" providerId="AD" clId="Web-{72673261-0914-3394-B4BC-62DB04020C4D}" dt="2024-07-30T16:42:42.821" v="287" actId="20577"/>
          <ac:spMkLst>
            <pc:docMk/>
            <pc:sldMk cId="0" sldId="264"/>
            <ac:spMk id="117" creationId="{00000000-0000-0000-0000-000000000000}"/>
          </ac:spMkLst>
        </pc:spChg>
      </pc:sldChg>
      <pc:sldChg chg="modSp add del">
        <pc:chgData name="Byrd, Andrew M." userId="S::amby222@uky.edu::2d5836b5-4a72-4fdb-bd90-63723c1cd390" providerId="AD" clId="Web-{72673261-0914-3394-B4BC-62DB04020C4D}" dt="2024-07-30T17:33:11.849" v="603" actId="20577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72673261-0914-3394-B4BC-62DB04020C4D}" dt="2024-07-30T17:33:11.849" v="603" actId="20577"/>
          <ac:spMkLst>
            <pc:docMk/>
            <pc:sldMk cId="0" sldId="266"/>
            <ac:spMk id="129" creationId="{00000000-0000-0000-0000-000000000000}"/>
          </ac:spMkLst>
        </pc:spChg>
      </pc:sldChg>
      <pc:sldChg chg="modSp add del">
        <pc:chgData name="Byrd, Andrew M." userId="S::amby222@uky.edu::2d5836b5-4a72-4fdb-bd90-63723c1cd390" providerId="AD" clId="Web-{72673261-0914-3394-B4BC-62DB04020C4D}" dt="2024-07-30T17:32:13.238" v="546"/>
        <pc:sldMkLst>
          <pc:docMk/>
          <pc:sldMk cId="0" sldId="267"/>
        </pc:sldMkLst>
        <pc:spChg chg="mod">
          <ac:chgData name="Byrd, Andrew M." userId="S::amby222@uky.edu::2d5836b5-4a72-4fdb-bd90-63723c1cd390" providerId="AD" clId="Web-{72673261-0914-3394-B4BC-62DB04020C4D}" dt="2024-07-30T17:12:39.378" v="323" actId="20577"/>
          <ac:spMkLst>
            <pc:docMk/>
            <pc:sldMk cId="0" sldId="267"/>
            <ac:spMk id="135" creationId="{00000000-0000-0000-0000-000000000000}"/>
          </ac:spMkLst>
        </pc:spChg>
      </pc:sldChg>
      <pc:sldChg chg="add del">
        <pc:chgData name="Byrd, Andrew M." userId="S::amby222@uky.edu::2d5836b5-4a72-4fdb-bd90-63723c1cd390" providerId="AD" clId="Web-{72673261-0914-3394-B4BC-62DB04020C4D}" dt="2024-07-30T17:32:13.238" v="547"/>
        <pc:sldMkLst>
          <pc:docMk/>
          <pc:sldMk cId="0" sldId="268"/>
        </pc:sldMkLst>
      </pc:sldChg>
      <pc:sldChg chg="add del">
        <pc:chgData name="Byrd, Andrew M." userId="S::amby222@uky.edu::2d5836b5-4a72-4fdb-bd90-63723c1cd390" providerId="AD" clId="Web-{72673261-0914-3394-B4BC-62DB04020C4D}" dt="2024-07-30T17:32:13.253" v="548"/>
        <pc:sldMkLst>
          <pc:docMk/>
          <pc:sldMk cId="0" sldId="269"/>
        </pc:sldMkLst>
      </pc:sldChg>
      <pc:sldChg chg="add del">
        <pc:chgData name="Byrd, Andrew M." userId="S::amby222@uky.edu::2d5836b5-4a72-4fdb-bd90-63723c1cd390" providerId="AD" clId="Web-{72673261-0914-3394-B4BC-62DB04020C4D}" dt="2024-07-30T17:32:13.253" v="549"/>
        <pc:sldMkLst>
          <pc:docMk/>
          <pc:sldMk cId="0" sldId="270"/>
        </pc:sldMkLst>
      </pc:sldChg>
      <pc:sldChg chg="modSp add del">
        <pc:chgData name="Byrd, Andrew M." userId="S::amby222@uky.edu::2d5836b5-4a72-4fdb-bd90-63723c1cd390" providerId="AD" clId="Web-{72673261-0914-3394-B4BC-62DB04020C4D}" dt="2024-07-30T17:32:13.269" v="550"/>
        <pc:sldMkLst>
          <pc:docMk/>
          <pc:sldMk cId="0" sldId="271"/>
        </pc:sldMkLst>
        <pc:spChg chg="mod">
          <ac:chgData name="Byrd, Andrew M." userId="S::amby222@uky.edu::2d5836b5-4a72-4fdb-bd90-63723c1cd390" providerId="AD" clId="Web-{72673261-0914-3394-B4BC-62DB04020C4D}" dt="2024-07-30T17:12:56.301" v="325" actId="20577"/>
          <ac:spMkLst>
            <pc:docMk/>
            <pc:sldMk cId="0" sldId="271"/>
            <ac:spMk id="159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72673261-0914-3394-B4BC-62DB04020C4D}" dt="2024-07-30T17:14:56.976" v="326"/>
        <pc:sldMkLst>
          <pc:docMk/>
          <pc:sldMk cId="0" sldId="272"/>
        </pc:sldMkLst>
      </pc:sldChg>
      <pc:sldChg chg="del">
        <pc:chgData name="Byrd, Andrew M." userId="S::amby222@uky.edu::2d5836b5-4a72-4fdb-bd90-63723c1cd390" providerId="AD" clId="Web-{72673261-0914-3394-B4BC-62DB04020C4D}" dt="2024-07-30T17:14:57.820" v="327"/>
        <pc:sldMkLst>
          <pc:docMk/>
          <pc:sldMk cId="4268978421" sldId="275"/>
        </pc:sldMkLst>
      </pc:sldChg>
      <pc:sldChg chg="del">
        <pc:chgData name="Byrd, Andrew M." userId="S::amby222@uky.edu::2d5836b5-4a72-4fdb-bd90-63723c1cd390" providerId="AD" clId="Web-{72673261-0914-3394-B4BC-62DB04020C4D}" dt="2024-07-30T17:15:04.070" v="328"/>
        <pc:sldMkLst>
          <pc:docMk/>
          <pc:sldMk cId="256977547" sldId="276"/>
        </pc:sldMkLst>
      </pc:sldChg>
      <pc:sldChg chg="del">
        <pc:chgData name="Byrd, Andrew M." userId="S::amby222@uky.edu::2d5836b5-4a72-4fdb-bd90-63723c1cd390" providerId="AD" clId="Web-{72673261-0914-3394-B4BC-62DB04020C4D}" dt="2024-07-30T17:07:50.761" v="303"/>
        <pc:sldMkLst>
          <pc:docMk/>
          <pc:sldMk cId="1553714122" sldId="277"/>
        </pc:sldMkLst>
      </pc:sldChg>
      <pc:sldChg chg="del">
        <pc:chgData name="Byrd, Andrew M." userId="S::amby222@uky.edu::2d5836b5-4a72-4fdb-bd90-63723c1cd390" providerId="AD" clId="Web-{72673261-0914-3394-B4BC-62DB04020C4D}" dt="2024-07-30T17:07:35.870" v="300"/>
        <pc:sldMkLst>
          <pc:docMk/>
          <pc:sldMk cId="3843451884" sldId="278"/>
        </pc:sldMkLst>
      </pc:sldChg>
      <pc:sldChg chg="del">
        <pc:chgData name="Byrd, Andrew M." userId="S::amby222@uky.edu::2d5836b5-4a72-4fdb-bd90-63723c1cd390" providerId="AD" clId="Web-{72673261-0914-3394-B4BC-62DB04020C4D}" dt="2024-07-30T17:07:36.542" v="301"/>
        <pc:sldMkLst>
          <pc:docMk/>
          <pc:sldMk cId="968651555" sldId="279"/>
        </pc:sldMkLst>
      </pc:sldChg>
      <pc:sldChg chg="del">
        <pc:chgData name="Byrd, Andrew M." userId="S::amby222@uky.edu::2d5836b5-4a72-4fdb-bd90-63723c1cd390" providerId="AD" clId="Web-{72673261-0914-3394-B4BC-62DB04020C4D}" dt="2024-07-30T17:07:39.371" v="302"/>
        <pc:sldMkLst>
          <pc:docMk/>
          <pc:sldMk cId="498638809" sldId="280"/>
        </pc:sldMkLst>
      </pc:sldChg>
      <pc:sldChg chg="modSp del">
        <pc:chgData name="Byrd, Andrew M." userId="S::amby222@uky.edu::2d5836b5-4a72-4fdb-bd90-63723c1cd390" providerId="AD" clId="Web-{72673261-0914-3394-B4BC-62DB04020C4D}" dt="2024-07-30T17:08:34.763" v="305"/>
        <pc:sldMkLst>
          <pc:docMk/>
          <pc:sldMk cId="2130378120" sldId="283"/>
        </pc:sldMkLst>
        <pc:spChg chg="mod">
          <ac:chgData name="Byrd, Andrew M." userId="S::amby222@uky.edu::2d5836b5-4a72-4fdb-bd90-63723c1cd390" providerId="AD" clId="Web-{72673261-0914-3394-B4BC-62DB04020C4D}" dt="2024-07-30T17:08:31.809" v="304" actId="20577"/>
          <ac:spMkLst>
            <pc:docMk/>
            <pc:sldMk cId="2130378120" sldId="283"/>
            <ac:spMk id="119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72673261-0914-3394-B4BC-62DB04020C4D}" dt="2024-07-30T17:08:36.075" v="306"/>
        <pc:sldMkLst>
          <pc:docMk/>
          <pc:sldMk cId="2565155960" sldId="284"/>
        </pc:sldMkLst>
      </pc:sldChg>
      <pc:sldChg chg="modSp new">
        <pc:chgData name="Byrd, Andrew M." userId="S::amby222@uky.edu::2d5836b5-4a72-4fdb-bd90-63723c1cd390" providerId="AD" clId="Web-{72673261-0914-3394-B4BC-62DB04020C4D}" dt="2024-07-30T17:19:06.733" v="401" actId="14100"/>
        <pc:sldMkLst>
          <pc:docMk/>
          <pc:sldMk cId="686248128" sldId="285"/>
        </pc:sldMkLst>
        <pc:spChg chg="mod">
          <ac:chgData name="Byrd, Andrew M." userId="S::amby222@uky.edu::2d5836b5-4a72-4fdb-bd90-63723c1cd390" providerId="AD" clId="Web-{72673261-0914-3394-B4BC-62DB04020C4D}" dt="2024-07-30T16:43:09.494" v="299" actId="20577"/>
          <ac:spMkLst>
            <pc:docMk/>
            <pc:sldMk cId="686248128" sldId="285"/>
            <ac:spMk id="2" creationId="{B25ED69D-324A-E0F2-60E6-188CF531A8C0}"/>
          </ac:spMkLst>
        </pc:spChg>
        <pc:spChg chg="mod">
          <ac:chgData name="Byrd, Andrew M." userId="S::amby222@uky.edu::2d5836b5-4a72-4fdb-bd90-63723c1cd390" providerId="AD" clId="Web-{72673261-0914-3394-B4BC-62DB04020C4D}" dt="2024-07-30T17:19:06.733" v="401" actId="14100"/>
          <ac:spMkLst>
            <pc:docMk/>
            <pc:sldMk cId="686248128" sldId="285"/>
            <ac:spMk id="3" creationId="{508BF7C3-9A21-DE5A-A7EC-EB0A7A5380A9}"/>
          </ac:spMkLst>
        </pc:spChg>
      </pc:sldChg>
      <pc:sldChg chg="add del replId">
        <pc:chgData name="Byrd, Andrew M." userId="S::amby222@uky.edu::2d5836b5-4a72-4fdb-bd90-63723c1cd390" providerId="AD" clId="Web-{72673261-0914-3394-B4BC-62DB04020C4D}" dt="2024-07-30T17:32:11.582" v="544"/>
        <pc:sldMkLst>
          <pc:docMk/>
          <pc:sldMk cId="9293666" sldId="286"/>
        </pc:sldMkLst>
      </pc:sldChg>
      <pc:sldChg chg="modSp add replId">
        <pc:chgData name="Byrd, Andrew M." userId="S::amby222@uky.edu::2d5836b5-4a72-4fdb-bd90-63723c1cd390" providerId="AD" clId="Web-{72673261-0914-3394-B4BC-62DB04020C4D}" dt="2024-07-30T17:18:08.622" v="365" actId="20577"/>
        <pc:sldMkLst>
          <pc:docMk/>
          <pc:sldMk cId="1824823663" sldId="287"/>
        </pc:sldMkLst>
        <pc:spChg chg="mod">
          <ac:chgData name="Byrd, Andrew M." userId="S::amby222@uky.edu::2d5836b5-4a72-4fdb-bd90-63723c1cd390" providerId="AD" clId="Web-{72673261-0914-3394-B4BC-62DB04020C4D}" dt="2024-07-30T17:17:36.543" v="334" actId="20577"/>
          <ac:spMkLst>
            <pc:docMk/>
            <pc:sldMk cId="1824823663" sldId="287"/>
            <ac:spMk id="92" creationId="{00000000-0000-0000-0000-000000000000}"/>
          </ac:spMkLst>
        </pc:spChg>
        <pc:spChg chg="mod">
          <ac:chgData name="Byrd, Andrew M." userId="S::amby222@uky.edu::2d5836b5-4a72-4fdb-bd90-63723c1cd390" providerId="AD" clId="Web-{72673261-0914-3394-B4BC-62DB04020C4D}" dt="2024-07-30T17:18:08.622" v="365" actId="20577"/>
          <ac:spMkLst>
            <pc:docMk/>
            <pc:sldMk cId="1824823663" sldId="287"/>
            <ac:spMk id="93" creationId="{00000000-0000-0000-0000-000000000000}"/>
          </ac:spMkLst>
        </pc:spChg>
      </pc:sldChg>
      <pc:sldChg chg="addSp modSp add replId">
        <pc:chgData name="Byrd, Andrew M." userId="S::amby222@uky.edu::2d5836b5-4a72-4fdb-bd90-63723c1cd390" providerId="AD" clId="Web-{72673261-0914-3394-B4BC-62DB04020C4D}" dt="2024-07-30T17:28:07.466" v="460" actId="1076"/>
        <pc:sldMkLst>
          <pc:docMk/>
          <pc:sldMk cId="1463546568" sldId="288"/>
        </pc:sldMkLst>
        <pc:spChg chg="mod">
          <ac:chgData name="Byrd, Andrew M." userId="S::amby222@uky.edu::2d5836b5-4a72-4fdb-bd90-63723c1cd390" providerId="AD" clId="Web-{72673261-0914-3394-B4BC-62DB04020C4D}" dt="2024-07-30T17:19:21.374" v="411" actId="20577"/>
          <ac:spMkLst>
            <pc:docMk/>
            <pc:sldMk cId="1463546568" sldId="288"/>
            <ac:spMk id="2" creationId="{B25ED69D-324A-E0F2-60E6-188CF531A8C0}"/>
          </ac:spMkLst>
        </pc:spChg>
        <pc:spChg chg="mod">
          <ac:chgData name="Byrd, Andrew M." userId="S::amby222@uky.edu::2d5836b5-4a72-4fdb-bd90-63723c1cd390" providerId="AD" clId="Web-{72673261-0914-3394-B4BC-62DB04020C4D}" dt="2024-07-30T17:19:55.343" v="457" actId="14100"/>
          <ac:spMkLst>
            <pc:docMk/>
            <pc:sldMk cId="1463546568" sldId="288"/>
            <ac:spMk id="3" creationId="{508BF7C3-9A21-DE5A-A7EC-EB0A7A5380A9}"/>
          </ac:spMkLst>
        </pc:spChg>
        <pc:picChg chg="add mod">
          <ac:chgData name="Byrd, Andrew M." userId="S::amby222@uky.edu::2d5836b5-4a72-4fdb-bd90-63723c1cd390" providerId="AD" clId="Web-{72673261-0914-3394-B4BC-62DB04020C4D}" dt="2024-07-30T17:28:07.466" v="460" actId="1076"/>
          <ac:picMkLst>
            <pc:docMk/>
            <pc:sldMk cId="1463546568" sldId="288"/>
            <ac:picMk id="5" creationId="{C04ADE7F-BBA6-EBD6-F969-CCAC51C7D8A4}"/>
          </ac:picMkLst>
        </pc:picChg>
      </pc:sldChg>
      <pc:sldChg chg="addSp modSp add replId">
        <pc:chgData name="Byrd, Andrew M." userId="S::amby222@uky.edu::2d5836b5-4a72-4fdb-bd90-63723c1cd390" providerId="AD" clId="Web-{72673261-0914-3394-B4BC-62DB04020C4D}" dt="2024-07-30T17:28:47.998" v="488" actId="20577"/>
        <pc:sldMkLst>
          <pc:docMk/>
          <pc:sldMk cId="1096265774" sldId="289"/>
        </pc:sldMkLst>
        <pc:spChg chg="mod">
          <ac:chgData name="Byrd, Andrew M." userId="S::amby222@uky.edu::2d5836b5-4a72-4fdb-bd90-63723c1cd390" providerId="AD" clId="Web-{72673261-0914-3394-B4BC-62DB04020C4D}" dt="2024-07-30T17:28:47.998" v="488" actId="20577"/>
          <ac:spMkLst>
            <pc:docMk/>
            <pc:sldMk cId="1096265774" sldId="289"/>
            <ac:spMk id="3" creationId="{508BF7C3-9A21-DE5A-A7EC-EB0A7A5380A9}"/>
          </ac:spMkLst>
        </pc:spChg>
        <pc:picChg chg="add mod">
          <ac:chgData name="Byrd, Andrew M." userId="S::amby222@uky.edu::2d5836b5-4a72-4fdb-bd90-63723c1cd390" providerId="AD" clId="Web-{72673261-0914-3394-B4BC-62DB04020C4D}" dt="2024-07-30T17:28:12.716" v="462" actId="1076"/>
          <ac:picMkLst>
            <pc:docMk/>
            <pc:sldMk cId="1096265774" sldId="289"/>
            <ac:picMk id="5" creationId="{EE281572-A336-C3DB-1560-225D641E469F}"/>
          </ac:picMkLst>
        </pc:picChg>
      </pc:sldChg>
      <pc:sldChg chg="modSp add replId">
        <pc:chgData name="Byrd, Andrew M." userId="S::amby222@uky.edu::2d5836b5-4a72-4fdb-bd90-63723c1cd390" providerId="AD" clId="Web-{72673261-0914-3394-B4BC-62DB04020C4D}" dt="2024-07-30T17:29:45.828" v="526" actId="14100"/>
        <pc:sldMkLst>
          <pc:docMk/>
          <pc:sldMk cId="3334830030" sldId="290"/>
        </pc:sldMkLst>
        <pc:spChg chg="mod">
          <ac:chgData name="Byrd, Andrew M." userId="S::amby222@uky.edu::2d5836b5-4a72-4fdb-bd90-63723c1cd390" providerId="AD" clId="Web-{72673261-0914-3394-B4BC-62DB04020C4D}" dt="2024-07-30T17:29:16.046" v="492" actId="20577"/>
          <ac:spMkLst>
            <pc:docMk/>
            <pc:sldMk cId="3334830030" sldId="290"/>
            <ac:spMk id="2" creationId="{B25ED69D-324A-E0F2-60E6-188CF531A8C0}"/>
          </ac:spMkLst>
        </pc:spChg>
        <pc:spChg chg="mod">
          <ac:chgData name="Byrd, Andrew M." userId="S::amby222@uky.edu::2d5836b5-4a72-4fdb-bd90-63723c1cd390" providerId="AD" clId="Web-{72673261-0914-3394-B4BC-62DB04020C4D}" dt="2024-07-30T17:29:45.828" v="526" actId="14100"/>
          <ac:spMkLst>
            <pc:docMk/>
            <pc:sldMk cId="3334830030" sldId="290"/>
            <ac:spMk id="3" creationId="{508BF7C3-9A21-DE5A-A7EC-EB0A7A5380A9}"/>
          </ac:spMkLst>
        </pc:spChg>
      </pc:sldChg>
    </pc:docChg>
  </pc:docChgLst>
  <pc:docChgLst>
    <pc:chgData name="Byrd, Andrew M." userId="S::amby222@uky.edu::2d5836b5-4a72-4fdb-bd90-63723c1cd390" providerId="AD" clId="Web-{DA2E64E5-0515-D75B-37FD-F2D1C54F6A82}"/>
    <pc:docChg chg="addSld delSld modSld">
      <pc:chgData name="Byrd, Andrew M." userId="S::amby222@uky.edu::2d5836b5-4a72-4fdb-bd90-63723c1cd390" providerId="AD" clId="Web-{DA2E64E5-0515-D75B-37FD-F2D1C54F6A82}" dt="2024-08-15T16:30:12.925" v="123"/>
      <pc:docMkLst>
        <pc:docMk/>
      </pc:docMkLst>
      <pc:sldChg chg="addSp modSp">
        <pc:chgData name="Byrd, Andrew M." userId="S::amby222@uky.edu::2d5836b5-4a72-4fdb-bd90-63723c1cd390" providerId="AD" clId="Web-{DA2E64E5-0515-D75B-37FD-F2D1C54F6A82}" dt="2024-08-15T16:28:01.920" v="16" actId="1076"/>
        <pc:sldMkLst>
          <pc:docMk/>
          <pc:sldMk cId="3696117519" sldId="294"/>
        </pc:sldMkLst>
        <pc:spChg chg="add mod">
          <ac:chgData name="Byrd, Andrew M." userId="S::amby222@uky.edu::2d5836b5-4a72-4fdb-bd90-63723c1cd390" providerId="AD" clId="Web-{DA2E64E5-0515-D75B-37FD-F2D1C54F6A82}" dt="2024-08-15T16:28:01.920" v="16" actId="1076"/>
          <ac:spMkLst>
            <pc:docMk/>
            <pc:sldMk cId="3696117519" sldId="294"/>
            <ac:spMk id="2" creationId="{E9FACF51-A375-1944-65B1-CD0F4615A9BC}"/>
          </ac:spMkLst>
        </pc:spChg>
      </pc:sldChg>
      <pc:sldChg chg="modSp">
        <pc:chgData name="Byrd, Andrew M." userId="S::amby222@uky.edu::2d5836b5-4a72-4fdb-bd90-63723c1cd390" providerId="AD" clId="Web-{DA2E64E5-0515-D75B-37FD-F2D1C54F6A82}" dt="2024-08-15T16:28:23.952" v="52" actId="20577"/>
        <pc:sldMkLst>
          <pc:docMk/>
          <pc:sldMk cId="1493107180" sldId="301"/>
        </pc:sldMkLst>
        <pc:spChg chg="mod">
          <ac:chgData name="Byrd, Andrew M." userId="S::amby222@uky.edu::2d5836b5-4a72-4fdb-bd90-63723c1cd390" providerId="AD" clId="Web-{DA2E64E5-0515-D75B-37FD-F2D1C54F6A82}" dt="2024-08-15T16:28:23.952" v="52" actId="20577"/>
          <ac:spMkLst>
            <pc:docMk/>
            <pc:sldMk cId="1493107180" sldId="301"/>
            <ac:spMk id="12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DA2E64E5-0515-D75B-37FD-F2D1C54F6A82}" dt="2024-08-15T14:41:03.320" v="1" actId="20577"/>
        <pc:sldMkLst>
          <pc:docMk/>
          <pc:sldMk cId="1027728742" sldId="302"/>
        </pc:sldMkLst>
        <pc:spChg chg="mod">
          <ac:chgData name="Byrd, Andrew M." userId="S::amby222@uky.edu::2d5836b5-4a72-4fdb-bd90-63723c1cd390" providerId="AD" clId="Web-{DA2E64E5-0515-D75B-37FD-F2D1C54F6A82}" dt="2024-08-15T14:41:03.320" v="1" actId="20577"/>
          <ac:spMkLst>
            <pc:docMk/>
            <pc:sldMk cId="1027728742" sldId="302"/>
            <ac:spMk id="3" creationId="{508BF7C3-9A21-DE5A-A7EC-EB0A7A5380A9}"/>
          </ac:spMkLst>
        </pc:spChg>
      </pc:sldChg>
      <pc:sldChg chg="modSp new">
        <pc:chgData name="Byrd, Andrew M." userId="S::amby222@uky.edu::2d5836b5-4a72-4fdb-bd90-63723c1cd390" providerId="AD" clId="Web-{DA2E64E5-0515-D75B-37FD-F2D1C54F6A82}" dt="2024-08-15T16:29:46.002" v="114" actId="14100"/>
        <pc:sldMkLst>
          <pc:docMk/>
          <pc:sldMk cId="3443514222" sldId="306"/>
        </pc:sldMkLst>
        <pc:spChg chg="mod">
          <ac:chgData name="Byrd, Andrew M." userId="S::amby222@uky.edu::2d5836b5-4a72-4fdb-bd90-63723c1cd390" providerId="AD" clId="Web-{DA2E64E5-0515-D75B-37FD-F2D1C54F6A82}" dt="2024-08-15T16:29:06.891" v="54" actId="20577"/>
          <ac:spMkLst>
            <pc:docMk/>
            <pc:sldMk cId="3443514222" sldId="306"/>
            <ac:spMk id="2" creationId="{309B01A4-89D2-C9E9-7205-8C172AE88B36}"/>
          </ac:spMkLst>
        </pc:spChg>
        <pc:spChg chg="mod">
          <ac:chgData name="Byrd, Andrew M." userId="S::amby222@uky.edu::2d5836b5-4a72-4fdb-bd90-63723c1cd390" providerId="AD" clId="Web-{DA2E64E5-0515-D75B-37FD-F2D1C54F6A82}" dt="2024-08-15T16:29:46.002" v="114" actId="14100"/>
          <ac:spMkLst>
            <pc:docMk/>
            <pc:sldMk cId="3443514222" sldId="306"/>
            <ac:spMk id="3" creationId="{AA6E3967-A432-6A77-25C0-D025990A11E4}"/>
          </ac:spMkLst>
        </pc:spChg>
      </pc:sldChg>
      <pc:sldChg chg="modSp new del">
        <pc:chgData name="Byrd, Andrew M." userId="S::amby222@uky.edu::2d5836b5-4a72-4fdb-bd90-63723c1cd390" providerId="AD" clId="Web-{DA2E64E5-0515-D75B-37FD-F2D1C54F6A82}" dt="2024-08-15T16:30:12.925" v="123"/>
        <pc:sldMkLst>
          <pc:docMk/>
          <pc:sldMk cId="3263413220" sldId="307"/>
        </pc:sldMkLst>
        <pc:spChg chg="mod">
          <ac:chgData name="Byrd, Andrew M." userId="S::amby222@uky.edu::2d5836b5-4a72-4fdb-bd90-63723c1cd390" providerId="AD" clId="Web-{DA2E64E5-0515-D75B-37FD-F2D1C54F6A82}" dt="2024-08-15T16:29:55.643" v="116" actId="20577"/>
          <ac:spMkLst>
            <pc:docMk/>
            <pc:sldMk cId="3263413220" sldId="307"/>
            <ac:spMk id="2" creationId="{E0FA8D96-D119-2E3F-EE00-91E0B24F0E42}"/>
          </ac:spMkLst>
        </pc:spChg>
        <pc:spChg chg="mod">
          <ac:chgData name="Byrd, Andrew M." userId="S::amby222@uky.edu::2d5836b5-4a72-4fdb-bd90-63723c1cd390" providerId="AD" clId="Web-{DA2E64E5-0515-D75B-37FD-F2D1C54F6A82}" dt="2024-08-15T16:29:59.221" v="119" actId="20577"/>
          <ac:spMkLst>
            <pc:docMk/>
            <pc:sldMk cId="3263413220" sldId="307"/>
            <ac:spMk id="3" creationId="{CE90A517-0241-EB20-63CB-5575B392A7F4}"/>
          </ac:spMkLst>
        </pc:spChg>
      </pc:sldChg>
      <pc:sldChg chg="modSp add replId">
        <pc:chgData name="Byrd, Andrew M." userId="S::amby222@uky.edu::2d5836b5-4a72-4fdb-bd90-63723c1cd390" providerId="AD" clId="Web-{DA2E64E5-0515-D75B-37FD-F2D1C54F6A82}" dt="2024-08-15T16:30:09.034" v="122" actId="20577"/>
        <pc:sldMkLst>
          <pc:docMk/>
          <pc:sldMk cId="3815748407" sldId="308"/>
        </pc:sldMkLst>
        <pc:spChg chg="mod">
          <ac:chgData name="Byrd, Andrew M." userId="S::amby222@uky.edu::2d5836b5-4a72-4fdb-bd90-63723c1cd390" providerId="AD" clId="Web-{DA2E64E5-0515-D75B-37FD-F2D1C54F6A82}" dt="2024-08-15T16:30:09.034" v="122" actId="20577"/>
          <ac:spMkLst>
            <pc:docMk/>
            <pc:sldMk cId="3815748407" sldId="308"/>
            <ac:spMk id="129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194E15C7-B4B5-8DC2-C8A2-75B267B99FBE}"/>
    <pc:docChg chg="addSld modSld">
      <pc:chgData name="Byrd, Andrew M." userId="S::amby222@uky.edu::2d5836b5-4a72-4fdb-bd90-63723c1cd390" providerId="AD" clId="Web-{194E15C7-B4B5-8DC2-C8A2-75B267B99FBE}" dt="2024-08-26T14:46:10.692" v="7" actId="14100"/>
      <pc:docMkLst>
        <pc:docMk/>
      </pc:docMkLst>
      <pc:sldChg chg="modSp new">
        <pc:chgData name="Byrd, Andrew M." userId="S::amby222@uky.edu::2d5836b5-4a72-4fdb-bd90-63723c1cd390" providerId="AD" clId="Web-{194E15C7-B4B5-8DC2-C8A2-75B267B99FBE}" dt="2024-08-26T14:46:10.692" v="7" actId="14100"/>
        <pc:sldMkLst>
          <pc:docMk/>
          <pc:sldMk cId="4135888856" sldId="313"/>
        </pc:sldMkLst>
        <pc:spChg chg="mod">
          <ac:chgData name="Byrd, Andrew M." userId="S::amby222@uky.edu::2d5836b5-4a72-4fdb-bd90-63723c1cd390" providerId="AD" clId="Web-{194E15C7-B4B5-8DC2-C8A2-75B267B99FBE}" dt="2024-08-26T14:46:01.488" v="1" actId="20577"/>
          <ac:spMkLst>
            <pc:docMk/>
            <pc:sldMk cId="4135888856" sldId="313"/>
            <ac:spMk id="2" creationId="{10A1F475-534A-79F0-85E7-6C5342FEF85F}"/>
          </ac:spMkLst>
        </pc:spChg>
        <pc:spChg chg="mod">
          <ac:chgData name="Byrd, Andrew M." userId="S::amby222@uky.edu::2d5836b5-4a72-4fdb-bd90-63723c1cd390" providerId="AD" clId="Web-{194E15C7-B4B5-8DC2-C8A2-75B267B99FBE}" dt="2024-08-26T14:46:10.692" v="7" actId="14100"/>
          <ac:spMkLst>
            <pc:docMk/>
            <pc:sldMk cId="4135888856" sldId="313"/>
            <ac:spMk id="3" creationId="{D5B24F0D-503E-6D96-396F-0F2D60649D17}"/>
          </ac:spMkLst>
        </pc:spChg>
      </pc:sldChg>
    </pc:docChg>
  </pc:docChgLst>
  <pc:docChgLst>
    <pc:chgData name="Byrd, Andrew M." userId="S::amby222@uky.edu::2d5836b5-4a72-4fdb-bd90-63723c1cd390" providerId="AD" clId="Web-{E1B8D74E-ACED-74F7-33C1-2BCC63EEBA8C}"/>
    <pc:docChg chg="addSld delSld modSld">
      <pc:chgData name="Byrd, Andrew M." userId="S::amby222@uky.edu::2d5836b5-4a72-4fdb-bd90-63723c1cd390" providerId="AD" clId="Web-{E1B8D74E-ACED-74F7-33C1-2BCC63EEBA8C}" dt="2024-07-28T21:06:34.278" v="16"/>
      <pc:docMkLst>
        <pc:docMk/>
      </pc:docMkLst>
      <pc:sldChg chg="modSp">
        <pc:chgData name="Byrd, Andrew M." userId="S::amby222@uky.edu::2d5836b5-4a72-4fdb-bd90-63723c1cd390" providerId="AD" clId="Web-{E1B8D74E-ACED-74F7-33C1-2BCC63EEBA8C}" dt="2024-07-28T21:04:39.289" v="2" actId="20577"/>
        <pc:sldMkLst>
          <pc:docMk/>
          <pc:sldMk cId="0" sldId="265"/>
        </pc:sldMkLst>
        <pc:spChg chg="mod">
          <ac:chgData name="Byrd, Andrew M." userId="S::amby222@uky.edu::2d5836b5-4a72-4fdb-bd90-63723c1cd390" providerId="AD" clId="Web-{E1B8D74E-ACED-74F7-33C1-2BCC63EEBA8C}" dt="2024-07-28T21:04:39.289" v="2" actId="20577"/>
          <ac:spMkLst>
            <pc:docMk/>
            <pc:sldMk cId="0" sldId="265"/>
            <ac:spMk id="122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E1B8D74E-ACED-74F7-33C1-2BCC63EEBA8C}" dt="2024-07-28T21:04:45.992" v="4" actId="20577"/>
        <pc:sldMkLst>
          <pc:docMk/>
          <pc:sldMk cId="3949717048" sldId="273"/>
        </pc:sldMkLst>
        <pc:spChg chg="mod">
          <ac:chgData name="Byrd, Andrew M." userId="S::amby222@uky.edu::2d5836b5-4a72-4fdb-bd90-63723c1cd390" providerId="AD" clId="Web-{E1B8D74E-ACED-74F7-33C1-2BCC63EEBA8C}" dt="2024-07-28T21:04:45.992" v="4" actId="20577"/>
          <ac:spMkLst>
            <pc:docMk/>
            <pc:sldMk cId="3949717048" sldId="273"/>
            <ac:spMk id="122" creationId="{00000000-0000-0000-0000-000000000000}"/>
          </ac:spMkLst>
        </pc:spChg>
      </pc:sldChg>
      <pc:sldChg chg="add del">
        <pc:chgData name="Byrd, Andrew M." userId="S::amby222@uky.edu::2d5836b5-4a72-4fdb-bd90-63723c1cd390" providerId="AD" clId="Web-{E1B8D74E-ACED-74F7-33C1-2BCC63EEBA8C}" dt="2024-07-28T21:06:34.278" v="16"/>
        <pc:sldMkLst>
          <pc:docMk/>
          <pc:sldMk cId="156288863" sldId="274"/>
        </pc:sldMkLst>
      </pc:sldChg>
      <pc:sldChg chg="add">
        <pc:chgData name="Byrd, Andrew M." userId="S::amby222@uky.edu::2d5836b5-4a72-4fdb-bd90-63723c1cd390" providerId="AD" clId="Web-{E1B8D74E-ACED-74F7-33C1-2BCC63EEBA8C}" dt="2024-07-28T21:05:42.119" v="6"/>
        <pc:sldMkLst>
          <pc:docMk/>
          <pc:sldMk cId="4268978421" sldId="275"/>
        </pc:sldMkLst>
      </pc:sldChg>
      <pc:sldChg chg="add">
        <pc:chgData name="Byrd, Andrew M." userId="S::amby222@uky.edu::2d5836b5-4a72-4fdb-bd90-63723c1cd390" providerId="AD" clId="Web-{E1B8D74E-ACED-74F7-33C1-2BCC63EEBA8C}" dt="2024-07-28T21:05:42.119" v="7"/>
        <pc:sldMkLst>
          <pc:docMk/>
          <pc:sldMk cId="256977547" sldId="276"/>
        </pc:sldMkLst>
      </pc:sldChg>
      <pc:sldChg chg="add">
        <pc:chgData name="Byrd, Andrew M." userId="S::amby222@uky.edu::2d5836b5-4a72-4fdb-bd90-63723c1cd390" providerId="AD" clId="Web-{E1B8D74E-ACED-74F7-33C1-2BCC63EEBA8C}" dt="2024-07-28T21:05:42.135" v="8"/>
        <pc:sldMkLst>
          <pc:docMk/>
          <pc:sldMk cId="1553714122" sldId="277"/>
        </pc:sldMkLst>
      </pc:sldChg>
      <pc:sldChg chg="add">
        <pc:chgData name="Byrd, Andrew M." userId="S::amby222@uky.edu::2d5836b5-4a72-4fdb-bd90-63723c1cd390" providerId="AD" clId="Web-{E1B8D74E-ACED-74F7-33C1-2BCC63EEBA8C}" dt="2024-07-28T21:05:42.135" v="9"/>
        <pc:sldMkLst>
          <pc:docMk/>
          <pc:sldMk cId="3843451884" sldId="278"/>
        </pc:sldMkLst>
      </pc:sldChg>
      <pc:sldChg chg="add">
        <pc:chgData name="Byrd, Andrew M." userId="S::amby222@uky.edu::2d5836b5-4a72-4fdb-bd90-63723c1cd390" providerId="AD" clId="Web-{E1B8D74E-ACED-74F7-33C1-2BCC63EEBA8C}" dt="2024-07-28T21:05:42.135" v="10"/>
        <pc:sldMkLst>
          <pc:docMk/>
          <pc:sldMk cId="968651555" sldId="279"/>
        </pc:sldMkLst>
      </pc:sldChg>
      <pc:sldChg chg="add">
        <pc:chgData name="Byrd, Andrew M." userId="S::amby222@uky.edu::2d5836b5-4a72-4fdb-bd90-63723c1cd390" providerId="AD" clId="Web-{E1B8D74E-ACED-74F7-33C1-2BCC63EEBA8C}" dt="2024-07-28T21:05:42.135" v="11"/>
        <pc:sldMkLst>
          <pc:docMk/>
          <pc:sldMk cId="498638809" sldId="280"/>
        </pc:sldMkLst>
      </pc:sldChg>
      <pc:sldChg chg="add">
        <pc:chgData name="Byrd, Andrew M." userId="S::amby222@uky.edu::2d5836b5-4a72-4fdb-bd90-63723c1cd390" providerId="AD" clId="Web-{E1B8D74E-ACED-74F7-33C1-2BCC63EEBA8C}" dt="2024-07-28T21:05:42.151" v="12"/>
        <pc:sldMkLst>
          <pc:docMk/>
          <pc:sldMk cId="3546049613" sldId="281"/>
        </pc:sldMkLst>
      </pc:sldChg>
      <pc:sldChg chg="add">
        <pc:chgData name="Byrd, Andrew M." userId="S::amby222@uky.edu::2d5836b5-4a72-4fdb-bd90-63723c1cd390" providerId="AD" clId="Web-{E1B8D74E-ACED-74F7-33C1-2BCC63EEBA8C}" dt="2024-07-28T21:05:42.151" v="13"/>
        <pc:sldMkLst>
          <pc:docMk/>
          <pc:sldMk cId="4252185135" sldId="282"/>
        </pc:sldMkLst>
      </pc:sldChg>
      <pc:sldChg chg="add">
        <pc:chgData name="Byrd, Andrew M." userId="S::amby222@uky.edu::2d5836b5-4a72-4fdb-bd90-63723c1cd390" providerId="AD" clId="Web-{E1B8D74E-ACED-74F7-33C1-2BCC63EEBA8C}" dt="2024-07-28T21:05:42.151" v="14"/>
        <pc:sldMkLst>
          <pc:docMk/>
          <pc:sldMk cId="2130378120" sldId="283"/>
        </pc:sldMkLst>
      </pc:sldChg>
      <pc:sldChg chg="add">
        <pc:chgData name="Byrd, Andrew M." userId="S::amby222@uky.edu::2d5836b5-4a72-4fdb-bd90-63723c1cd390" providerId="AD" clId="Web-{E1B8D74E-ACED-74F7-33C1-2BCC63EEBA8C}" dt="2024-07-28T21:05:42.151" v="15"/>
        <pc:sldMkLst>
          <pc:docMk/>
          <pc:sldMk cId="2565155960" sldId="284"/>
        </pc:sldMkLst>
      </pc:sldChg>
    </pc:docChg>
  </pc:docChgLst>
  <pc:docChgLst>
    <pc:chgData name="Byrd, Andrew M." userId="S::amby222@uky.edu::2d5836b5-4a72-4fdb-bd90-63723c1cd390" providerId="AD" clId="Web-{7AC08D05-7358-F51B-8F17-66F5D5DA7277}"/>
    <pc:docChg chg="addSld delSld modSld">
      <pc:chgData name="Byrd, Andrew M." userId="S::amby222@uky.edu::2d5836b5-4a72-4fdb-bd90-63723c1cd390" providerId="AD" clId="Web-{7AC08D05-7358-F51B-8F17-66F5D5DA7277}" dt="2024-08-01T14:27:13.070" v="125"/>
      <pc:docMkLst>
        <pc:docMk/>
      </pc:docMkLst>
      <pc:sldChg chg="modSp">
        <pc:chgData name="Byrd, Andrew M." userId="S::amby222@uky.edu::2d5836b5-4a72-4fdb-bd90-63723c1cd390" providerId="AD" clId="Web-{7AC08D05-7358-F51B-8F17-66F5D5DA7277}" dt="2024-08-01T13:58:51.996" v="5" actId="20577"/>
        <pc:sldMkLst>
          <pc:docMk/>
          <pc:sldMk cId="0" sldId="261"/>
        </pc:sldMkLst>
        <pc:spChg chg="mod">
          <ac:chgData name="Byrd, Andrew M." userId="S::amby222@uky.edu::2d5836b5-4a72-4fdb-bd90-63723c1cd390" providerId="AD" clId="Web-{7AC08D05-7358-F51B-8F17-66F5D5DA7277}" dt="2024-08-01T13:58:51.996" v="5" actId="20577"/>
          <ac:spMkLst>
            <pc:docMk/>
            <pc:sldMk cId="0" sldId="261"/>
            <ac:spMk id="3" creationId="{96815C17-CBA6-F947-D98C-9074AEA0532B}"/>
          </ac:spMkLst>
        </pc:spChg>
      </pc:sldChg>
      <pc:sldChg chg="modSp">
        <pc:chgData name="Byrd, Andrew M." userId="S::amby222@uky.edu::2d5836b5-4a72-4fdb-bd90-63723c1cd390" providerId="AD" clId="Web-{7AC08D05-7358-F51B-8F17-66F5D5DA7277}" dt="2024-08-01T14:00:27.404" v="28" actId="14100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7AC08D05-7358-F51B-8F17-66F5D5DA7277}" dt="2024-08-01T14:00:27.404" v="28" actId="14100"/>
          <ac:spMkLst>
            <pc:docMk/>
            <pc:sldMk cId="0" sldId="263"/>
            <ac:spMk id="11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AC08D05-7358-F51B-8F17-66F5D5DA7277}" dt="2024-08-01T14:10:39.742" v="58" actId="1076"/>
        <pc:sldMkLst>
          <pc:docMk/>
          <pc:sldMk cId="0" sldId="264"/>
        </pc:sldMkLst>
        <pc:spChg chg="mod">
          <ac:chgData name="Byrd, Andrew M." userId="S::amby222@uky.edu::2d5836b5-4a72-4fdb-bd90-63723c1cd390" providerId="AD" clId="Web-{7AC08D05-7358-F51B-8F17-66F5D5DA7277}" dt="2024-08-01T14:10:37.523" v="57" actId="1076"/>
          <ac:spMkLst>
            <pc:docMk/>
            <pc:sldMk cId="0" sldId="264"/>
            <ac:spMk id="116" creationId="{00000000-0000-0000-0000-000000000000}"/>
          </ac:spMkLst>
        </pc:spChg>
        <pc:spChg chg="mod">
          <ac:chgData name="Byrd, Andrew M." userId="S::amby222@uky.edu::2d5836b5-4a72-4fdb-bd90-63723c1cd390" providerId="AD" clId="Web-{7AC08D05-7358-F51B-8F17-66F5D5DA7277}" dt="2024-08-01T14:10:39.742" v="58" actId="1076"/>
          <ac:spMkLst>
            <pc:docMk/>
            <pc:sldMk cId="0" sldId="264"/>
            <ac:spMk id="11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7AC08D05-7358-F51B-8F17-66F5D5DA7277}" dt="2024-08-01T14:11:19.852" v="85" actId="20577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7AC08D05-7358-F51B-8F17-66F5D5DA7277}" dt="2024-08-01T14:11:19.852" v="85" actId="20577"/>
          <ac:spMkLst>
            <pc:docMk/>
            <pc:sldMk cId="0" sldId="266"/>
            <ac:spMk id="129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7AC08D05-7358-F51B-8F17-66F5D5DA7277}" dt="2024-08-01T14:13:29.307" v="123"/>
        <pc:sldMkLst>
          <pc:docMk/>
          <pc:sldMk cId="3546049613" sldId="281"/>
        </pc:sldMkLst>
      </pc:sldChg>
      <pc:sldChg chg="del">
        <pc:chgData name="Byrd, Andrew M." userId="S::amby222@uky.edu::2d5836b5-4a72-4fdb-bd90-63723c1cd390" providerId="AD" clId="Web-{7AC08D05-7358-F51B-8F17-66F5D5DA7277}" dt="2024-08-01T14:13:29.307" v="122"/>
        <pc:sldMkLst>
          <pc:docMk/>
          <pc:sldMk cId="4252185135" sldId="282"/>
        </pc:sldMkLst>
      </pc:sldChg>
      <pc:sldChg chg="modSp">
        <pc:chgData name="Byrd, Andrew M." userId="S::amby222@uky.edu::2d5836b5-4a72-4fdb-bd90-63723c1cd390" providerId="AD" clId="Web-{7AC08D05-7358-F51B-8F17-66F5D5DA7277}" dt="2024-08-01T13:59:42.340" v="18" actId="20577"/>
        <pc:sldMkLst>
          <pc:docMk/>
          <pc:sldMk cId="1096265774" sldId="289"/>
        </pc:sldMkLst>
        <pc:spChg chg="mod">
          <ac:chgData name="Byrd, Andrew M." userId="S::amby222@uky.edu::2d5836b5-4a72-4fdb-bd90-63723c1cd390" providerId="AD" clId="Web-{7AC08D05-7358-F51B-8F17-66F5D5DA7277}" dt="2024-08-01T13:59:42.340" v="18" actId="20577"/>
          <ac:spMkLst>
            <pc:docMk/>
            <pc:sldMk cId="1096265774" sldId="289"/>
            <ac:spMk id="3" creationId="{508BF7C3-9A21-DE5A-A7EC-EB0A7A5380A9}"/>
          </ac:spMkLst>
        </pc:spChg>
      </pc:sldChg>
      <pc:sldChg chg="delSp modSp add replId">
        <pc:chgData name="Byrd, Andrew M." userId="S::amby222@uky.edu::2d5836b5-4a72-4fdb-bd90-63723c1cd390" providerId="AD" clId="Web-{7AC08D05-7358-F51B-8F17-66F5D5DA7277}" dt="2024-08-01T14:12:39.369" v="108" actId="1076"/>
        <pc:sldMkLst>
          <pc:docMk/>
          <pc:sldMk cId="1174204350" sldId="291"/>
        </pc:sldMkLst>
        <pc:spChg chg="mod">
          <ac:chgData name="Byrd, Andrew M." userId="S::amby222@uky.edu::2d5836b5-4a72-4fdb-bd90-63723c1cd390" providerId="AD" clId="Web-{7AC08D05-7358-F51B-8F17-66F5D5DA7277}" dt="2024-08-01T14:12:39.369" v="108" actId="1076"/>
          <ac:spMkLst>
            <pc:docMk/>
            <pc:sldMk cId="1174204350" sldId="291"/>
            <ac:spMk id="159" creationId="{00000000-0000-0000-0000-000000000000}"/>
          </ac:spMkLst>
        </pc:spChg>
        <pc:picChg chg="del">
          <ac:chgData name="Byrd, Andrew M." userId="S::amby222@uky.edu::2d5836b5-4a72-4fdb-bd90-63723c1cd390" providerId="AD" clId="Web-{7AC08D05-7358-F51B-8F17-66F5D5DA7277}" dt="2024-08-01T14:12:32.962" v="106"/>
          <ac:picMkLst>
            <pc:docMk/>
            <pc:sldMk cId="1174204350" sldId="291"/>
            <ac:picMk id="158" creationId="{00000000-0000-0000-0000-000000000000}"/>
          </ac:picMkLst>
        </pc:picChg>
      </pc:sldChg>
      <pc:sldChg chg="addSp delSp modSp add replId">
        <pc:chgData name="Byrd, Andrew M." userId="S::amby222@uky.edu::2d5836b5-4a72-4fdb-bd90-63723c1cd390" providerId="AD" clId="Web-{7AC08D05-7358-F51B-8F17-66F5D5DA7277}" dt="2024-08-01T14:12:27.384" v="105"/>
        <pc:sldMkLst>
          <pc:docMk/>
          <pc:sldMk cId="520946191" sldId="292"/>
        </pc:sldMkLst>
        <pc:spChg chg="mod">
          <ac:chgData name="Byrd, Andrew M." userId="S::amby222@uky.edu::2d5836b5-4a72-4fdb-bd90-63723c1cd390" providerId="AD" clId="Web-{7AC08D05-7358-F51B-8F17-66F5D5DA7277}" dt="2024-08-01T14:12:03.102" v="99" actId="20577"/>
          <ac:spMkLst>
            <pc:docMk/>
            <pc:sldMk cId="520946191" sldId="292"/>
            <ac:spMk id="152" creationId="{00000000-0000-0000-0000-000000000000}"/>
          </ac:spMkLst>
        </pc:spChg>
        <pc:picChg chg="add mod">
          <ac:chgData name="Byrd, Andrew M." userId="S::amby222@uky.edu::2d5836b5-4a72-4fdb-bd90-63723c1cd390" providerId="AD" clId="Web-{7AC08D05-7358-F51B-8F17-66F5D5DA7277}" dt="2024-08-01T14:12:27.384" v="105"/>
          <ac:picMkLst>
            <pc:docMk/>
            <pc:sldMk cId="520946191" sldId="292"/>
            <ac:picMk id="2" creationId="{A4FACFFB-1DEF-6AE4-2124-5B3C81326B76}"/>
          </ac:picMkLst>
        </pc:picChg>
        <pc:picChg chg="del">
          <ac:chgData name="Byrd, Andrew M." userId="S::amby222@uky.edu::2d5836b5-4a72-4fdb-bd90-63723c1cd390" providerId="AD" clId="Web-{7AC08D05-7358-F51B-8F17-66F5D5DA7277}" dt="2024-08-01T14:12:09.790" v="101"/>
          <ac:picMkLst>
            <pc:docMk/>
            <pc:sldMk cId="520946191" sldId="292"/>
            <ac:picMk id="153" creationId="{00000000-0000-0000-0000-000000000000}"/>
          </ac:picMkLst>
        </pc:picChg>
      </pc:sldChg>
      <pc:sldChg chg="addSp delSp add del replId">
        <pc:chgData name="Byrd, Andrew M." userId="S::amby222@uky.edu::2d5836b5-4a72-4fdb-bd90-63723c1cd390" providerId="AD" clId="Web-{7AC08D05-7358-F51B-8F17-66F5D5DA7277}" dt="2024-08-01T14:13:14.979" v="121"/>
        <pc:sldMkLst>
          <pc:docMk/>
          <pc:sldMk cId="3711781928" sldId="293"/>
        </pc:sldMkLst>
        <pc:picChg chg="add del">
          <ac:chgData name="Byrd, Andrew M." userId="S::amby222@uky.edu::2d5836b5-4a72-4fdb-bd90-63723c1cd390" providerId="AD" clId="Web-{7AC08D05-7358-F51B-8F17-66F5D5DA7277}" dt="2024-08-01T14:13:08.869" v="120"/>
          <ac:picMkLst>
            <pc:docMk/>
            <pc:sldMk cId="3711781928" sldId="293"/>
            <ac:picMk id="158" creationId="{00000000-0000-0000-0000-000000000000}"/>
          </ac:picMkLst>
        </pc:picChg>
      </pc:sldChg>
      <pc:sldChg chg="delSp modSp add replId">
        <pc:chgData name="Byrd, Andrew M." userId="S::amby222@uky.edu::2d5836b5-4a72-4fdb-bd90-63723c1cd390" providerId="AD" clId="Web-{7AC08D05-7358-F51B-8F17-66F5D5DA7277}" dt="2024-08-01T14:12:59.853" v="118"/>
        <pc:sldMkLst>
          <pc:docMk/>
          <pc:sldMk cId="3696117519" sldId="294"/>
        </pc:sldMkLst>
        <pc:spChg chg="mod">
          <ac:chgData name="Byrd, Andrew M." userId="S::amby222@uky.edu::2d5836b5-4a72-4fdb-bd90-63723c1cd390" providerId="AD" clId="Web-{7AC08D05-7358-F51B-8F17-66F5D5DA7277}" dt="2024-08-01T14:12:55.181" v="117" actId="20577"/>
          <ac:spMkLst>
            <pc:docMk/>
            <pc:sldMk cId="3696117519" sldId="294"/>
            <ac:spMk id="152" creationId="{00000000-0000-0000-0000-000000000000}"/>
          </ac:spMkLst>
        </pc:spChg>
        <pc:picChg chg="del">
          <ac:chgData name="Byrd, Andrew M." userId="S::amby222@uky.edu::2d5836b5-4a72-4fdb-bd90-63723c1cd390" providerId="AD" clId="Web-{7AC08D05-7358-F51B-8F17-66F5D5DA7277}" dt="2024-08-01T14:12:59.853" v="118"/>
          <ac:picMkLst>
            <pc:docMk/>
            <pc:sldMk cId="3696117519" sldId="294"/>
            <ac:picMk id="153" creationId="{00000000-0000-0000-0000-000000000000}"/>
          </ac:picMkLst>
        </pc:picChg>
      </pc:sldChg>
      <pc:sldChg chg="add replId">
        <pc:chgData name="Byrd, Andrew M." userId="S::amby222@uky.edu::2d5836b5-4a72-4fdb-bd90-63723c1cd390" providerId="AD" clId="Web-{7AC08D05-7358-F51B-8F17-66F5D5DA7277}" dt="2024-08-01T14:27:13.023" v="124"/>
        <pc:sldMkLst>
          <pc:docMk/>
          <pc:sldMk cId="1278050087" sldId="295"/>
        </pc:sldMkLst>
      </pc:sldChg>
      <pc:sldChg chg="add replId">
        <pc:chgData name="Byrd, Andrew M." userId="S::amby222@uky.edu::2d5836b5-4a72-4fdb-bd90-63723c1cd390" providerId="AD" clId="Web-{7AC08D05-7358-F51B-8F17-66F5D5DA7277}" dt="2024-08-01T14:27:13.070" v="125"/>
        <pc:sldMkLst>
          <pc:docMk/>
          <pc:sldMk cId="3835704204" sldId="296"/>
        </pc:sldMkLst>
      </pc:sldChg>
    </pc:docChg>
  </pc:docChgLst>
  <pc:docChgLst>
    <pc:chgData name="Byrd, Andrew M." userId="S::amby222@uky.edu::2d5836b5-4a72-4fdb-bd90-63723c1cd390" providerId="AD" clId="Web-{EF43D353-4E71-DF08-18F5-FEE156EAEF7D}"/>
    <pc:docChg chg="addSld delSld modSld">
      <pc:chgData name="Byrd, Andrew M." userId="S::amby222@uky.edu::2d5836b5-4a72-4fdb-bd90-63723c1cd390" providerId="AD" clId="Web-{EF43D353-4E71-DF08-18F5-FEE156EAEF7D}" dt="2024-08-25T23:00:52.621" v="82"/>
      <pc:docMkLst>
        <pc:docMk/>
      </pc:docMkLst>
      <pc:sldChg chg="modSp">
        <pc:chgData name="Byrd, Andrew M." userId="S::amby222@uky.edu::2d5836b5-4a72-4fdb-bd90-63723c1cd390" providerId="AD" clId="Web-{EF43D353-4E71-DF08-18F5-FEE156EAEF7D}" dt="2024-08-25T22:56:37.782" v="80" actId="20577"/>
        <pc:sldMkLst>
          <pc:docMk/>
          <pc:sldMk cId="1096265774" sldId="289"/>
        </pc:sldMkLst>
        <pc:spChg chg="mod">
          <ac:chgData name="Byrd, Andrew M." userId="S::amby222@uky.edu::2d5836b5-4a72-4fdb-bd90-63723c1cd390" providerId="AD" clId="Web-{EF43D353-4E71-DF08-18F5-FEE156EAEF7D}" dt="2024-08-25T22:56:37.782" v="80" actId="20577"/>
          <ac:spMkLst>
            <pc:docMk/>
            <pc:sldMk cId="1096265774" sldId="289"/>
            <ac:spMk id="2" creationId="{B25ED69D-324A-E0F2-60E6-188CF531A8C0}"/>
          </ac:spMkLst>
        </pc:spChg>
      </pc:sldChg>
      <pc:sldChg chg="modSp">
        <pc:chgData name="Byrd, Andrew M." userId="S::amby222@uky.edu::2d5836b5-4a72-4fdb-bd90-63723c1cd390" providerId="AD" clId="Web-{EF43D353-4E71-DF08-18F5-FEE156EAEF7D}" dt="2024-08-25T22:56:33.063" v="71" actId="20577"/>
        <pc:sldMkLst>
          <pc:docMk/>
          <pc:sldMk cId="1027728742" sldId="302"/>
        </pc:sldMkLst>
        <pc:spChg chg="mod">
          <ac:chgData name="Byrd, Andrew M." userId="S::amby222@uky.edu::2d5836b5-4a72-4fdb-bd90-63723c1cd390" providerId="AD" clId="Web-{EF43D353-4E71-DF08-18F5-FEE156EAEF7D}" dt="2024-08-25T22:56:33.063" v="71" actId="20577"/>
          <ac:spMkLst>
            <pc:docMk/>
            <pc:sldMk cId="1027728742" sldId="302"/>
            <ac:spMk id="2" creationId="{B25ED69D-324A-E0F2-60E6-188CF531A8C0}"/>
          </ac:spMkLst>
        </pc:spChg>
      </pc:sldChg>
      <pc:sldChg chg="addSp delSp modSp">
        <pc:chgData name="Byrd, Andrew M." userId="S::amby222@uky.edu::2d5836b5-4a72-4fdb-bd90-63723c1cd390" providerId="AD" clId="Web-{EF43D353-4E71-DF08-18F5-FEE156EAEF7D}" dt="2024-08-25T23:00:52.621" v="82"/>
        <pc:sldMkLst>
          <pc:docMk/>
          <pc:sldMk cId="2525859961" sldId="305"/>
        </pc:sldMkLst>
        <pc:picChg chg="add mod">
          <ac:chgData name="Byrd, Andrew M." userId="S::amby222@uky.edu::2d5836b5-4a72-4fdb-bd90-63723c1cd390" providerId="AD" clId="Web-{EF43D353-4E71-DF08-18F5-FEE156EAEF7D}" dt="2024-08-25T23:00:52.621" v="82"/>
          <ac:picMkLst>
            <pc:docMk/>
            <pc:sldMk cId="2525859961" sldId="305"/>
            <ac:picMk id="2" creationId="{07F006BE-BC7D-8C77-53DD-3CB95A03285C}"/>
          </ac:picMkLst>
        </pc:picChg>
        <pc:picChg chg="del">
          <ac:chgData name="Byrd, Andrew M." userId="S::amby222@uky.edu::2d5836b5-4a72-4fdb-bd90-63723c1cd390" providerId="AD" clId="Web-{EF43D353-4E71-DF08-18F5-FEE156EAEF7D}" dt="2024-08-25T22:57:04.439" v="81"/>
          <ac:picMkLst>
            <pc:docMk/>
            <pc:sldMk cId="2525859961" sldId="305"/>
            <ac:picMk id="4" creationId="{0BADA626-D223-B180-8420-EC4407DEE1D8}"/>
          </ac:picMkLst>
        </pc:picChg>
      </pc:sldChg>
      <pc:sldChg chg="addSp modSp new del addAnim">
        <pc:chgData name="Byrd, Andrew M." userId="S::amby222@uky.edu::2d5836b5-4a72-4fdb-bd90-63723c1cd390" providerId="AD" clId="Web-{EF43D353-4E71-DF08-18F5-FEE156EAEF7D}" dt="2024-08-25T22:45:10.997" v="56"/>
        <pc:sldMkLst>
          <pc:docMk/>
          <pc:sldMk cId="357470224" sldId="311"/>
        </pc:sldMkLst>
        <pc:spChg chg="mod">
          <ac:chgData name="Byrd, Andrew M." userId="S::amby222@uky.edu::2d5836b5-4a72-4fdb-bd90-63723c1cd390" providerId="AD" clId="Web-{EF43D353-4E71-DF08-18F5-FEE156EAEF7D}" dt="2024-08-25T21:32:28.275" v="40" actId="1076"/>
          <ac:spMkLst>
            <pc:docMk/>
            <pc:sldMk cId="357470224" sldId="311"/>
            <ac:spMk id="2" creationId="{D39918E4-5058-03EB-059E-03CC8DA50E4A}"/>
          </ac:spMkLst>
        </pc:spChg>
        <pc:spChg chg="mod">
          <ac:chgData name="Byrd, Andrew M." userId="S::amby222@uky.edu::2d5836b5-4a72-4fdb-bd90-63723c1cd390" providerId="AD" clId="Web-{EF43D353-4E71-DF08-18F5-FEE156EAEF7D}" dt="2024-08-25T21:32:06.696" v="37" actId="1076"/>
          <ac:spMkLst>
            <pc:docMk/>
            <pc:sldMk cId="357470224" sldId="311"/>
            <ac:spMk id="3" creationId="{64DC719F-9EA3-2F84-454A-29DC3B31F011}"/>
          </ac:spMkLst>
        </pc:spChg>
        <pc:picChg chg="add mod">
          <ac:chgData name="Byrd, Andrew M." userId="S::amby222@uky.edu::2d5836b5-4a72-4fdb-bd90-63723c1cd390" providerId="AD" clId="Web-{EF43D353-4E71-DF08-18F5-FEE156EAEF7D}" dt="2024-08-25T21:32:10.603" v="39" actId="1076"/>
          <ac:picMkLst>
            <pc:docMk/>
            <pc:sldMk cId="357470224" sldId="311"/>
            <ac:picMk id="4" creationId="{91DA7397-712E-93DA-BA38-FAC4C8517DCD}"/>
          </ac:picMkLst>
        </pc:picChg>
      </pc:sldChg>
      <pc:sldChg chg="addSp delSp modSp add replId addAnim">
        <pc:chgData name="Byrd, Andrew M." userId="S::amby222@uky.edu::2d5836b5-4a72-4fdb-bd90-63723c1cd390" providerId="AD" clId="Web-{EF43D353-4E71-DF08-18F5-FEE156EAEF7D}" dt="2024-08-25T22:44:26.652" v="55" actId="1076"/>
        <pc:sldMkLst>
          <pc:docMk/>
          <pc:sldMk cId="433351181" sldId="312"/>
        </pc:sldMkLst>
        <pc:spChg chg="mod">
          <ac:chgData name="Byrd, Andrew M." userId="S::amby222@uky.edu::2d5836b5-4a72-4fdb-bd90-63723c1cd390" providerId="AD" clId="Web-{EF43D353-4E71-DF08-18F5-FEE156EAEF7D}" dt="2024-08-25T22:44:14.214" v="49" actId="20577"/>
          <ac:spMkLst>
            <pc:docMk/>
            <pc:sldMk cId="433351181" sldId="312"/>
            <ac:spMk id="2" creationId="{9A5A2B4F-1030-F1C4-E7E8-FF4ECFE0A8B4}"/>
          </ac:spMkLst>
        </pc:spChg>
        <pc:spChg chg="del">
          <ac:chgData name="Byrd, Andrew M." userId="S::amby222@uky.edu::2d5836b5-4a72-4fdb-bd90-63723c1cd390" providerId="AD" clId="Web-{EF43D353-4E71-DF08-18F5-FEE156EAEF7D}" dt="2024-08-25T22:44:16.480" v="51"/>
          <ac:spMkLst>
            <pc:docMk/>
            <pc:sldMk cId="433351181" sldId="312"/>
            <ac:spMk id="3" creationId="{7BE9BEAC-7978-2466-70B5-B8A5D589AEAB}"/>
          </ac:spMkLst>
        </pc:spChg>
        <pc:spChg chg="add del mod">
          <ac:chgData name="Byrd, Andrew M." userId="S::amby222@uky.edu::2d5836b5-4a72-4fdb-bd90-63723c1cd390" providerId="AD" clId="Web-{EF43D353-4E71-DF08-18F5-FEE156EAEF7D}" dt="2024-08-25T22:44:23.542" v="53"/>
          <ac:spMkLst>
            <pc:docMk/>
            <pc:sldMk cId="433351181" sldId="312"/>
            <ac:spMk id="5" creationId="{751611F2-7ED3-FE59-ADF8-17BB9D075C5A}"/>
          </ac:spMkLst>
        </pc:spChg>
        <pc:picChg chg="del">
          <ac:chgData name="Byrd, Andrew M." userId="S::amby222@uky.edu::2d5836b5-4a72-4fdb-bd90-63723c1cd390" providerId="AD" clId="Web-{EF43D353-4E71-DF08-18F5-FEE156EAEF7D}" dt="2024-08-25T22:44:15.167" v="50"/>
          <ac:picMkLst>
            <pc:docMk/>
            <pc:sldMk cId="433351181" sldId="312"/>
            <ac:picMk id="6" creationId="{D20272A1-B0E1-18B4-AD19-F8F0CEA94AB3}"/>
          </ac:picMkLst>
        </pc:picChg>
        <pc:picChg chg="add mod">
          <ac:chgData name="Byrd, Andrew M." userId="S::amby222@uky.edu::2d5836b5-4a72-4fdb-bd90-63723c1cd390" providerId="AD" clId="Web-{EF43D353-4E71-DF08-18F5-FEE156EAEF7D}" dt="2024-08-25T22:44:26.652" v="55" actId="1076"/>
          <ac:picMkLst>
            <pc:docMk/>
            <pc:sldMk cId="433351181" sldId="312"/>
            <ac:picMk id="8" creationId="{D18A27FB-96DB-18A8-54F0-D0496A6E1EBE}"/>
          </ac:picMkLst>
        </pc:picChg>
      </pc:sldChg>
    </pc:docChg>
  </pc:docChgLst>
  <pc:docChgLst>
    <pc:chgData name="Byrd, Andrew M." userId="S::amby222@uky.edu::2d5836b5-4a72-4fdb-bd90-63723c1cd390" providerId="AD" clId="Web-{1726E75E-4FBD-C2A9-A2D9-913515CBD691}"/>
    <pc:docChg chg="addSld delSld modSld sldOrd">
      <pc:chgData name="Byrd, Andrew M." userId="S::amby222@uky.edu::2d5836b5-4a72-4fdb-bd90-63723c1cd390" providerId="AD" clId="Web-{1726E75E-4FBD-C2A9-A2D9-913515CBD691}" dt="2024-08-14T17:26:12.339" v="321" actId="20577"/>
      <pc:docMkLst>
        <pc:docMk/>
      </pc:docMkLst>
      <pc:sldChg chg="modSp">
        <pc:chgData name="Byrd, Andrew M." userId="S::amby222@uky.edu::2d5836b5-4a72-4fdb-bd90-63723c1cd390" providerId="AD" clId="Web-{1726E75E-4FBD-C2A9-A2D9-913515CBD691}" dt="2024-08-14T17:22:17.902" v="251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1726E75E-4FBD-C2A9-A2D9-913515CBD691}" dt="2024-08-14T17:22:17.902" v="251" actId="20577"/>
          <ac:spMkLst>
            <pc:docMk/>
            <pc:sldMk cId="0" sldId="258"/>
            <ac:spMk id="7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726E75E-4FBD-C2A9-A2D9-913515CBD691}" dt="2024-08-14T17:23:35.668" v="299" actId="20577"/>
        <pc:sldMkLst>
          <pc:docMk/>
          <pc:sldMk cId="0" sldId="259"/>
        </pc:sldMkLst>
        <pc:spChg chg="mod">
          <ac:chgData name="Byrd, Andrew M." userId="S::amby222@uky.edu::2d5836b5-4a72-4fdb-bd90-63723c1cd390" providerId="AD" clId="Web-{1726E75E-4FBD-C2A9-A2D9-913515CBD691}" dt="2024-08-14T17:23:35.668" v="299" actId="20577"/>
          <ac:spMkLst>
            <pc:docMk/>
            <pc:sldMk cId="0" sldId="259"/>
            <ac:spMk id="85" creationId="{00000000-0000-0000-0000-000000000000}"/>
          </ac:spMkLst>
        </pc:spChg>
        <pc:spChg chg="mod">
          <ac:chgData name="Byrd, Andrew M." userId="S::amby222@uky.edu::2d5836b5-4a72-4fdb-bd90-63723c1cd390" providerId="AD" clId="Web-{1726E75E-4FBD-C2A9-A2D9-913515CBD691}" dt="2024-08-14T17:23:24.199" v="295" actId="1076"/>
          <ac:spMkLst>
            <pc:docMk/>
            <pc:sldMk cId="0" sldId="259"/>
            <ac:spMk id="86" creationId="{00000000-0000-0000-0000-000000000000}"/>
          </ac:spMkLst>
        </pc:spChg>
      </pc:sldChg>
      <pc:sldChg chg="addSp delSp modSp">
        <pc:chgData name="Byrd, Andrew M." userId="S::amby222@uky.edu::2d5836b5-4a72-4fdb-bd90-63723c1cd390" providerId="AD" clId="Web-{1726E75E-4FBD-C2A9-A2D9-913515CBD691}" dt="2024-08-14T16:51:01.802" v="73"/>
        <pc:sldMkLst>
          <pc:docMk/>
          <pc:sldMk cId="3949717048" sldId="273"/>
        </pc:sldMkLst>
        <pc:spChg chg="add del mod">
          <ac:chgData name="Byrd, Andrew M." userId="S::amby222@uky.edu::2d5836b5-4a72-4fdb-bd90-63723c1cd390" providerId="AD" clId="Web-{1726E75E-4FBD-C2A9-A2D9-913515CBD691}" dt="2024-08-14T16:51:01.802" v="73"/>
          <ac:spMkLst>
            <pc:docMk/>
            <pc:sldMk cId="3949717048" sldId="273"/>
            <ac:spMk id="2" creationId="{6BCB73F6-A382-C67C-C1ED-D2A1E3C6AD83}"/>
          </ac:spMkLst>
        </pc:spChg>
      </pc:sldChg>
      <pc:sldChg chg="modSp">
        <pc:chgData name="Byrd, Andrew M." userId="S::amby222@uky.edu::2d5836b5-4a72-4fdb-bd90-63723c1cd390" providerId="AD" clId="Web-{1726E75E-4FBD-C2A9-A2D9-913515CBD691}" dt="2024-08-14T17:23:57.089" v="311" actId="14100"/>
        <pc:sldMkLst>
          <pc:docMk/>
          <pc:sldMk cId="1824823663" sldId="287"/>
        </pc:sldMkLst>
        <pc:spChg chg="mod">
          <ac:chgData name="Byrd, Andrew M." userId="S::amby222@uky.edu::2d5836b5-4a72-4fdb-bd90-63723c1cd390" providerId="AD" clId="Web-{1726E75E-4FBD-C2A9-A2D9-913515CBD691}" dt="2024-08-14T17:23:57.089" v="311" actId="14100"/>
          <ac:spMkLst>
            <pc:docMk/>
            <pc:sldMk cId="1824823663" sldId="287"/>
            <ac:spMk id="93" creationId="{00000000-0000-0000-0000-000000000000}"/>
          </ac:spMkLst>
        </pc:spChg>
      </pc:sldChg>
      <pc:sldChg chg="addSp delSp modSp">
        <pc:chgData name="Byrd, Andrew M." userId="S::amby222@uky.edu::2d5836b5-4a72-4fdb-bd90-63723c1cd390" providerId="AD" clId="Web-{1726E75E-4FBD-C2A9-A2D9-913515CBD691}" dt="2024-08-14T17:22:46.137" v="263" actId="20577"/>
        <pc:sldMkLst>
          <pc:docMk/>
          <pc:sldMk cId="1463546568" sldId="288"/>
        </pc:sldMkLst>
        <pc:spChg chg="mod">
          <ac:chgData name="Byrd, Andrew M." userId="S::amby222@uky.edu::2d5836b5-4a72-4fdb-bd90-63723c1cd390" providerId="AD" clId="Web-{1726E75E-4FBD-C2A9-A2D9-913515CBD691}" dt="2024-08-14T17:22:46.137" v="263" actId="20577"/>
          <ac:spMkLst>
            <pc:docMk/>
            <pc:sldMk cId="1463546568" sldId="288"/>
            <ac:spMk id="2" creationId="{B25ED69D-324A-E0F2-60E6-188CF531A8C0}"/>
          </ac:spMkLst>
        </pc:spChg>
        <pc:spChg chg="del">
          <ac:chgData name="Byrd, Andrew M." userId="S::amby222@uky.edu::2d5836b5-4a72-4fdb-bd90-63723c1cd390" providerId="AD" clId="Web-{1726E75E-4FBD-C2A9-A2D9-913515CBD691}" dt="2024-08-14T17:07:34.922" v="123"/>
          <ac:spMkLst>
            <pc:docMk/>
            <pc:sldMk cId="1463546568" sldId="288"/>
            <ac:spMk id="3" creationId="{508BF7C3-9A21-DE5A-A7EC-EB0A7A5380A9}"/>
          </ac:spMkLst>
        </pc:spChg>
        <pc:spChg chg="add del mod">
          <ac:chgData name="Byrd, Andrew M." userId="S::amby222@uky.edu::2d5836b5-4a72-4fdb-bd90-63723c1cd390" providerId="AD" clId="Web-{1726E75E-4FBD-C2A9-A2D9-913515CBD691}" dt="2024-08-14T17:07:39.047" v="124"/>
          <ac:spMkLst>
            <pc:docMk/>
            <pc:sldMk cId="1463546568" sldId="288"/>
            <ac:spMk id="6" creationId="{62DF2E02-AB27-0717-31F9-74CB32DB6135}"/>
          </ac:spMkLst>
        </pc:spChg>
        <pc:picChg chg="del">
          <ac:chgData name="Byrd, Andrew M." userId="S::amby222@uky.edu::2d5836b5-4a72-4fdb-bd90-63723c1cd390" providerId="AD" clId="Web-{1726E75E-4FBD-C2A9-A2D9-913515CBD691}" dt="2024-08-14T17:07:33.813" v="122"/>
          <ac:picMkLst>
            <pc:docMk/>
            <pc:sldMk cId="1463546568" sldId="288"/>
            <ac:picMk id="5" creationId="{C04ADE7F-BBA6-EBD6-F969-CCAC51C7D8A4}"/>
          </ac:picMkLst>
        </pc:picChg>
        <pc:picChg chg="add mod">
          <ac:chgData name="Byrd, Andrew M." userId="S::amby222@uky.edu::2d5836b5-4a72-4fdb-bd90-63723c1cd390" providerId="AD" clId="Web-{1726E75E-4FBD-C2A9-A2D9-913515CBD691}" dt="2024-08-14T17:12:04.483" v="130" actId="1076"/>
          <ac:picMkLst>
            <pc:docMk/>
            <pc:sldMk cId="1463546568" sldId="288"/>
            <ac:picMk id="8" creationId="{3C2E5315-97B1-A103-E508-47FAE3252449}"/>
          </ac:picMkLst>
        </pc:picChg>
        <pc:picChg chg="add mod">
          <ac:chgData name="Byrd, Andrew M." userId="S::amby222@uky.edu::2d5836b5-4a72-4fdb-bd90-63723c1cd390" providerId="AD" clId="Web-{1726E75E-4FBD-C2A9-A2D9-913515CBD691}" dt="2024-08-14T17:12:10.937" v="132" actId="14100"/>
          <ac:picMkLst>
            <pc:docMk/>
            <pc:sldMk cId="1463546568" sldId="288"/>
            <ac:picMk id="9" creationId="{37F37BFC-BD00-4003-E3BA-182E4DE21E86}"/>
          </ac:picMkLst>
        </pc:picChg>
      </pc:sldChg>
      <pc:sldChg chg="addSp delSp modSp">
        <pc:chgData name="Byrd, Andrew M." userId="S::amby222@uky.edu::2d5836b5-4a72-4fdb-bd90-63723c1cd390" providerId="AD" clId="Web-{1726E75E-4FBD-C2A9-A2D9-913515CBD691}" dt="2024-08-14T17:26:12.339" v="321" actId="20577"/>
        <pc:sldMkLst>
          <pc:docMk/>
          <pc:sldMk cId="1096265774" sldId="289"/>
        </pc:sldMkLst>
        <pc:spChg chg="mod">
          <ac:chgData name="Byrd, Andrew M." userId="S::amby222@uky.edu::2d5836b5-4a72-4fdb-bd90-63723c1cd390" providerId="AD" clId="Web-{1726E75E-4FBD-C2A9-A2D9-913515CBD691}" dt="2024-08-14T17:26:12.339" v="321" actId="20577"/>
          <ac:spMkLst>
            <pc:docMk/>
            <pc:sldMk cId="1096265774" sldId="289"/>
            <ac:spMk id="3" creationId="{508BF7C3-9A21-DE5A-A7EC-EB0A7A5380A9}"/>
          </ac:spMkLst>
        </pc:spChg>
        <pc:picChg chg="add mod">
          <ac:chgData name="Byrd, Andrew M." userId="S::amby222@uky.edu::2d5836b5-4a72-4fdb-bd90-63723c1cd390" providerId="AD" clId="Web-{1726E75E-4FBD-C2A9-A2D9-913515CBD691}" dt="2024-08-14T17:16:10.639" v="193" actId="1076"/>
          <ac:picMkLst>
            <pc:docMk/>
            <pc:sldMk cId="1096265774" sldId="289"/>
            <ac:picMk id="4" creationId="{30BA774F-1575-F43A-BC7F-54A36D5B351D}"/>
          </ac:picMkLst>
        </pc:picChg>
        <pc:picChg chg="del">
          <ac:chgData name="Byrd, Andrew M." userId="S::amby222@uky.edu::2d5836b5-4a72-4fdb-bd90-63723c1cd390" providerId="AD" clId="Web-{1726E75E-4FBD-C2A9-A2D9-913515CBD691}" dt="2024-08-14T17:16:07.092" v="191"/>
          <ac:picMkLst>
            <pc:docMk/>
            <pc:sldMk cId="1096265774" sldId="289"/>
            <ac:picMk id="5" creationId="{EE281572-A336-C3DB-1560-225D641E469F}"/>
          </ac:picMkLst>
        </pc:picChg>
      </pc:sldChg>
      <pc:sldChg chg="modSp">
        <pc:chgData name="Byrd, Andrew M." userId="S::amby222@uky.edu::2d5836b5-4a72-4fdb-bd90-63723c1cd390" providerId="AD" clId="Web-{1726E75E-4FBD-C2A9-A2D9-913515CBD691}" dt="2024-08-14T17:16:47.842" v="204" actId="20577"/>
        <pc:sldMkLst>
          <pc:docMk/>
          <pc:sldMk cId="3334830030" sldId="290"/>
        </pc:sldMkLst>
        <pc:spChg chg="mod">
          <ac:chgData name="Byrd, Andrew M." userId="S::amby222@uky.edu::2d5836b5-4a72-4fdb-bd90-63723c1cd390" providerId="AD" clId="Web-{1726E75E-4FBD-C2A9-A2D9-913515CBD691}" dt="2024-08-14T17:16:47.842" v="204" actId="20577"/>
          <ac:spMkLst>
            <pc:docMk/>
            <pc:sldMk cId="3334830030" sldId="290"/>
            <ac:spMk id="2" creationId="{B25ED69D-324A-E0F2-60E6-188CF531A8C0}"/>
          </ac:spMkLst>
        </pc:spChg>
      </pc:sldChg>
      <pc:sldChg chg="addSp modSp">
        <pc:chgData name="Byrd, Andrew M." userId="S::amby222@uky.edu::2d5836b5-4a72-4fdb-bd90-63723c1cd390" providerId="AD" clId="Web-{1726E75E-4FBD-C2A9-A2D9-913515CBD691}" dt="2024-08-14T17:04:53.439" v="94" actId="20577"/>
        <pc:sldMkLst>
          <pc:docMk/>
          <pc:sldMk cId="1278050087" sldId="295"/>
        </pc:sldMkLst>
        <pc:spChg chg="add mod">
          <ac:chgData name="Byrd, Andrew M." userId="S::amby222@uky.edu::2d5836b5-4a72-4fdb-bd90-63723c1cd390" providerId="AD" clId="Web-{1726E75E-4FBD-C2A9-A2D9-913515CBD691}" dt="2024-08-14T17:04:53.439" v="94" actId="20577"/>
          <ac:spMkLst>
            <pc:docMk/>
            <pc:sldMk cId="1278050087" sldId="295"/>
            <ac:spMk id="3" creationId="{D15331FB-749C-FF2B-254E-CDF8F8A9ECCB}"/>
          </ac:spMkLst>
        </pc:spChg>
      </pc:sldChg>
      <pc:sldChg chg="modSp">
        <pc:chgData name="Byrd, Andrew M." userId="S::amby222@uky.edu::2d5836b5-4a72-4fdb-bd90-63723c1cd390" providerId="AD" clId="Web-{1726E75E-4FBD-C2A9-A2D9-913515CBD691}" dt="2024-08-14T17:18:36.403" v="226" actId="14100"/>
        <pc:sldMkLst>
          <pc:docMk/>
          <pc:sldMk cId="452812459" sldId="297"/>
        </pc:sldMkLst>
        <pc:spChg chg="mod">
          <ac:chgData name="Byrd, Andrew M." userId="S::amby222@uky.edu::2d5836b5-4a72-4fdb-bd90-63723c1cd390" providerId="AD" clId="Web-{1726E75E-4FBD-C2A9-A2D9-913515CBD691}" dt="2024-08-14T17:18:36.403" v="226" actId="14100"/>
          <ac:spMkLst>
            <pc:docMk/>
            <pc:sldMk cId="452812459" sldId="297"/>
            <ac:spMk id="111" creationId="{00000000-0000-0000-0000-000000000000}"/>
          </ac:spMkLst>
        </pc:spChg>
      </pc:sldChg>
      <pc:sldChg chg="modSp add del ord replId">
        <pc:chgData name="Byrd, Andrew M." userId="S::amby222@uky.edu::2d5836b5-4a72-4fdb-bd90-63723c1cd390" providerId="AD" clId="Web-{1726E75E-4FBD-C2A9-A2D9-913515CBD691}" dt="2024-08-14T17:20:15.169" v="238"/>
        <pc:sldMkLst>
          <pc:docMk/>
          <pc:sldMk cId="91523242" sldId="298"/>
        </pc:sldMkLst>
        <pc:spChg chg="mod">
          <ac:chgData name="Byrd, Andrew M." userId="S::amby222@uky.edu::2d5836b5-4a72-4fdb-bd90-63723c1cd390" providerId="AD" clId="Web-{1726E75E-4FBD-C2A9-A2D9-913515CBD691}" dt="2024-08-14T17:20:05.731" v="237" actId="20577"/>
          <ac:spMkLst>
            <pc:docMk/>
            <pc:sldMk cId="91523242" sldId="298"/>
            <ac:spMk id="110" creationId="{00000000-0000-0000-0000-000000000000}"/>
          </ac:spMkLst>
        </pc:spChg>
        <pc:spChg chg="mod">
          <ac:chgData name="Byrd, Andrew M." userId="S::amby222@uky.edu::2d5836b5-4a72-4fdb-bd90-63723c1cd390" providerId="AD" clId="Web-{1726E75E-4FBD-C2A9-A2D9-913515CBD691}" dt="2024-08-14T16:48:34.818" v="26" actId="20577"/>
          <ac:spMkLst>
            <pc:docMk/>
            <pc:sldMk cId="91523242" sldId="298"/>
            <ac:spMk id="111" creationId="{00000000-0000-0000-0000-000000000000}"/>
          </ac:spMkLst>
        </pc:spChg>
      </pc:sldChg>
      <pc:sldChg chg="add replId">
        <pc:chgData name="Byrd, Andrew M." userId="S::amby222@uky.edu::2d5836b5-4a72-4fdb-bd90-63723c1cd390" providerId="AD" clId="Web-{1726E75E-4FBD-C2A9-A2D9-913515CBD691}" dt="2024-08-14T16:49:09.881" v="27"/>
        <pc:sldMkLst>
          <pc:docMk/>
          <pc:sldMk cId="2652351060" sldId="299"/>
        </pc:sldMkLst>
      </pc:sldChg>
      <pc:sldChg chg="modSp add replId">
        <pc:chgData name="Byrd, Andrew M." userId="S::amby222@uky.edu::2d5836b5-4a72-4fdb-bd90-63723c1cd390" providerId="AD" clId="Web-{1726E75E-4FBD-C2A9-A2D9-913515CBD691}" dt="2024-08-14T16:49:13.365" v="31" actId="20577"/>
        <pc:sldMkLst>
          <pc:docMk/>
          <pc:sldMk cId="2116284976" sldId="300"/>
        </pc:sldMkLst>
        <pc:spChg chg="mod">
          <ac:chgData name="Byrd, Andrew M." userId="S::amby222@uky.edu::2d5836b5-4a72-4fdb-bd90-63723c1cd390" providerId="AD" clId="Web-{1726E75E-4FBD-C2A9-A2D9-913515CBD691}" dt="2024-08-14T16:49:13.365" v="31" actId="20577"/>
          <ac:spMkLst>
            <pc:docMk/>
            <pc:sldMk cId="2116284976" sldId="300"/>
            <ac:spMk id="140" creationId="{00000000-0000-0000-0000-000000000000}"/>
          </ac:spMkLst>
        </pc:spChg>
      </pc:sldChg>
      <pc:sldChg chg="modSp add ord replId">
        <pc:chgData name="Byrd, Andrew M." userId="S::amby222@uky.edu::2d5836b5-4a72-4fdb-bd90-63723c1cd390" providerId="AD" clId="Web-{1726E75E-4FBD-C2A9-A2D9-913515CBD691}" dt="2024-08-14T16:50:57.068" v="69" actId="20577"/>
        <pc:sldMkLst>
          <pc:docMk/>
          <pc:sldMk cId="1493107180" sldId="301"/>
        </pc:sldMkLst>
        <pc:spChg chg="mod">
          <ac:chgData name="Byrd, Andrew M." userId="S::amby222@uky.edu::2d5836b5-4a72-4fdb-bd90-63723c1cd390" providerId="AD" clId="Web-{1726E75E-4FBD-C2A9-A2D9-913515CBD691}" dt="2024-08-14T16:50:33.365" v="68" actId="20577"/>
          <ac:spMkLst>
            <pc:docMk/>
            <pc:sldMk cId="1493107180" sldId="301"/>
            <ac:spMk id="128" creationId="{00000000-0000-0000-0000-000000000000}"/>
          </ac:spMkLst>
        </pc:spChg>
        <pc:spChg chg="mod">
          <ac:chgData name="Byrd, Andrew M." userId="S::amby222@uky.edu::2d5836b5-4a72-4fdb-bd90-63723c1cd390" providerId="AD" clId="Web-{1726E75E-4FBD-C2A9-A2D9-913515CBD691}" dt="2024-08-14T16:50:57.068" v="69" actId="20577"/>
          <ac:spMkLst>
            <pc:docMk/>
            <pc:sldMk cId="1493107180" sldId="301"/>
            <ac:spMk id="129" creationId="{00000000-0000-0000-0000-000000000000}"/>
          </ac:spMkLst>
        </pc:spChg>
      </pc:sldChg>
      <pc:sldChg chg="addSp delSp add replId">
        <pc:chgData name="Byrd, Andrew M." userId="S::amby222@uky.edu::2d5836b5-4a72-4fdb-bd90-63723c1cd390" providerId="AD" clId="Web-{1726E75E-4FBD-C2A9-A2D9-913515CBD691}" dt="2024-08-14T17:16:19.920" v="194"/>
        <pc:sldMkLst>
          <pc:docMk/>
          <pc:sldMk cId="1027728742" sldId="302"/>
        </pc:sldMkLst>
        <pc:picChg chg="del">
          <ac:chgData name="Byrd, Andrew M." userId="S::amby222@uky.edu::2d5836b5-4a72-4fdb-bd90-63723c1cd390" providerId="AD" clId="Web-{1726E75E-4FBD-C2A9-A2D9-913515CBD691}" dt="2024-08-14T17:14:05.108" v="190"/>
          <ac:picMkLst>
            <pc:docMk/>
            <pc:sldMk cId="1027728742" sldId="302"/>
            <ac:picMk id="5" creationId="{C04ADE7F-BBA6-EBD6-F969-CCAC51C7D8A4}"/>
          </ac:picMkLst>
        </pc:picChg>
        <pc:picChg chg="add">
          <ac:chgData name="Byrd, Andrew M." userId="S::amby222@uky.edu::2d5836b5-4a72-4fdb-bd90-63723c1cd390" providerId="AD" clId="Web-{1726E75E-4FBD-C2A9-A2D9-913515CBD691}" dt="2024-08-14T17:16:19.920" v="194"/>
          <ac:picMkLst>
            <pc:docMk/>
            <pc:sldMk cId="1027728742" sldId="302"/>
            <ac:picMk id="6" creationId="{93C0C426-8B7E-C03E-0CB2-58B9BB96629B}"/>
          </ac:picMkLst>
        </pc:picChg>
      </pc:sldChg>
      <pc:sldChg chg="add del replId">
        <pc:chgData name="Byrd, Andrew M." userId="S::amby222@uky.edu::2d5836b5-4a72-4fdb-bd90-63723c1cd390" providerId="AD" clId="Web-{1726E75E-4FBD-C2A9-A2D9-913515CBD691}" dt="2024-08-14T17:04:55.642" v="95"/>
        <pc:sldMkLst>
          <pc:docMk/>
          <pc:sldMk cId="3689075312" sldId="302"/>
        </pc:sldMkLst>
      </pc:sldChg>
      <pc:sldChg chg="addSp modSp new">
        <pc:chgData name="Byrd, Andrew M." userId="S::amby222@uky.edu::2d5836b5-4a72-4fdb-bd90-63723c1cd390" providerId="AD" clId="Web-{1726E75E-4FBD-C2A9-A2D9-913515CBD691}" dt="2024-08-14T17:12:57.202" v="170" actId="14100"/>
        <pc:sldMkLst>
          <pc:docMk/>
          <pc:sldMk cId="2623424074" sldId="303"/>
        </pc:sldMkLst>
        <pc:spChg chg="mod">
          <ac:chgData name="Byrd, Andrew M." userId="S::amby222@uky.edu::2d5836b5-4a72-4fdb-bd90-63723c1cd390" providerId="AD" clId="Web-{1726E75E-4FBD-C2A9-A2D9-913515CBD691}" dt="2024-08-14T17:12:17.780" v="138" actId="20577"/>
          <ac:spMkLst>
            <pc:docMk/>
            <pc:sldMk cId="2623424074" sldId="303"/>
            <ac:spMk id="2" creationId="{9A5A2B4F-1030-F1C4-E7E8-FF4ECFE0A8B4}"/>
          </ac:spMkLst>
        </pc:spChg>
        <pc:spChg chg="mod">
          <ac:chgData name="Byrd, Andrew M." userId="S::amby222@uky.edu::2d5836b5-4a72-4fdb-bd90-63723c1cd390" providerId="AD" clId="Web-{1726E75E-4FBD-C2A9-A2D9-913515CBD691}" dt="2024-08-14T17:12:55.843" v="169" actId="20577"/>
          <ac:spMkLst>
            <pc:docMk/>
            <pc:sldMk cId="2623424074" sldId="303"/>
            <ac:spMk id="3" creationId="{7BE9BEAC-7978-2466-70B5-B8A5D589AEAB}"/>
          </ac:spMkLst>
        </pc:spChg>
        <pc:picChg chg="add mod">
          <ac:chgData name="Byrd, Andrew M." userId="S::amby222@uky.edu::2d5836b5-4a72-4fdb-bd90-63723c1cd390" providerId="AD" clId="Web-{1726E75E-4FBD-C2A9-A2D9-913515CBD691}" dt="2024-08-14T17:12:57.202" v="170" actId="14100"/>
          <ac:picMkLst>
            <pc:docMk/>
            <pc:sldMk cId="2623424074" sldId="303"/>
            <ac:picMk id="5" creationId="{8FB74A51-1E9D-D0CB-4626-DDBC9383D1E9}"/>
          </ac:picMkLst>
        </pc:picChg>
      </pc:sldChg>
      <pc:sldChg chg="addSp delSp modSp add replId">
        <pc:chgData name="Byrd, Andrew M." userId="S::amby222@uky.edu::2d5836b5-4a72-4fdb-bd90-63723c1cd390" providerId="AD" clId="Web-{1726E75E-4FBD-C2A9-A2D9-913515CBD691}" dt="2024-08-14T17:13:49.030" v="189" actId="20577"/>
        <pc:sldMkLst>
          <pc:docMk/>
          <pc:sldMk cId="707632116" sldId="304"/>
        </pc:sldMkLst>
        <pc:spChg chg="mod">
          <ac:chgData name="Byrd, Andrew M." userId="S::amby222@uky.edu::2d5836b5-4a72-4fdb-bd90-63723c1cd390" providerId="AD" clId="Web-{1726E75E-4FBD-C2A9-A2D9-913515CBD691}" dt="2024-08-14T17:13:06.702" v="175" actId="20577"/>
          <ac:spMkLst>
            <pc:docMk/>
            <pc:sldMk cId="707632116" sldId="304"/>
            <ac:spMk id="2" creationId="{9A5A2B4F-1030-F1C4-E7E8-FF4ECFE0A8B4}"/>
          </ac:spMkLst>
        </pc:spChg>
        <pc:spChg chg="mod">
          <ac:chgData name="Byrd, Andrew M." userId="S::amby222@uky.edu::2d5836b5-4a72-4fdb-bd90-63723c1cd390" providerId="AD" clId="Web-{1726E75E-4FBD-C2A9-A2D9-913515CBD691}" dt="2024-08-14T17:13:49.030" v="189" actId="20577"/>
          <ac:spMkLst>
            <pc:docMk/>
            <pc:sldMk cId="707632116" sldId="304"/>
            <ac:spMk id="3" creationId="{7BE9BEAC-7978-2466-70B5-B8A5D589AEAB}"/>
          </ac:spMkLst>
        </pc:spChg>
        <pc:picChg chg="del">
          <ac:chgData name="Byrd, Andrew M." userId="S::amby222@uky.edu::2d5836b5-4a72-4fdb-bd90-63723c1cd390" providerId="AD" clId="Web-{1726E75E-4FBD-C2A9-A2D9-913515CBD691}" dt="2024-08-14T17:13:11.921" v="177"/>
          <ac:picMkLst>
            <pc:docMk/>
            <pc:sldMk cId="707632116" sldId="304"/>
            <ac:picMk id="5" creationId="{8FB74A51-1E9D-D0CB-4626-DDBC9383D1E9}"/>
          </ac:picMkLst>
        </pc:picChg>
        <pc:picChg chg="add mod">
          <ac:chgData name="Byrd, Andrew M." userId="S::amby222@uky.edu::2d5836b5-4a72-4fdb-bd90-63723c1cd390" providerId="AD" clId="Web-{1726E75E-4FBD-C2A9-A2D9-913515CBD691}" dt="2024-08-14T17:13:33.561" v="181" actId="14100"/>
          <ac:picMkLst>
            <pc:docMk/>
            <pc:sldMk cId="707632116" sldId="304"/>
            <ac:picMk id="6" creationId="{D20272A1-B0E1-18B4-AD19-F8F0CEA94AB3}"/>
          </ac:picMkLst>
        </pc:picChg>
      </pc:sldChg>
      <pc:sldChg chg="addSp delSp modSp add replId">
        <pc:chgData name="Byrd, Andrew M." userId="S::amby222@uky.edu::2d5836b5-4a72-4fdb-bd90-63723c1cd390" providerId="AD" clId="Web-{1726E75E-4FBD-C2A9-A2D9-913515CBD691}" dt="2024-08-14T17:19:35.716" v="229" actId="1076"/>
        <pc:sldMkLst>
          <pc:docMk/>
          <pc:sldMk cId="2525859961" sldId="305"/>
        </pc:sldMkLst>
        <pc:spChg chg="add del mod">
          <ac:chgData name="Byrd, Andrew M." userId="S::amby222@uky.edu::2d5836b5-4a72-4fdb-bd90-63723c1cd390" providerId="AD" clId="Web-{1726E75E-4FBD-C2A9-A2D9-913515CBD691}" dt="2024-08-14T17:18:03.107" v="212"/>
          <ac:spMkLst>
            <pc:docMk/>
            <pc:sldMk cId="2525859961" sldId="305"/>
            <ac:spMk id="3" creationId="{4AF07FA3-0F9C-E541-F112-DED368BBF434}"/>
          </ac:spMkLst>
        </pc:spChg>
        <pc:spChg chg="mod">
          <ac:chgData name="Byrd, Andrew M." userId="S::amby222@uky.edu::2d5836b5-4a72-4fdb-bd90-63723c1cd390" providerId="AD" clId="Web-{1726E75E-4FBD-C2A9-A2D9-913515CBD691}" dt="2024-08-14T17:17:58.013" v="210" actId="20577"/>
          <ac:spMkLst>
            <pc:docMk/>
            <pc:sldMk cId="2525859961" sldId="305"/>
            <ac:spMk id="110" creationId="{00000000-0000-0000-0000-000000000000}"/>
          </ac:spMkLst>
        </pc:spChg>
        <pc:spChg chg="del">
          <ac:chgData name="Byrd, Andrew M." userId="S::amby222@uky.edu::2d5836b5-4a72-4fdb-bd90-63723c1cd390" providerId="AD" clId="Web-{1726E75E-4FBD-C2A9-A2D9-913515CBD691}" dt="2024-08-14T17:18:01.091" v="211"/>
          <ac:spMkLst>
            <pc:docMk/>
            <pc:sldMk cId="2525859961" sldId="305"/>
            <ac:spMk id="111" creationId="{00000000-0000-0000-0000-000000000000}"/>
          </ac:spMkLst>
        </pc:spChg>
        <pc:picChg chg="add mod">
          <ac:chgData name="Byrd, Andrew M." userId="S::amby222@uky.edu::2d5836b5-4a72-4fdb-bd90-63723c1cd390" providerId="AD" clId="Web-{1726E75E-4FBD-C2A9-A2D9-913515CBD691}" dt="2024-08-14T17:19:35.716" v="229" actId="1076"/>
          <ac:picMkLst>
            <pc:docMk/>
            <pc:sldMk cId="2525859961" sldId="305"/>
            <ac:picMk id="4" creationId="{0BADA626-D223-B180-8420-EC4407DEE1D8}"/>
          </ac:picMkLst>
        </pc:picChg>
      </pc:sldChg>
    </pc:docChg>
  </pc:docChgLst>
  <pc:docChgLst>
    <pc:chgData name="Byrd, Andrew M." userId="S::amby222@uky.edu::2d5836b5-4a72-4fdb-bd90-63723c1cd390" providerId="AD" clId="Web-{8791953E-3FFF-5FB7-13F0-DA4DD04DE0E3}"/>
    <pc:docChg chg="delSld modSld">
      <pc:chgData name="Byrd, Andrew M." userId="S::amby222@uky.edu::2d5836b5-4a72-4fdb-bd90-63723c1cd390" providerId="AD" clId="Web-{8791953E-3FFF-5FB7-13F0-DA4DD04DE0E3}" dt="2024-08-30T13:38:19.078" v="2" actId="20577"/>
      <pc:docMkLst>
        <pc:docMk/>
      </pc:docMkLst>
      <pc:sldChg chg="modSp">
        <pc:chgData name="Byrd, Andrew M." userId="S::amby222@uky.edu::2d5836b5-4a72-4fdb-bd90-63723c1cd390" providerId="AD" clId="Web-{8791953E-3FFF-5FB7-13F0-DA4DD04DE0E3}" dt="2024-08-30T13:38:19.078" v="2" actId="20577"/>
        <pc:sldMkLst>
          <pc:docMk/>
          <pc:sldMk cId="3815748407" sldId="308"/>
        </pc:sldMkLst>
        <pc:spChg chg="mod">
          <ac:chgData name="Byrd, Andrew M." userId="S::amby222@uky.edu::2d5836b5-4a72-4fdb-bd90-63723c1cd390" providerId="AD" clId="Web-{8791953E-3FFF-5FB7-13F0-DA4DD04DE0E3}" dt="2024-08-30T13:38:19.078" v="2" actId="20577"/>
          <ac:spMkLst>
            <pc:docMk/>
            <pc:sldMk cId="3815748407" sldId="308"/>
            <ac:spMk id="129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8791953E-3FFF-5FB7-13F0-DA4DD04DE0E3}" dt="2024-08-30T13:38:07.796" v="0"/>
        <pc:sldMkLst>
          <pc:docMk/>
          <pc:sldMk cId="2353142430" sldId="314"/>
        </pc:sldMkLst>
      </pc:sldChg>
      <pc:sldChg chg="del">
        <pc:chgData name="Byrd, Andrew M." userId="S::amby222@uky.edu::2d5836b5-4a72-4fdb-bd90-63723c1cd390" providerId="AD" clId="Web-{8791953E-3FFF-5FB7-13F0-DA4DD04DE0E3}" dt="2024-08-30T13:38:07.796" v="1"/>
        <pc:sldMkLst>
          <pc:docMk/>
          <pc:sldMk cId="2355531657" sldId="315"/>
        </pc:sldMkLst>
      </pc:sldChg>
    </pc:docChg>
  </pc:docChgLst>
  <pc:docChgLst>
    <pc:chgData name="Byrd, Andrew M." userId="S::amby222@uky.edu::2d5836b5-4a72-4fdb-bd90-63723c1cd390" providerId="AD" clId="Web-{BD158E84-560F-1165-DA0F-09755293F85B}"/>
    <pc:docChg chg="addSld modSld">
      <pc:chgData name="Byrd, Andrew M." userId="S::amby222@uky.edu::2d5836b5-4a72-4fdb-bd90-63723c1cd390" providerId="AD" clId="Web-{BD158E84-560F-1165-DA0F-09755293F85B}" dt="2024-08-19T13:55:25.403" v="21" actId="20577"/>
      <pc:docMkLst>
        <pc:docMk/>
      </pc:docMkLst>
      <pc:sldChg chg="modSp">
        <pc:chgData name="Byrd, Andrew M." userId="S::amby222@uky.edu::2d5836b5-4a72-4fdb-bd90-63723c1cd390" providerId="AD" clId="Web-{BD158E84-560F-1165-DA0F-09755293F85B}" dt="2024-08-19T13:55:25.403" v="21" actId="20577"/>
        <pc:sldMkLst>
          <pc:docMk/>
          <pc:sldMk cId="91523242" sldId="298"/>
        </pc:sldMkLst>
        <pc:spChg chg="mod">
          <ac:chgData name="Byrd, Andrew M." userId="S::amby222@uky.edu::2d5836b5-4a72-4fdb-bd90-63723c1cd390" providerId="AD" clId="Web-{BD158E84-560F-1165-DA0F-09755293F85B}" dt="2024-08-19T13:55:25.403" v="21" actId="20577"/>
          <ac:spMkLst>
            <pc:docMk/>
            <pc:sldMk cId="91523242" sldId="298"/>
            <ac:spMk id="111" creationId="{00000000-0000-0000-0000-000000000000}"/>
          </ac:spMkLst>
        </pc:spChg>
      </pc:sldChg>
      <pc:sldChg chg="modSp new">
        <pc:chgData name="Byrd, Andrew M." userId="S::amby222@uky.edu::2d5836b5-4a72-4fdb-bd90-63723c1cd390" providerId="AD" clId="Web-{BD158E84-560F-1165-DA0F-09755293F85B}" dt="2024-08-19T13:39:34.414" v="13" actId="20577"/>
        <pc:sldMkLst>
          <pc:docMk/>
          <pc:sldMk cId="1718293290" sldId="309"/>
        </pc:sldMkLst>
        <pc:spChg chg="mod">
          <ac:chgData name="Byrd, Andrew M." userId="S::amby222@uky.edu::2d5836b5-4a72-4fdb-bd90-63723c1cd390" providerId="AD" clId="Web-{BD158E84-560F-1165-DA0F-09755293F85B}" dt="2024-08-19T13:39:34.414" v="13" actId="20577"/>
          <ac:spMkLst>
            <pc:docMk/>
            <pc:sldMk cId="1718293290" sldId="309"/>
            <ac:spMk id="2" creationId="{A9623A3F-E35D-5A22-0B6C-FB741E85649B}"/>
          </ac:spMkLst>
        </pc:spChg>
      </pc:sldChg>
      <pc:sldChg chg="modSp add replId">
        <pc:chgData name="Byrd, Andrew M." userId="S::amby222@uky.edu::2d5836b5-4a72-4fdb-bd90-63723c1cd390" providerId="AD" clId="Web-{BD158E84-560F-1165-DA0F-09755293F85B}" dt="2024-08-19T13:39:41.883" v="18" actId="20577"/>
        <pc:sldMkLst>
          <pc:docMk/>
          <pc:sldMk cId="314068169" sldId="310"/>
        </pc:sldMkLst>
        <pc:spChg chg="mod">
          <ac:chgData name="Byrd, Andrew M." userId="S::amby222@uky.edu::2d5836b5-4a72-4fdb-bd90-63723c1cd390" providerId="AD" clId="Web-{BD158E84-560F-1165-DA0F-09755293F85B}" dt="2024-08-19T13:39:41.883" v="18" actId="20577"/>
          <ac:spMkLst>
            <pc:docMk/>
            <pc:sldMk cId="314068169" sldId="310"/>
            <ac:spMk id="2" creationId="{A9623A3F-E35D-5A22-0B6C-FB741E8564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0a4f871dc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0a4f871dc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0a4f871d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0a4f871d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0a4f871d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0a4f871d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0a4f871d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0a4f871d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0a4f871d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0a4f871d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132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0a4f871d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0a4f871d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0a4f871d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0a4f871d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490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0a4f871d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0a4f871d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819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0a4f871d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0a4f871d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785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83084e7a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83084e7a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e83084e7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e83084e7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90a4f871d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90a4f871d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0a4f871d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0a4f871d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37ccb5f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37ccb5f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37ccb5f0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37ccb5f0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37ccb5f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37ccb5f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37ccb5f06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37ccb5f06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37ccb5f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37ccb5f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102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37ccb5f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37ccb5f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480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90a4f871d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90a4f871d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288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37ccb5f06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37ccb5f06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25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e83084e7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e83084e7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447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37ccb5f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37ccb5f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300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37ccb5f0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37ccb5f0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163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90a4f871d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90a4f871d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292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37ccb5f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37ccb5f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71437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37ccb5f06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37ccb5f06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731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uky-my.sharepoint.com/:wb:/g/personal/amby222_uky_edu/EVFWbM1YvWdMnfOMHgnR22kBRi0wCRN2sL_ErC17A71JHw?e=4jsIXq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Day 1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You've Decided to Create Your Own Language...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800" y="110325"/>
            <a:ext cx="3361400" cy="492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Linguistics Background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06075" y="1475122"/>
            <a:ext cx="4714200" cy="28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Trained in historical linguistics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Indo-European languages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Sounds</a:t>
            </a:r>
          </a:p>
          <a:p>
            <a:pPr>
              <a:lnSpc>
                <a:spcPct val="150000"/>
              </a:lnSpc>
            </a:pPr>
            <a:r>
              <a:rPr lang="en" dirty="0"/>
              <a:t>Current research focuses: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" dirty="0"/>
              <a:t>DERBi PIE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"/>
              <a:t>Phylogenetics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" dirty="0"/>
              <a:t>Public materials for learning about PIE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580" y="190900"/>
            <a:ext cx="3122047" cy="47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Why I teach / do conlangs...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8983" y="1161049"/>
            <a:ext cx="4598514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600" dirty="0"/>
              <a:t>Recordings of PIE went viral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" sz="1600" dirty="0"/>
              <a:t>Together with my wife (Brenna Byrd, German prof. @ UK), hired to make historical constructed languages (conlangs):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/>
              <a:t>History Channel (</a:t>
            </a:r>
            <a:r>
              <a:rPr lang="en" sz="1200" i="1" dirty="0"/>
              <a:t>Vikings</a:t>
            </a:r>
            <a:r>
              <a:rPr lang="en" sz="1200" dirty="0"/>
              <a:t>)</a:t>
            </a:r>
            <a:endParaRPr sz="12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/>
              <a:t>National Geographic (</a:t>
            </a:r>
            <a:r>
              <a:rPr lang="en" sz="1200" i="1" dirty="0"/>
              <a:t>Origins</a:t>
            </a:r>
            <a:r>
              <a:rPr lang="en" sz="1200" dirty="0"/>
              <a:t>)</a:t>
            </a:r>
            <a:endParaRPr sz="12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/>
              <a:t>Ubisoft (</a:t>
            </a:r>
            <a:r>
              <a:rPr lang="en" sz="1200" i="1" dirty="0"/>
              <a:t>Far Cry Primal</a:t>
            </a:r>
            <a:r>
              <a:rPr lang="en" sz="1200" dirty="0"/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Most recent conlang that I can talk about: </a:t>
            </a:r>
            <a:r>
              <a:rPr lang="en" sz="1200" b="1" err="1"/>
              <a:t>Th'anthk</a:t>
            </a:r>
            <a:r>
              <a:rPr lang="en" sz="1200" b="1" dirty="0"/>
              <a:t> </a:t>
            </a:r>
            <a:r>
              <a:rPr lang="en" sz="1200" dirty="0"/>
              <a:t>(</a:t>
            </a:r>
            <a:r>
              <a:rPr lang="en" sz="1200" i="1" dirty="0"/>
              <a:t>Flintlock: Siege of Dawn</a:t>
            </a:r>
            <a:r>
              <a:rPr lang="en" sz="1200" dirty="0"/>
              <a:t> – though much of it replaced last minute with lines in English :( )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000" y="1158425"/>
            <a:ext cx="3518500" cy="35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LIN 200…	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2050436"/>
            <a:ext cx="8520600" cy="2652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Designed to be fully online</a:t>
            </a:r>
            <a:endParaRPr lang="en-US"/>
          </a:p>
          <a:p>
            <a:pPr>
              <a:lnSpc>
                <a:spcPct val="150000"/>
              </a:lnSpc>
            </a:pPr>
            <a:r>
              <a:rPr lang="en" sz="2000"/>
              <a:t>What that means for you: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" sz="1600"/>
              <a:t>Much of the conceptual learning will be at home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" sz="1600"/>
              <a:t>In class we do the creating!</a:t>
            </a:r>
          </a:p>
          <a:p>
            <a:pPr marL="0" indent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lang="en-US" sz="200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400" y="786850"/>
            <a:ext cx="2582500" cy="37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What this </a:t>
            </a:r>
            <a:r>
              <a:rPr lang="en" i="1"/>
              <a:t>really </a:t>
            </a:r>
            <a:r>
              <a:rPr lang="en"/>
              <a:t>means!</a:t>
            </a:r>
            <a:endParaRPr lang="en-US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621812"/>
            <a:ext cx="5760148" cy="308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2000" dirty="0"/>
              <a:t>Most of your language will be constructed IN CLASS</a:t>
            </a:r>
          </a:p>
          <a:p>
            <a:pPr>
              <a:lnSpc>
                <a:spcPct val="150000"/>
              </a:lnSpc>
            </a:pPr>
            <a:r>
              <a:rPr lang="en" sz="2000" dirty="0"/>
              <a:t>This will give you the most / best feedback for you from your groupmates and me</a:t>
            </a:r>
          </a:p>
          <a:p>
            <a:pPr>
              <a:lnSpc>
                <a:spcPct val="150000"/>
              </a:lnSpc>
            </a:pPr>
            <a:r>
              <a:rPr lang="en" sz="2000"/>
              <a:t>Coming to class is very important!</a:t>
            </a:r>
            <a:endParaRPr lang="en" sz="20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400" y="786850"/>
            <a:ext cx="2582500" cy="3782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482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69D-324A-E0F2-60E6-188CF531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you will learn about how languages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BF7C3-9A21-DE5A-A7EC-EB0A7A53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68249"/>
            <a:ext cx="8520600" cy="3000776"/>
          </a:xfrm>
        </p:spPr>
        <p:txBody>
          <a:bodyPr/>
          <a:lstStyle/>
          <a:p>
            <a:pPr marL="114300" indent="0">
              <a:buNone/>
            </a:pPr>
            <a:r>
              <a:rPr lang="en-US" b="1"/>
              <a:t>In a variety of ways: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  <a:buAutoNum type="arabicPeriod"/>
            </a:pPr>
            <a:r>
              <a:rPr lang="en-US"/>
              <a:t>Class Videos</a:t>
            </a:r>
          </a:p>
          <a:p>
            <a:pPr>
              <a:lnSpc>
                <a:spcPct val="114999"/>
              </a:lnSpc>
              <a:buAutoNum type="arabicPeriod"/>
            </a:pPr>
            <a:endParaRPr lang="en-US"/>
          </a:p>
          <a:p>
            <a:pPr>
              <a:lnSpc>
                <a:spcPct val="114999"/>
              </a:lnSpc>
              <a:buAutoNum type="arabicPeriod"/>
            </a:pPr>
            <a:r>
              <a:rPr lang="en-US" i="1"/>
              <a:t>The Art of Language Invention </a:t>
            </a:r>
            <a:r>
              <a:rPr lang="en-US"/>
              <a:t>(+ questions)</a:t>
            </a:r>
          </a:p>
          <a:p>
            <a:pPr>
              <a:lnSpc>
                <a:spcPct val="114999"/>
              </a:lnSpc>
              <a:buAutoNum type="arabicPeriod"/>
            </a:pPr>
            <a:endParaRPr lang="en-US"/>
          </a:p>
          <a:p>
            <a:pPr>
              <a:lnSpc>
                <a:spcPct val="114999"/>
              </a:lnSpc>
              <a:buAutoNum type="arabicPeriod"/>
            </a:pPr>
            <a:r>
              <a:rPr lang="en-US"/>
              <a:t>In-class activities</a:t>
            </a:r>
          </a:p>
        </p:txBody>
      </p:sp>
    </p:spTree>
    <p:extLst>
      <p:ext uri="{BB962C8B-B14F-4D97-AF65-F5344CB8AC3E}">
        <p14:creationId xmlns:p14="http://schemas.microsoft.com/office/powerpoint/2010/main" val="68624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69D-324A-E0F2-60E6-188CF531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As professional conlangers, we have to make pitches based off of material that's been given to us</a:t>
            </a:r>
          </a:p>
        </p:txBody>
      </p:sp>
      <p:pic>
        <p:nvPicPr>
          <p:cNvPr id="8" name="Google Shape;87;p16" descr="A video game cover with a mammoth and a person&#10;&#10;Description automatically generated">
            <a:extLst>
              <a:ext uri="{FF2B5EF4-FFF2-40B4-BE49-F238E27FC236}">
                <a16:creationId xmlns:a16="http://schemas.microsoft.com/office/drawing/2014/main" id="{3C2E5315-97B1-A103-E508-47FAE325244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89906" y="1913236"/>
            <a:ext cx="2548029" cy="26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lintlock: The Siege of Dawn Review - IGN">
            <a:extLst>
              <a:ext uri="{FF2B5EF4-FFF2-40B4-BE49-F238E27FC236}">
                <a16:creationId xmlns:a16="http://schemas.microsoft.com/office/drawing/2014/main" id="{37F37BFC-BD00-4003-E3BA-182E4DE2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721" y="1911829"/>
            <a:ext cx="2667719" cy="267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46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2B4F-1030-F1C4-E7E8-FF4ECFE0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Primal: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9BEAC-7978-2466-70B5-B8A5D589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Names we were given:</a:t>
            </a:r>
          </a:p>
          <a:p>
            <a:pPr lvl="1">
              <a:lnSpc>
                <a:spcPct val="114999"/>
              </a:lnSpc>
            </a:pPr>
            <a:r>
              <a:rPr lang="en-US"/>
              <a:t>Tensay</a:t>
            </a:r>
            <a:endParaRPr lang="en-US" dirty="0"/>
          </a:p>
          <a:p>
            <a:pPr lvl="1">
              <a:lnSpc>
                <a:spcPct val="114999"/>
              </a:lnSpc>
            </a:pPr>
            <a:r>
              <a:rPr lang="en-US"/>
              <a:t>Takkar</a:t>
            </a:r>
            <a:endParaRPr lang="en-US" dirty="0"/>
          </a:p>
          <a:p>
            <a:pPr lvl="1">
              <a:lnSpc>
                <a:spcPct val="114999"/>
              </a:lnSpc>
            </a:pPr>
            <a:r>
              <a:rPr lang="en-US"/>
              <a:t>Wenja</a:t>
            </a:r>
          </a:p>
          <a:p>
            <a:pPr lvl="1">
              <a:lnSpc>
                <a:spcPct val="114999"/>
              </a:lnSpc>
            </a:pPr>
            <a:r>
              <a:rPr lang="en-US"/>
              <a:t>Izila</a:t>
            </a:r>
            <a:endParaRPr lang="en-US" dirty="0"/>
          </a:p>
          <a:p>
            <a:pPr lvl="1">
              <a:lnSpc>
                <a:spcPct val="114999"/>
              </a:lnSpc>
            </a:pPr>
            <a:r>
              <a:rPr lang="en-US"/>
              <a:t>Udam</a:t>
            </a:r>
          </a:p>
          <a:p>
            <a:pPr lvl="1">
              <a:lnSpc>
                <a:spcPct val="114999"/>
              </a:lnSpc>
            </a:pPr>
            <a:r>
              <a:rPr lang="en-US"/>
              <a:t>Urki</a:t>
            </a:r>
            <a:endParaRPr lang="en-US" dirty="0"/>
          </a:p>
          <a:p>
            <a:pPr lvl="1">
              <a:lnSpc>
                <a:spcPct val="114999"/>
              </a:lnSpc>
            </a:pPr>
            <a:endParaRPr lang="en-US" dirty="0"/>
          </a:p>
        </p:txBody>
      </p:sp>
      <p:pic>
        <p:nvPicPr>
          <p:cNvPr id="5" name="Google Shape;87;p16" descr="A video game cover with a mammoth and a person&#10;&#10;Description automatically generated">
            <a:extLst>
              <a:ext uri="{FF2B5EF4-FFF2-40B4-BE49-F238E27FC236}">
                <a16:creationId xmlns:a16="http://schemas.microsoft.com/office/drawing/2014/main" id="{8FB74A51-1E9D-D0CB-4626-DDBC9383D1E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26737" y="1330953"/>
            <a:ext cx="2914651" cy="32920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3424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2B4F-1030-F1C4-E7E8-FF4ECFE0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Flintlock: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9BEAC-7978-2466-70B5-B8A5D589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God names we were given:</a:t>
            </a:r>
          </a:p>
          <a:p>
            <a:pPr lvl="1">
              <a:lnSpc>
                <a:spcPct val="114999"/>
              </a:lnSpc>
            </a:pPr>
            <a:r>
              <a:rPr lang="en-US"/>
              <a:t>Enki</a:t>
            </a:r>
            <a:endParaRPr lang="en-US" dirty="0"/>
          </a:p>
          <a:p>
            <a:pPr marL="596900" lvl="1" indent="0">
              <a:lnSpc>
                <a:spcPct val="114999"/>
              </a:lnSpc>
              <a:buNone/>
            </a:pPr>
            <a:endParaRPr lang="en-US" dirty="0"/>
          </a:p>
          <a:p>
            <a:pPr lvl="1">
              <a:lnSpc>
                <a:spcPct val="114999"/>
              </a:lnSpc>
            </a:pPr>
            <a:endParaRPr lang="en-US" dirty="0"/>
          </a:p>
        </p:txBody>
      </p:sp>
      <p:pic>
        <p:nvPicPr>
          <p:cNvPr id="6" name="Picture 5" descr="Flintlock: The Siege of Dawn Review - IGN">
            <a:extLst>
              <a:ext uri="{FF2B5EF4-FFF2-40B4-BE49-F238E27FC236}">
                <a16:creationId xmlns:a16="http://schemas.microsoft.com/office/drawing/2014/main" id="{D20272A1-B0E1-18B4-AD19-F8F0CEA94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98" y="1307979"/>
            <a:ext cx="3530361" cy="351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3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2B4F-1030-F1C4-E7E8-FF4ECFE0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class:</a:t>
            </a:r>
          </a:p>
        </p:txBody>
      </p:sp>
      <p:pic>
        <p:nvPicPr>
          <p:cNvPr id="8" name="1D2A0F89-F1F7-4C12-8D7D-5B0800F85D8F">
            <a:hlinkClick r:id="" action="ppaction://media"/>
            <a:extLst>
              <a:ext uri="{FF2B5EF4-FFF2-40B4-BE49-F238E27FC236}">
                <a16:creationId xmlns:a16="http://schemas.microsoft.com/office/drawing/2014/main" id="{D18A27FB-96DB-18A8-54F0-D0496A6E1E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46712" y="74575"/>
            <a:ext cx="2846048" cy="500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69D-324A-E0F2-60E6-188CF531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 </a:t>
            </a:r>
            <a:r>
              <a:rPr lang="en-US" dirty="0" err="1"/>
              <a:t>Dorgon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BF7C3-9A21-DE5A-A7EC-EB0A7A53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158184"/>
            <a:ext cx="5146907" cy="2410841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-US" b="1" dirty="0"/>
              <a:t>After the first component, you'll be working together in your groups to pitch ideas of linguistic features to my seven year old, Elijah</a:t>
            </a:r>
            <a:endParaRPr lang="en-US" dirty="0"/>
          </a:p>
        </p:txBody>
      </p:sp>
      <p:pic>
        <p:nvPicPr>
          <p:cNvPr id="6" name="Picture 5" descr="Two boys standing next to each other&#10;&#10;Description automatically generated">
            <a:extLst>
              <a:ext uri="{FF2B5EF4-FFF2-40B4-BE49-F238E27FC236}">
                <a16:creationId xmlns:a16="http://schemas.microsoft.com/office/drawing/2014/main" id="{93C0C426-8B7E-C03E-0CB2-58B9BB96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259" y="0"/>
            <a:ext cx="30702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2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69D-324A-E0F2-60E6-188CF531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 </a:t>
            </a:r>
            <a:r>
              <a:rPr lang="en-US" dirty="0" err="1"/>
              <a:t>Dorgon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BF7C3-9A21-DE5A-A7EC-EB0A7A53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158184"/>
            <a:ext cx="5146907" cy="2410841"/>
          </a:xfrm>
        </p:spPr>
        <p:txBody>
          <a:bodyPr/>
          <a:lstStyle/>
          <a:p>
            <a:pPr>
              <a:lnSpc>
                <a:spcPct val="114999"/>
              </a:lnSpc>
              <a:spcAft>
                <a:spcPts val="600"/>
              </a:spcAft>
              <a:buAutoNum type="arabicPeriod"/>
            </a:pPr>
            <a:r>
              <a:rPr lang="en-US"/>
              <a:t>Sound System &amp; Lexicon (week 7)</a:t>
            </a:r>
          </a:p>
          <a:p>
            <a:pPr>
              <a:lnSpc>
                <a:spcPct val="114999"/>
              </a:lnSpc>
              <a:spcAft>
                <a:spcPts val="600"/>
              </a:spcAft>
              <a:buAutoNum type="arabicPeriod"/>
            </a:pPr>
            <a:r>
              <a:rPr lang="en-US"/>
              <a:t>How Nouns Work (week 8)</a:t>
            </a:r>
          </a:p>
          <a:p>
            <a:pPr>
              <a:lnSpc>
                <a:spcPct val="114999"/>
              </a:lnSpc>
              <a:spcAft>
                <a:spcPts val="600"/>
              </a:spcAft>
              <a:buAutoNum type="arabicPeriod"/>
            </a:pPr>
            <a:r>
              <a:rPr lang="en-US"/>
              <a:t>How Verbs Work (week 9)</a:t>
            </a:r>
          </a:p>
          <a:p>
            <a:pPr>
              <a:lnSpc>
                <a:spcPct val="114999"/>
              </a:lnSpc>
              <a:spcAft>
                <a:spcPts val="600"/>
              </a:spcAft>
              <a:buAutoNum type="arabicPeriod"/>
            </a:pPr>
            <a:r>
              <a:rPr lang="en-US"/>
              <a:t>Writing System (week 13)</a:t>
            </a:r>
          </a:p>
        </p:txBody>
      </p:sp>
      <p:pic>
        <p:nvPicPr>
          <p:cNvPr id="4" name="Picture 3" descr="Two boys standing next to each other&#10;&#10;Description automatically generated">
            <a:extLst>
              <a:ext uri="{FF2B5EF4-FFF2-40B4-BE49-F238E27FC236}">
                <a16:creationId xmlns:a16="http://schemas.microsoft.com/office/drawing/2014/main" id="{30BA774F-1575-F43A-BC7F-54A36D5B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259" y="0"/>
            <a:ext cx="30702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6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69D-324A-E0F2-60E6-188CF531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this is preparation for: creating your own 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BF7C3-9A21-DE5A-A7EC-EB0A7A53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121313"/>
            <a:ext cx="8520600" cy="2447712"/>
          </a:xfrm>
        </p:spPr>
        <p:txBody>
          <a:bodyPr/>
          <a:lstStyle/>
          <a:p>
            <a:pPr marL="114300" indent="0">
              <a:lnSpc>
                <a:spcPct val="114999"/>
              </a:lnSpc>
              <a:buNone/>
            </a:pPr>
            <a:r>
              <a:rPr lang="en-US" b="1" dirty="0"/>
              <a:t>Most important part of the course!</a:t>
            </a:r>
            <a:endParaRPr lang="en-US"/>
          </a:p>
          <a:p>
            <a:pPr marL="114300" indent="0">
              <a:lnSpc>
                <a:spcPct val="114999"/>
              </a:lnSpc>
              <a:buNone/>
            </a:pPr>
            <a:endParaRPr lang="en-US" b="1"/>
          </a:p>
          <a:p>
            <a:pPr marL="114300" indent="0">
              <a:lnSpc>
                <a:spcPct val="114999"/>
              </a:lnSpc>
              <a:buNone/>
            </a:pPr>
            <a:r>
              <a:rPr lang="en-US" b="1" dirty="0"/>
              <a:t>You'll be doing this in four components, capped off with a final creative work, such as a story, poem, performance, etc.</a:t>
            </a:r>
          </a:p>
        </p:txBody>
      </p:sp>
    </p:spTree>
    <p:extLst>
      <p:ext uri="{BB962C8B-B14F-4D97-AF65-F5344CB8AC3E}">
        <p14:creationId xmlns:p14="http://schemas.microsoft.com/office/powerpoint/2010/main" val="3334830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check out the Canvas course shell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2173105"/>
            <a:ext cx="8520600" cy="239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Syllabus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 Page</a:t>
            </a:r>
            <a:endParaRPr/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Modules: how-to, videos, check-in quizzes, project components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3A3F-E35D-5A22-0B6C-FB741E85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Hours: MWF 9:15/30-9:50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37086-4445-6ACF-BEF2-BE4D833A8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93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Prior linguistic experience &amp; grading</a:t>
            </a:r>
            <a:endParaRPr lang="en-US"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2299312"/>
            <a:ext cx="8520600" cy="2269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" sz="2400" dirty="0"/>
              <a:t>How will your languages be graded?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12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Groups</a:t>
            </a:r>
            <a:endParaRPr lang="en-US"/>
          </a:p>
        </p:txBody>
      </p:sp>
      <p:pic>
        <p:nvPicPr>
          <p:cNvPr id="2" name="Picture 1" descr="A screenshot of a group of people&#10;&#10;Description automatically generated">
            <a:extLst>
              <a:ext uri="{FF2B5EF4-FFF2-40B4-BE49-F238E27FC236}">
                <a16:creationId xmlns:a16="http://schemas.microsoft.com/office/drawing/2014/main" id="{07F006BE-BC7D-8C77-53DD-3CB95A032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390" y="0"/>
            <a:ext cx="51372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5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0"/>
              <a:t>Final Note</a:t>
            </a:r>
            <a:endParaRPr lang="en-US" b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2202739"/>
            <a:ext cx="8520600" cy="23662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" sz="2800" b="1" dirty="0"/>
              <a:t>Arts &amp; Creativity </a:t>
            </a:r>
            <a:r>
              <a:rPr lang="en" sz="2800" b="1" dirty="0">
                <a:solidFill>
                  <a:srgbClr val="695D46"/>
                </a:solidFill>
              </a:rPr>
              <a:t>≠</a:t>
            </a:r>
            <a:r>
              <a:rPr lang="en" sz="2800" b="1" dirty="0"/>
              <a:t> Unimportant !!!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152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16308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For the rest of today</a:t>
            </a:r>
            <a:endParaRPr lang="en-US"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311700" y="101486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US"/>
              <a:t>E-mail Dr. Byrd with your UK e-mail address</a:t>
            </a:r>
          </a:p>
          <a:p>
            <a:pPr marL="285750" indent="-285750">
              <a:lnSpc>
                <a:spcPct val="114999"/>
              </a:lnSpc>
              <a:spcAft>
                <a:spcPts val="1600"/>
              </a:spcAft>
            </a:pPr>
            <a:r>
              <a:rPr lang="en-US"/>
              <a:t>Join the LIN 200 Discord server</a:t>
            </a:r>
          </a:p>
          <a:p>
            <a:pPr marL="285750" indent="-285750">
              <a:lnSpc>
                <a:spcPct val="114999"/>
              </a:lnSpc>
              <a:spcAft>
                <a:spcPts val="1600"/>
              </a:spcAft>
            </a:pPr>
            <a:r>
              <a:rPr lang="en-US"/>
              <a:t>Get to know your neighbors!  Each of you will answer the following questions, giving answers which another group member will type up in Discord.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1) Introduce yourselves. What is your name? Where are you from? What is your major? Why are you taking LIN 200?</a:t>
            </a:r>
            <a:endParaRPr lang="en-US" sz="1600"/>
          </a:p>
          <a:p>
            <a:pPr marL="114300" indent="0">
              <a:lnSpc>
                <a:spcPct val="114999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2) Discuss any background you might have with languages, linguistics, and conlangs.</a:t>
            </a:r>
            <a:endParaRPr lang="en-US" sz="1600"/>
          </a:p>
          <a:p>
            <a:pPr marL="114300" indent="0">
              <a:lnSpc>
                <a:spcPct val="114999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3) Tell your group members your favorite sci-fi or fantasy movie, TV show, or video game. Does it have a conlang? What is your favorite part of about its culture?</a:t>
            </a:r>
            <a:endParaRPr lang="en-US" sz="1600"/>
          </a:p>
          <a:p>
            <a:pPr marL="285750" indent="-285750">
              <a:lnSpc>
                <a:spcPct val="114999"/>
              </a:lnSpc>
              <a:spcAft>
                <a:spcPts val="1600"/>
              </a:spcAft>
            </a:pPr>
            <a:endParaRPr lang="en-US"/>
          </a:p>
          <a:p>
            <a:pPr marL="285750" indent="-285750">
              <a:lnSpc>
                <a:spcPct val="114999"/>
              </a:lnSpc>
              <a:spcAft>
                <a:spcPts val="1600"/>
              </a:spcAft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1F475-534A-79F0-85E7-6C5342FE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24F0D-503E-6D96-396F-0F2D60649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474023"/>
            <a:ext cx="8520600" cy="2095002"/>
          </a:xfrm>
        </p:spPr>
        <p:txBody>
          <a:bodyPr/>
          <a:lstStyle/>
          <a:p>
            <a:r>
              <a:rPr lang="en-US" dirty="0"/>
              <a:t>Starting to create your own culture!</a:t>
            </a:r>
          </a:p>
        </p:txBody>
      </p:sp>
    </p:spTree>
    <p:extLst>
      <p:ext uri="{BB962C8B-B14F-4D97-AF65-F5344CB8AC3E}">
        <p14:creationId xmlns:p14="http://schemas.microsoft.com/office/powerpoint/2010/main" val="4135888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Day 2</a:t>
            </a:r>
            <a:endParaRPr lang="en" b="0">
              <a:solidFill>
                <a:srgbClr val="000000"/>
              </a:solidFill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Devising your own culture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goal: preliminary world-building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906525"/>
            <a:ext cx="8520600" cy="29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3850">
              <a:lnSpc>
                <a:spcPct val="150000"/>
              </a:lnSpc>
              <a:spcBef>
                <a:spcPts val="900"/>
              </a:spcBef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Each student will be creating their own preliminary universes within a Whiteboard framework.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</a:rPr>
              <a:t>Next Wed, you will make a “pitch” for that universe in class. 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rgbClr val="695D46"/>
              </a:buClr>
              <a:buNone/>
            </a:pPr>
            <a:endParaRPr lang="en" sz="1500"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 algn="ctr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chemeClr val="lt1"/>
                </a:highlight>
              </a:rPr>
              <a:t>You have roughly two minutes to make your pitch.</a:t>
            </a:r>
            <a:endParaRPr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742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Instructions (all students can begin working)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426500"/>
            <a:ext cx="85206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Whiteboard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Practice with An Existing Fantasy Culture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150" y="1242425"/>
            <a:ext cx="5898038" cy="368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894775" y="410500"/>
            <a:ext cx="49464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Jamboard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75" y="1630625"/>
            <a:ext cx="3011602" cy="188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Practice with An Existing Fantasy Culture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750" y="1569075"/>
            <a:ext cx="2761626" cy="27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625" y="1230400"/>
            <a:ext cx="2761626" cy="276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894775" y="410500"/>
            <a:ext cx="49464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Whiteboard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Elijah's Culture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ACF51-A375-1944-65B1-CD0F4615A9BC}"/>
              </a:ext>
            </a:extLst>
          </p:cNvPr>
          <p:cNvSpPr txBox="1"/>
          <p:nvPr/>
        </p:nvSpPr>
        <p:spPr>
          <a:xfrm>
            <a:off x="1764130" y="2313071"/>
            <a:ext cx="56232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linkClick r:id="rId3"/>
              </a:rPr>
              <a:t>LIN 200 Honors (F24).whiteboard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96117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Now it's your turn!</a:t>
            </a:r>
            <a:endParaRPr lang="en-US"/>
          </a:p>
        </p:txBody>
      </p:sp>
      <p:pic>
        <p:nvPicPr>
          <p:cNvPr id="2" name="Picture 1" descr="I drew &quot;Now it's your turn!&quot; moment of All Might. : r/BokuNoHeroAcademia&#10;&#10;https://www.reddit.com/r/BokuNoHeroAcademia/comments/dwfxxm/i_drew_now_its_your_turn_moment_of_all_might/">
            <a:extLst>
              <a:ext uri="{FF2B5EF4-FFF2-40B4-BE49-F238E27FC236}">
                <a16:creationId xmlns:a16="http://schemas.microsoft.com/office/drawing/2014/main" id="{A4FACFFB-1DEF-6AE4-2124-5B3C8132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12" y="1555750"/>
            <a:ext cx="4270375" cy="274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46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What will you be doing?</a:t>
            </a:r>
            <a:endParaRPr lang="en" dirty="0"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52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3850">
              <a:lnSpc>
                <a:spcPct val="150000"/>
              </a:lnSpc>
              <a:spcBef>
                <a:spcPts val="900"/>
              </a:spcBef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Each student will be creating their own preliminary universes within a Whiteboard framework.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On Friday, you'll continue working on it, and share with your group members.</a:t>
            </a: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Next Wednesday, you will make a “pitch” for that universe in class. 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We, as a class, will give you constructive feedback, which you'll use to build upon in your first component.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95D46"/>
              </a:buClr>
              <a:buNone/>
            </a:pPr>
            <a:endParaRPr lang="en" sz="1500"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 algn="ctr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chemeClr val="lt1"/>
                </a:highlight>
              </a:rPr>
              <a:t>You have roughly two minutes to make your pitch.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93107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481650" y="997875"/>
            <a:ext cx="81849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Whiteboard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174204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Day 3</a:t>
            </a:r>
            <a:endParaRPr lang="en" b="0">
              <a:solidFill>
                <a:srgbClr val="000000"/>
              </a:solidFill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Devising your own culture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9717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Last Time</a:t>
            </a:r>
            <a:endParaRPr lang="en-US"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150" y="1242425"/>
            <a:ext cx="5898038" cy="3686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284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894775" y="410500"/>
            <a:ext cx="49464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Jamboard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75" y="1630625"/>
            <a:ext cx="3011602" cy="1882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2351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What will you be doing?</a:t>
            </a:r>
            <a:endParaRPr lang="en" dirty="0"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52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3850">
              <a:lnSpc>
                <a:spcPct val="150000"/>
              </a:lnSpc>
              <a:spcBef>
                <a:spcPts val="900"/>
              </a:spcBef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Each student will be creating their own preliminary universes within a Whiteboard framework.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</a:rPr>
              <a:t>Next Wednesday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, you will make a “pitch” for that universe in class. 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23850">
              <a:lnSpc>
                <a:spcPct val="150000"/>
              </a:lnSpc>
              <a:buClr>
                <a:srgbClr val="000000"/>
              </a:buClr>
              <a:buSzPts val="1500"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We, as a class, will give you constructive feedback, which you'll use to build upon in your first component.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95D46"/>
              </a:buClr>
              <a:buNone/>
            </a:pPr>
            <a:endParaRPr lang="en" sz="1500"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 algn="ctr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chemeClr val="lt1"/>
                </a:highlight>
              </a:rPr>
              <a:t>You have roughly two minutes to make your pitch.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815748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01A4-89D2-C9E9-7205-8C172AE8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E3967-A432-6A77-25C0-D025990A1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123575"/>
            <a:ext cx="8520600" cy="2445450"/>
          </a:xfrm>
        </p:spPr>
        <p:txBody>
          <a:bodyPr/>
          <a:lstStyle/>
          <a:p>
            <a:r>
              <a:rPr lang="en-US"/>
              <a:t>Continue working on your universe</a:t>
            </a:r>
          </a:p>
          <a:p>
            <a:pPr>
              <a:lnSpc>
                <a:spcPct val="114999"/>
              </a:lnSpc>
            </a:pPr>
            <a:r>
              <a:rPr lang="en-US"/>
              <a:t>Discuss your universe with your groupmates at 10:35, offer feedback/help when needed!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514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Now it's your turn!</a:t>
            </a:r>
            <a:endParaRPr lang="en-US"/>
          </a:p>
        </p:txBody>
      </p:sp>
      <p:pic>
        <p:nvPicPr>
          <p:cNvPr id="2" name="Picture 1" descr="I drew &quot;Now it's your turn!&quot; moment of All Might. : r/BokuNoHeroAcademia&#10;&#10;https://www.reddit.com/r/BokuNoHeroAcademia/comments/dwfxxm/i_drew_now_its_your_turn_moment_of_all_might/">
            <a:extLst>
              <a:ext uri="{FF2B5EF4-FFF2-40B4-BE49-F238E27FC236}">
                <a16:creationId xmlns:a16="http://schemas.microsoft.com/office/drawing/2014/main" id="{A4FACFFB-1DEF-6AE4-2124-5B3C8132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12" y="1555750"/>
            <a:ext cx="4270375" cy="274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04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481650" y="997875"/>
            <a:ext cx="8184900" cy="31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What is the name and make-up of your group of people? Are they human? Non-human? Post pictures from your Whiteboard session to help the rest of the class visualize what they look like.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2) Describe the location where your people live. Where is it located (next to a river? on top of a mountain? on the Moon?)? Why does your group live in this region?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3) Now focus on the government and economy of your people. Who is in charge of the group? How do they generate resources to survive?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4) Finally, think about specific individuals in your group. </a:t>
            </a:r>
            <a:r>
              <a:rPr lang="en" sz="15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 three individuals.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Describe their personalities, their professions, and how their relationship with the other two individuals you've chosen.</a:t>
            </a:r>
            <a:endParaRPr sz="2100"/>
          </a:p>
        </p:txBody>
      </p:sp>
      <p:sp>
        <p:nvSpPr>
          <p:cNvPr id="3" name="Google Shape;152;p27">
            <a:extLst>
              <a:ext uri="{FF2B5EF4-FFF2-40B4-BE49-F238E27FC236}">
                <a16:creationId xmlns:a16="http://schemas.microsoft.com/office/drawing/2014/main" id="{D15331FB-749C-FF2B-254E-CDF8F8A9E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033" y="2862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/>
              <a:t>10:35 -- Be sure to discuss your work with your groupmates!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78050087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ad4ae2e3ba7809d9434bae52bf243bb1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ba16b7833446efd47e75d4563f8f6aac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6A6CB59F-7AFC-487C-AE83-2D0CB53723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380281-B312-41DA-ABA7-CC365D042765}"/>
</file>

<file path=customXml/itemProps3.xml><?xml version="1.0" encoding="utf-8"?>
<ds:datastoreItem xmlns:ds="http://schemas.openxmlformats.org/officeDocument/2006/customXml" ds:itemID="{E0A5FCBE-61F8-4F0A-BEB1-CBB787FEEEA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39</Slides>
  <Notes>28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Tropic</vt:lpstr>
      <vt:lpstr>Linguistics 200, Day 1</vt:lpstr>
      <vt:lpstr>Welcome!</vt:lpstr>
      <vt:lpstr>My Linguistics Background</vt:lpstr>
      <vt:lpstr>Why I teach / do conlangs...</vt:lpstr>
      <vt:lpstr>About LIN 200… </vt:lpstr>
      <vt:lpstr>What this really means!</vt:lpstr>
      <vt:lpstr>How you will learn about how languages work</vt:lpstr>
      <vt:lpstr>As professional conlangers, we have to make pitches based off of material that's been given to us</vt:lpstr>
      <vt:lpstr>In Primal:</vt:lpstr>
      <vt:lpstr>In Flintlock:</vt:lpstr>
      <vt:lpstr>In this class:</vt:lpstr>
      <vt:lpstr>Designing Dorgon</vt:lpstr>
      <vt:lpstr>Designing Dorgon</vt:lpstr>
      <vt:lpstr>All of this is preparation for: creating your own language</vt:lpstr>
      <vt:lpstr>Let’s check out the Canvas course shell</vt:lpstr>
      <vt:lpstr>Office Hours: MWF 9:15/30-9:50</vt:lpstr>
      <vt:lpstr>Prior linguistic experience &amp; grading</vt:lpstr>
      <vt:lpstr>Groups</vt:lpstr>
      <vt:lpstr>Final Note</vt:lpstr>
      <vt:lpstr>For the rest of today</vt:lpstr>
      <vt:lpstr>Next Time</vt:lpstr>
      <vt:lpstr>Linguistics 200, Day 2</vt:lpstr>
      <vt:lpstr>The first goal: preliminary world-building</vt:lpstr>
      <vt:lpstr>The Instructions (all students can begin working)</vt:lpstr>
      <vt:lpstr>Let’s Practice with An Existing Fantasy Culture</vt:lpstr>
      <vt:lpstr>PowerPoint Presentation</vt:lpstr>
      <vt:lpstr>Let’s Practice with An Existing Fantasy Culture</vt:lpstr>
      <vt:lpstr>PowerPoint Presentation</vt:lpstr>
      <vt:lpstr>Elijah's Culture</vt:lpstr>
      <vt:lpstr>Now it's your turn!</vt:lpstr>
      <vt:lpstr>What will you be doing?</vt:lpstr>
      <vt:lpstr>PowerPoint Presentation</vt:lpstr>
      <vt:lpstr>Linguistics 200, Day 3</vt:lpstr>
      <vt:lpstr>Last Time</vt:lpstr>
      <vt:lpstr>PowerPoint Presentation</vt:lpstr>
      <vt:lpstr>What will you be doing?</vt:lpstr>
      <vt:lpstr>Today</vt:lpstr>
      <vt:lpstr>Now it's your turn!</vt:lpstr>
      <vt:lpstr>10:35 -- Be sure to discuss your work with your groupmates!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Linguistics 200, Day 1</dc:title>
  <cp:lastModifiedBy>Byrd, Andrew M.</cp:lastModifiedBy>
  <cp:revision>175</cp:revision>
  <dcterms:modified xsi:type="dcterms:W3CDTF">2025-01-11T14:20:47Z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