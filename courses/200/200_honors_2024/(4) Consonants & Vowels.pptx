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1"/>
  </p:notesMasterIdLst>
  <p:sldIdLst>
    <p:sldId id="256" r:id="rId2"/>
    <p:sldId id="258" r:id="rId3"/>
    <p:sldId id="319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315" r:id="rId23"/>
    <p:sldId id="311" r:id="rId24"/>
    <p:sldId id="314" r:id="rId25"/>
    <p:sldId id="313" r:id="rId26"/>
    <p:sldId id="312" r:id="rId27"/>
    <p:sldId id="310" r:id="rId28"/>
    <p:sldId id="276" r:id="rId29"/>
    <p:sldId id="321" r:id="rId30"/>
    <p:sldId id="31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322" r:id="rId43"/>
    <p:sldId id="318" r:id="rId44"/>
    <p:sldId id="329" r:id="rId45"/>
    <p:sldId id="323" r:id="rId46"/>
    <p:sldId id="324" r:id="rId47"/>
    <p:sldId id="325" r:id="rId48"/>
    <p:sldId id="326" r:id="rId49"/>
    <p:sldId id="327" r:id="rId50"/>
    <p:sldId id="328" r:id="rId51"/>
    <p:sldId id="317" r:id="rId52"/>
    <p:sldId id="330" r:id="rId53"/>
    <p:sldId id="288" r:id="rId54"/>
    <p:sldId id="335" r:id="rId55"/>
    <p:sldId id="331" r:id="rId56"/>
    <p:sldId id="333" r:id="rId57"/>
    <p:sldId id="334" r:id="rId58"/>
    <p:sldId id="332" r:id="rId59"/>
    <p:sldId id="303" r:id="rId60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62"/>
      <p:bold r:id="rId63"/>
      <p:italic r:id="rId64"/>
      <p:boldItalic r:id="rId65"/>
    </p:embeddedFont>
    <p:embeddedFont>
      <p:font typeface="PT Sans Narrow" panose="020B0506020203020204" pitchFamily="34" charset="0"/>
      <p:regular r:id="rId66"/>
      <p:bold r:id="rId67"/>
    </p:embeddedFont>
    <p:embeddedFont>
      <p:font typeface="Segoe UI" panose="020B0502040204020203" pitchFamily="34" charset="0"/>
      <p:regular r:id="rId68"/>
      <p:bold r:id="rId69"/>
      <p:italic r:id="rId70"/>
      <p:boldItalic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04B68B-C36E-E3A3-9522-3D147D9A96FF}" v="12" dt="2024-09-23T12:28:44.966"/>
  </p1510:revLst>
</p1510:revInfo>
</file>

<file path=ppt/tableStyles.xml><?xml version="1.0" encoding="utf-8"?>
<a:tblStyleLst xmlns:a="http://schemas.openxmlformats.org/drawingml/2006/main" def="{AF194A0B-6C01-4040-9746-5417103B3D62}">
  <a:tblStyle styleId="{AF194A0B-6C01-4040-9746-5417103B3D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74" Type="http://schemas.openxmlformats.org/officeDocument/2006/relationships/theme" Target="theme/theme1.xml"/><Relationship Id="rId79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80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viewProps" Target="viewProps.xml"/><Relationship Id="rId78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d, Andrew M." userId="S::amby222@uky.edu::2d5836b5-4a72-4fdb-bd90-63723c1cd390" providerId="AD" clId="Web-{7C592B0A-3A48-EAFB-F7B1-B841F9913A7A}"/>
    <pc:docChg chg="addSld modSld sldOrd">
      <pc:chgData name="Byrd, Andrew M." userId="S::amby222@uky.edu::2d5836b5-4a72-4fdb-bd90-63723c1cd390" providerId="AD" clId="Web-{7C592B0A-3A48-EAFB-F7B1-B841F9913A7A}" dt="2024-09-20T13:46:48.258" v="45" actId="14100"/>
      <pc:docMkLst>
        <pc:docMk/>
      </pc:docMkLst>
      <pc:sldChg chg="modSp">
        <pc:chgData name="Byrd, Andrew M." userId="S::amby222@uky.edu::2d5836b5-4a72-4fdb-bd90-63723c1cd390" providerId="AD" clId="Web-{7C592B0A-3A48-EAFB-F7B1-B841F9913A7A}" dt="2024-09-20T13:41:48.218" v="4" actId="20577"/>
        <pc:sldMkLst>
          <pc:docMk/>
          <pc:sldMk cId="365104852" sldId="331"/>
        </pc:sldMkLst>
        <pc:spChg chg="mod">
          <ac:chgData name="Byrd, Andrew M." userId="S::amby222@uky.edu::2d5836b5-4a72-4fdb-bd90-63723c1cd390" providerId="AD" clId="Web-{7C592B0A-3A48-EAFB-F7B1-B841F9913A7A}" dt="2024-09-20T13:41:48.218" v="4" actId="20577"/>
          <ac:spMkLst>
            <pc:docMk/>
            <pc:sldMk cId="365104852" sldId="331"/>
            <ac:spMk id="2" creationId="{26B206BF-127D-2ABF-5F31-6877165D52B7}"/>
          </ac:spMkLst>
        </pc:spChg>
      </pc:sldChg>
      <pc:sldChg chg="modSp new ord">
        <pc:chgData name="Byrd, Andrew M." userId="S::amby222@uky.edu::2d5836b5-4a72-4fdb-bd90-63723c1cd390" providerId="AD" clId="Web-{7C592B0A-3A48-EAFB-F7B1-B841F9913A7A}" dt="2024-09-20T13:46:48.258" v="45" actId="14100"/>
        <pc:sldMkLst>
          <pc:docMk/>
          <pc:sldMk cId="3472398912" sldId="335"/>
        </pc:sldMkLst>
        <pc:spChg chg="mod">
          <ac:chgData name="Byrd, Andrew M." userId="S::amby222@uky.edu::2d5836b5-4a72-4fdb-bd90-63723c1cd390" providerId="AD" clId="Web-{7C592B0A-3A48-EAFB-F7B1-B841F9913A7A}" dt="2024-09-20T13:46:29.133" v="19" actId="20577"/>
          <ac:spMkLst>
            <pc:docMk/>
            <pc:sldMk cId="3472398912" sldId="335"/>
            <ac:spMk id="2" creationId="{BFF5A169-4B61-1EC9-B7E2-3C41597780F5}"/>
          </ac:spMkLst>
        </pc:spChg>
        <pc:spChg chg="mod">
          <ac:chgData name="Byrd, Andrew M." userId="S::amby222@uky.edu::2d5836b5-4a72-4fdb-bd90-63723c1cd390" providerId="AD" clId="Web-{7C592B0A-3A48-EAFB-F7B1-B841F9913A7A}" dt="2024-09-20T13:46:48.258" v="45" actId="14100"/>
          <ac:spMkLst>
            <pc:docMk/>
            <pc:sldMk cId="3472398912" sldId="335"/>
            <ac:spMk id="3" creationId="{2FF471E0-25A8-540B-77CB-8D032C229FE1}"/>
          </ac:spMkLst>
        </pc:spChg>
      </pc:sldChg>
    </pc:docChg>
  </pc:docChgLst>
  <pc:docChgLst>
    <pc:chgData name="Byrd, Andrew M." userId="S::amby222@uky.edu::2d5836b5-4a72-4fdb-bd90-63723c1cd390" providerId="AD" clId="Web-{400291F0-FADD-54ED-3CDF-F7FBBAEC4E16}"/>
    <pc:docChg chg="addSld delSld modSld">
      <pc:chgData name="Byrd, Andrew M." userId="S::amby222@uky.edu::2d5836b5-4a72-4fdb-bd90-63723c1cd390" providerId="AD" clId="Web-{400291F0-FADD-54ED-3CDF-F7FBBAEC4E16}" dt="2024-08-16T13:52:36.702" v="648" actId="20577"/>
      <pc:docMkLst>
        <pc:docMk/>
      </pc:docMkLst>
      <pc:sldChg chg="modSp">
        <pc:chgData name="Byrd, Andrew M." userId="S::amby222@uky.edu::2d5836b5-4a72-4fdb-bd90-63723c1cd390" providerId="AD" clId="Web-{400291F0-FADD-54ED-3CDF-F7FBBAEC4E16}" dt="2024-08-16T13:43:57.482" v="17" actId="20577"/>
        <pc:sldMkLst>
          <pc:docMk/>
          <pc:sldMk cId="0" sldId="256"/>
        </pc:sldMkLst>
        <pc:spChg chg="mod">
          <ac:chgData name="Byrd, Andrew M." userId="S::amby222@uky.edu::2d5836b5-4a72-4fdb-bd90-63723c1cd390" providerId="AD" clId="Web-{400291F0-FADD-54ED-3CDF-F7FBBAEC4E16}" dt="2024-08-16T13:43:57.482" v="17" actId="20577"/>
          <ac:spMkLst>
            <pc:docMk/>
            <pc:sldMk cId="0" sldId="256"/>
            <ac:spMk id="67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400291F0-FADD-54ED-3CDF-F7FBBAEC4E16}" dt="2024-08-16T13:39:17.539" v="10" actId="20577"/>
        <pc:sldMkLst>
          <pc:docMk/>
          <pc:sldMk cId="0" sldId="257"/>
        </pc:sldMkLst>
        <pc:spChg chg="mod">
          <ac:chgData name="Byrd, Andrew M." userId="S::amby222@uky.edu::2d5836b5-4a72-4fdb-bd90-63723c1cd390" providerId="AD" clId="Web-{400291F0-FADD-54ED-3CDF-F7FBBAEC4E16}" dt="2024-08-16T13:39:04.523" v="6" actId="20577"/>
          <ac:spMkLst>
            <pc:docMk/>
            <pc:sldMk cId="0" sldId="257"/>
            <ac:spMk id="72" creationId="{00000000-0000-0000-0000-000000000000}"/>
          </ac:spMkLst>
        </pc:spChg>
        <pc:spChg chg="mod">
          <ac:chgData name="Byrd, Andrew M." userId="S::amby222@uky.edu::2d5836b5-4a72-4fdb-bd90-63723c1cd390" providerId="AD" clId="Web-{400291F0-FADD-54ED-3CDF-F7FBBAEC4E16}" dt="2024-08-16T13:39:17.539" v="10" actId="20577"/>
          <ac:spMkLst>
            <pc:docMk/>
            <pc:sldMk cId="0" sldId="257"/>
            <ac:spMk id="73" creationId="{00000000-0000-0000-0000-000000000000}"/>
          </ac:spMkLst>
        </pc:spChg>
      </pc:sldChg>
      <pc:sldChg chg="addSp modSp">
        <pc:chgData name="Byrd, Andrew M." userId="S::amby222@uky.edu::2d5836b5-4a72-4fdb-bd90-63723c1cd390" providerId="AD" clId="Web-{400291F0-FADD-54ED-3CDF-F7FBBAEC4E16}" dt="2024-08-16T13:46:09.034" v="144" actId="1076"/>
        <pc:sldMkLst>
          <pc:docMk/>
          <pc:sldMk cId="0" sldId="258"/>
        </pc:sldMkLst>
        <pc:spChg chg="add mod">
          <ac:chgData name="Byrd, Andrew M." userId="S::amby222@uky.edu::2d5836b5-4a72-4fdb-bd90-63723c1cd390" providerId="AD" clId="Web-{400291F0-FADD-54ED-3CDF-F7FBBAEC4E16}" dt="2024-08-16T13:46:09.034" v="144" actId="1076"/>
          <ac:spMkLst>
            <pc:docMk/>
            <pc:sldMk cId="0" sldId="258"/>
            <ac:spMk id="3" creationId="{F4EDFE3B-FE2F-2447-9865-2A165774CA5B}"/>
          </ac:spMkLst>
        </pc:spChg>
        <pc:spChg chg="add mod">
          <ac:chgData name="Byrd, Andrew M." userId="S::amby222@uky.edu::2d5836b5-4a72-4fdb-bd90-63723c1cd390" providerId="AD" clId="Web-{400291F0-FADD-54ED-3CDF-F7FBBAEC4E16}" dt="2024-08-16T13:46:06.815" v="143" actId="1076"/>
          <ac:spMkLst>
            <pc:docMk/>
            <pc:sldMk cId="0" sldId="258"/>
            <ac:spMk id="5" creationId="{DE659BF5-AF6C-987C-CA37-F5503B7CABC5}"/>
          </ac:spMkLst>
        </pc:spChg>
        <pc:spChg chg="mod">
          <ac:chgData name="Byrd, Andrew M." userId="S::amby222@uky.edu::2d5836b5-4a72-4fdb-bd90-63723c1cd390" providerId="AD" clId="Web-{400291F0-FADD-54ED-3CDF-F7FBBAEC4E16}" dt="2024-08-16T13:45:21.485" v="82" actId="14100"/>
          <ac:spMkLst>
            <pc:docMk/>
            <pc:sldMk cId="0" sldId="258"/>
            <ac:spMk id="78" creationId="{00000000-0000-0000-0000-000000000000}"/>
          </ac:spMkLst>
        </pc:spChg>
        <pc:spChg chg="mod">
          <ac:chgData name="Byrd, Andrew M." userId="S::amby222@uky.edu::2d5836b5-4a72-4fdb-bd90-63723c1cd390" providerId="AD" clId="Web-{400291F0-FADD-54ED-3CDF-F7FBBAEC4E16}" dt="2024-08-16T13:45:16.251" v="81" actId="20577"/>
          <ac:spMkLst>
            <pc:docMk/>
            <pc:sldMk cId="0" sldId="258"/>
            <ac:spMk id="79" creationId="{00000000-0000-0000-0000-000000000000}"/>
          </ac:spMkLst>
        </pc:spChg>
      </pc:sldChg>
      <pc:sldChg chg="modSp add replId">
        <pc:chgData name="Byrd, Andrew M." userId="S::amby222@uky.edu::2d5836b5-4a72-4fdb-bd90-63723c1cd390" providerId="AD" clId="Web-{400291F0-FADD-54ED-3CDF-F7FBBAEC4E16}" dt="2024-08-16T13:44:23.780" v="19" actId="20577"/>
        <pc:sldMkLst>
          <pc:docMk/>
          <pc:sldMk cId="333557235" sldId="310"/>
        </pc:sldMkLst>
        <pc:spChg chg="mod">
          <ac:chgData name="Byrd, Andrew M." userId="S::amby222@uky.edu::2d5836b5-4a72-4fdb-bd90-63723c1cd390" providerId="AD" clId="Web-{400291F0-FADD-54ED-3CDF-F7FBBAEC4E16}" dt="2024-08-16T13:44:23.780" v="19" actId="20577"/>
          <ac:spMkLst>
            <pc:docMk/>
            <pc:sldMk cId="333557235" sldId="310"/>
            <ac:spMk id="67" creationId="{00000000-0000-0000-0000-000000000000}"/>
          </ac:spMkLst>
        </pc:spChg>
      </pc:sldChg>
      <pc:sldChg chg="modSp new">
        <pc:chgData name="Byrd, Andrew M." userId="S::amby222@uky.edu::2d5836b5-4a72-4fdb-bd90-63723c1cd390" providerId="AD" clId="Web-{400291F0-FADD-54ED-3CDF-F7FBBAEC4E16}" dt="2024-08-16T13:52:36.702" v="648" actId="20577"/>
        <pc:sldMkLst>
          <pc:docMk/>
          <pc:sldMk cId="3730147425" sldId="311"/>
        </pc:sldMkLst>
        <pc:spChg chg="mod">
          <ac:chgData name="Byrd, Andrew M." userId="S::amby222@uky.edu::2d5836b5-4a72-4fdb-bd90-63723c1cd390" providerId="AD" clId="Web-{400291F0-FADD-54ED-3CDF-F7FBBAEC4E16}" dt="2024-08-16T13:44:38.031" v="34" actId="20577"/>
          <ac:spMkLst>
            <pc:docMk/>
            <pc:sldMk cId="3730147425" sldId="311"/>
            <ac:spMk id="2" creationId="{B0A83AD2-BEEF-0E21-8071-0D92DCAD6C58}"/>
          </ac:spMkLst>
        </pc:spChg>
        <pc:spChg chg="mod">
          <ac:chgData name="Byrd, Andrew M." userId="S::amby222@uky.edu::2d5836b5-4a72-4fdb-bd90-63723c1cd390" providerId="AD" clId="Web-{400291F0-FADD-54ED-3CDF-F7FBBAEC4E16}" dt="2024-08-16T13:52:36.702" v="648" actId="20577"/>
          <ac:spMkLst>
            <pc:docMk/>
            <pc:sldMk cId="3730147425" sldId="311"/>
            <ac:spMk id="3" creationId="{BBCCF0FA-1525-CC39-9246-4C47BE7B6DE6}"/>
          </ac:spMkLst>
        </pc:spChg>
      </pc:sldChg>
      <pc:sldChg chg="modSp add replId">
        <pc:chgData name="Byrd, Andrew M." userId="S::amby222@uky.edu::2d5836b5-4a72-4fdb-bd90-63723c1cd390" providerId="AD" clId="Web-{400291F0-FADD-54ED-3CDF-F7FBBAEC4E16}" dt="2024-08-16T13:44:55.500" v="54" actId="20577"/>
        <pc:sldMkLst>
          <pc:docMk/>
          <pc:sldMk cId="3008568729" sldId="312"/>
        </pc:sldMkLst>
        <pc:spChg chg="mod">
          <ac:chgData name="Byrd, Andrew M." userId="S::amby222@uky.edu::2d5836b5-4a72-4fdb-bd90-63723c1cd390" providerId="AD" clId="Web-{400291F0-FADD-54ED-3CDF-F7FBBAEC4E16}" dt="2024-08-16T13:44:55.500" v="54" actId="20577"/>
          <ac:spMkLst>
            <pc:docMk/>
            <pc:sldMk cId="3008568729" sldId="312"/>
            <ac:spMk id="203" creationId="{00000000-0000-0000-0000-000000000000}"/>
          </ac:spMkLst>
        </pc:spChg>
      </pc:sldChg>
      <pc:sldChg chg="addSp delSp modSp add replId">
        <pc:chgData name="Byrd, Andrew M." userId="S::amby222@uky.edu::2d5836b5-4a72-4fdb-bd90-63723c1cd390" providerId="AD" clId="Web-{400291F0-FADD-54ED-3CDF-F7FBBAEC4E16}" dt="2024-08-16T13:51:01.324" v="579" actId="1076"/>
        <pc:sldMkLst>
          <pc:docMk/>
          <pc:sldMk cId="287156249" sldId="313"/>
        </pc:sldMkLst>
        <pc:spChg chg="mod">
          <ac:chgData name="Byrd, Andrew M." userId="S::amby222@uky.edu::2d5836b5-4a72-4fdb-bd90-63723c1cd390" providerId="AD" clId="Web-{400291F0-FADD-54ED-3CDF-F7FBBAEC4E16}" dt="2024-08-16T13:50:07.416" v="431" actId="1076"/>
          <ac:spMkLst>
            <pc:docMk/>
            <pc:sldMk cId="287156249" sldId="313"/>
            <ac:spMk id="2" creationId="{B0A83AD2-BEEF-0E21-8071-0D92DCAD6C58}"/>
          </ac:spMkLst>
        </pc:spChg>
        <pc:spChg chg="del">
          <ac:chgData name="Byrd, Andrew M." userId="S::amby222@uky.edu::2d5836b5-4a72-4fdb-bd90-63723c1cd390" providerId="AD" clId="Web-{400291F0-FADD-54ED-3CDF-F7FBBAEC4E16}" dt="2024-08-16T13:47:08.442" v="146"/>
          <ac:spMkLst>
            <pc:docMk/>
            <pc:sldMk cId="287156249" sldId="313"/>
            <ac:spMk id="3" creationId="{BBCCF0FA-1525-CC39-9246-4C47BE7B6DE6}"/>
          </ac:spMkLst>
        </pc:spChg>
        <pc:graphicFrameChg chg="add mod modGraphic">
          <ac:chgData name="Byrd, Andrew M." userId="S::amby222@uky.edu::2d5836b5-4a72-4fdb-bd90-63723c1cd390" providerId="AD" clId="Web-{400291F0-FADD-54ED-3CDF-F7FBBAEC4E16}" dt="2024-08-16T13:51:01.324" v="579" actId="1076"/>
          <ac:graphicFrameMkLst>
            <pc:docMk/>
            <pc:sldMk cId="287156249" sldId="313"/>
            <ac:graphicFrameMk id="5" creationId="{3F81357C-E01A-F8B9-C568-AE693BFB5E72}"/>
          </ac:graphicFrameMkLst>
        </pc:graphicFrameChg>
        <pc:picChg chg="add del mod modCrop">
          <ac:chgData name="Byrd, Andrew M." userId="S::amby222@uky.edu::2d5836b5-4a72-4fdb-bd90-63723c1cd390" providerId="AD" clId="Web-{400291F0-FADD-54ED-3CDF-F7FBBAEC4E16}" dt="2024-08-16T13:47:41.927" v="155"/>
          <ac:picMkLst>
            <pc:docMk/>
            <pc:sldMk cId="287156249" sldId="313"/>
            <ac:picMk id="4" creationId="{CF164642-B78F-B498-E506-4F84E211DC0C}"/>
          </ac:picMkLst>
        </pc:picChg>
      </pc:sldChg>
      <pc:sldChg chg="add del replId">
        <pc:chgData name="Byrd, Andrew M." userId="S::amby222@uky.edu::2d5836b5-4a72-4fdb-bd90-63723c1cd390" providerId="AD" clId="Web-{400291F0-FADD-54ED-3CDF-F7FBBAEC4E16}" dt="2024-08-16T13:45:27.157" v="84"/>
        <pc:sldMkLst>
          <pc:docMk/>
          <pc:sldMk cId="4272148177" sldId="313"/>
        </pc:sldMkLst>
      </pc:sldChg>
    </pc:docChg>
  </pc:docChgLst>
  <pc:docChgLst>
    <pc:chgData name="Byrd, Andrew M." userId="S::amby222@uky.edu::2d5836b5-4a72-4fdb-bd90-63723c1cd390" providerId="AD" clId="Web-{B9EA2A88-4241-BC38-484F-A3B828F6BFA2}"/>
    <pc:docChg chg="modSld">
      <pc:chgData name="Byrd, Andrew M." userId="S::amby222@uky.edu::2d5836b5-4a72-4fdb-bd90-63723c1cd390" providerId="AD" clId="Web-{B9EA2A88-4241-BC38-484F-A3B828F6BFA2}" dt="2024-09-10T15:28:36.832" v="30" actId="20577"/>
      <pc:docMkLst>
        <pc:docMk/>
      </pc:docMkLst>
      <pc:sldChg chg="modSp">
        <pc:chgData name="Byrd, Andrew M." userId="S::amby222@uky.edu::2d5836b5-4a72-4fdb-bd90-63723c1cd390" providerId="AD" clId="Web-{B9EA2A88-4241-BC38-484F-A3B828F6BFA2}" dt="2024-09-10T15:27:19.456" v="9" actId="14100"/>
        <pc:sldMkLst>
          <pc:docMk/>
          <pc:sldMk cId="0" sldId="257"/>
        </pc:sldMkLst>
        <pc:spChg chg="mod">
          <ac:chgData name="Byrd, Andrew M." userId="S::amby222@uky.edu::2d5836b5-4a72-4fdb-bd90-63723c1cd390" providerId="AD" clId="Web-{B9EA2A88-4241-BC38-484F-A3B828F6BFA2}" dt="2024-09-10T15:27:13.409" v="8" actId="20577"/>
          <ac:spMkLst>
            <pc:docMk/>
            <pc:sldMk cId="0" sldId="257"/>
            <ac:spMk id="72" creationId="{00000000-0000-0000-0000-000000000000}"/>
          </ac:spMkLst>
        </pc:spChg>
        <pc:spChg chg="mod">
          <ac:chgData name="Byrd, Andrew M." userId="S::amby222@uky.edu::2d5836b5-4a72-4fdb-bd90-63723c1cd390" providerId="AD" clId="Web-{B9EA2A88-4241-BC38-484F-A3B828F6BFA2}" dt="2024-09-10T15:27:19.456" v="9" actId="14100"/>
          <ac:spMkLst>
            <pc:docMk/>
            <pc:sldMk cId="0" sldId="257"/>
            <ac:spMk id="73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B9EA2A88-4241-BC38-484F-A3B828F6BFA2}" dt="2024-09-10T15:28:36.832" v="30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B9EA2A88-4241-BC38-484F-A3B828F6BFA2}" dt="2024-09-10T15:28:36.832" v="30" actId="20577"/>
          <ac:spMkLst>
            <pc:docMk/>
            <pc:sldMk cId="0" sldId="258"/>
            <ac:spMk id="5" creationId="{DE659BF5-AF6C-987C-CA37-F5503B7CABC5}"/>
          </ac:spMkLst>
        </pc:spChg>
      </pc:sldChg>
      <pc:sldChg chg="modSp">
        <pc:chgData name="Byrd, Andrew M." userId="S::amby222@uky.edu::2d5836b5-4a72-4fdb-bd90-63723c1cd390" providerId="AD" clId="Web-{B9EA2A88-4241-BC38-484F-A3B828F6BFA2}" dt="2024-09-10T15:28:22.004" v="13" actId="20577"/>
        <pc:sldMkLst>
          <pc:docMk/>
          <pc:sldMk cId="3008568729" sldId="312"/>
        </pc:sldMkLst>
        <pc:spChg chg="mod">
          <ac:chgData name="Byrd, Andrew M." userId="S::amby222@uky.edu::2d5836b5-4a72-4fdb-bd90-63723c1cd390" providerId="AD" clId="Web-{B9EA2A88-4241-BC38-484F-A3B828F6BFA2}" dt="2024-09-10T15:28:22.004" v="13" actId="20577"/>
          <ac:spMkLst>
            <pc:docMk/>
            <pc:sldMk cId="3008568729" sldId="312"/>
            <ac:spMk id="203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E132B4C8-223C-BF8E-51AA-C22C2F137C7E}"/>
    <pc:docChg chg="addSld delSld modSld">
      <pc:chgData name="Byrd, Andrew M." userId="S::amby222@uky.edu::2d5836b5-4a72-4fdb-bd90-63723c1cd390" providerId="AD" clId="Web-{E132B4C8-223C-BF8E-51AA-C22C2F137C7E}" dt="2024-09-18T14:54:02.681" v="419" actId="1076"/>
      <pc:docMkLst>
        <pc:docMk/>
      </pc:docMkLst>
      <pc:sldChg chg="modSp">
        <pc:chgData name="Byrd, Andrew M." userId="S::amby222@uky.edu::2d5836b5-4a72-4fdb-bd90-63723c1cd390" providerId="AD" clId="Web-{E132B4C8-223C-BF8E-51AA-C22C2F137C7E}" dt="2024-09-18T14:13:52.261" v="296" actId="20577"/>
        <pc:sldMkLst>
          <pc:docMk/>
          <pc:sldMk cId="0" sldId="287"/>
        </pc:sldMkLst>
        <pc:spChg chg="mod">
          <ac:chgData name="Byrd, Andrew M." userId="S::amby222@uky.edu::2d5836b5-4a72-4fdb-bd90-63723c1cd390" providerId="AD" clId="Web-{E132B4C8-223C-BF8E-51AA-C22C2F137C7E}" dt="2024-09-18T14:13:52.261" v="296" actId="20577"/>
          <ac:spMkLst>
            <pc:docMk/>
            <pc:sldMk cId="0" sldId="287"/>
            <ac:spMk id="252" creationId="{00000000-0000-0000-0000-000000000000}"/>
          </ac:spMkLst>
        </pc:spChg>
        <pc:graphicFrameChg chg="mod modGraphic">
          <ac:chgData name="Byrd, Andrew M." userId="S::amby222@uky.edu::2d5836b5-4a72-4fdb-bd90-63723c1cd390" providerId="AD" clId="Web-{E132B4C8-223C-BF8E-51AA-C22C2F137C7E}" dt="2024-09-18T14:13:47.855" v="295"/>
          <ac:graphicFrameMkLst>
            <pc:docMk/>
            <pc:sldMk cId="0" sldId="287"/>
            <ac:graphicFrameMk id="251" creationId="{00000000-0000-0000-0000-000000000000}"/>
          </ac:graphicFrameMkLst>
        </pc:graphicFrameChg>
      </pc:sldChg>
      <pc:sldChg chg="modSp">
        <pc:chgData name="Byrd, Andrew M." userId="S::amby222@uky.edu::2d5836b5-4a72-4fdb-bd90-63723c1cd390" providerId="AD" clId="Web-{E132B4C8-223C-BF8E-51AA-C22C2F137C7E}" dt="2024-09-18T13:29:46.053" v="22" actId="20577"/>
        <pc:sldMkLst>
          <pc:docMk/>
          <pc:sldMk cId="294916483" sldId="316"/>
        </pc:sldMkLst>
        <pc:spChg chg="mod">
          <ac:chgData name="Byrd, Andrew M." userId="S::amby222@uky.edu::2d5836b5-4a72-4fdb-bd90-63723c1cd390" providerId="AD" clId="Web-{E132B4C8-223C-BF8E-51AA-C22C2F137C7E}" dt="2024-09-18T13:29:46.053" v="22" actId="20577"/>
          <ac:spMkLst>
            <pc:docMk/>
            <pc:sldMk cId="294916483" sldId="316"/>
            <ac:spMk id="185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E132B4C8-223C-BF8E-51AA-C22C2F137C7E}" dt="2024-09-18T13:37:35.399" v="291" actId="20577"/>
        <pc:sldMkLst>
          <pc:docMk/>
          <pc:sldMk cId="2324295835" sldId="317"/>
        </pc:sldMkLst>
        <pc:spChg chg="mod">
          <ac:chgData name="Byrd, Andrew M." userId="S::amby222@uky.edu::2d5836b5-4a72-4fdb-bd90-63723c1cd390" providerId="AD" clId="Web-{E132B4C8-223C-BF8E-51AA-C22C2F137C7E}" dt="2024-09-18T13:37:35.399" v="291" actId="20577"/>
          <ac:spMkLst>
            <pc:docMk/>
            <pc:sldMk cId="2324295835" sldId="317"/>
            <ac:spMk id="185" creationId="{00000000-0000-0000-0000-000000000000}"/>
          </ac:spMkLst>
        </pc:spChg>
      </pc:sldChg>
      <pc:sldChg chg="addSp delSp modSp del">
        <pc:chgData name="Byrd, Andrew M." userId="S::amby222@uky.edu::2d5836b5-4a72-4fdb-bd90-63723c1cd390" providerId="AD" clId="Web-{E132B4C8-223C-BF8E-51AA-C22C2F137C7E}" dt="2024-09-18T13:34:05.539" v="73"/>
        <pc:sldMkLst>
          <pc:docMk/>
          <pc:sldMk cId="4129726298" sldId="320"/>
        </pc:sldMkLst>
        <pc:spChg chg="del mod">
          <ac:chgData name="Byrd, Andrew M." userId="S::amby222@uky.edu::2d5836b5-4a72-4fdb-bd90-63723c1cd390" providerId="AD" clId="Web-{E132B4C8-223C-BF8E-51AA-C22C2F137C7E}" dt="2024-09-18T13:33:59.195" v="70"/>
          <ac:spMkLst>
            <pc:docMk/>
            <pc:sldMk cId="4129726298" sldId="320"/>
            <ac:spMk id="3" creationId="{BBCCF0FA-1525-CC39-9246-4C47BE7B6DE6}"/>
          </ac:spMkLst>
        </pc:spChg>
        <pc:spChg chg="add mod">
          <ac:chgData name="Byrd, Andrew M." userId="S::amby222@uky.edu::2d5836b5-4a72-4fdb-bd90-63723c1cd390" providerId="AD" clId="Web-{E132B4C8-223C-BF8E-51AA-C22C2F137C7E}" dt="2024-09-18T13:33:59.195" v="70"/>
          <ac:spMkLst>
            <pc:docMk/>
            <pc:sldMk cId="4129726298" sldId="320"/>
            <ac:spMk id="5" creationId="{ACF047A6-C734-C105-581F-A7B29500EB0C}"/>
          </ac:spMkLst>
        </pc:spChg>
      </pc:sldChg>
      <pc:sldChg chg="modSp">
        <pc:chgData name="Byrd, Andrew M." userId="S::amby222@uky.edu::2d5836b5-4a72-4fdb-bd90-63723c1cd390" providerId="AD" clId="Web-{E132B4C8-223C-BF8E-51AA-C22C2F137C7E}" dt="2024-09-18T13:33:16.195" v="62"/>
        <pc:sldMkLst>
          <pc:docMk/>
          <pc:sldMk cId="136750889" sldId="322"/>
        </pc:sldMkLst>
        <pc:graphicFrameChg chg="mod modGraphic">
          <ac:chgData name="Byrd, Andrew M." userId="S::amby222@uky.edu::2d5836b5-4a72-4fdb-bd90-63723c1cd390" providerId="AD" clId="Web-{E132B4C8-223C-BF8E-51AA-C22C2F137C7E}" dt="2024-09-18T13:33:16.195" v="62"/>
          <ac:graphicFrameMkLst>
            <pc:docMk/>
            <pc:sldMk cId="136750889" sldId="322"/>
            <ac:graphicFrameMk id="220" creationId="{00000000-0000-0000-0000-000000000000}"/>
          </ac:graphicFrameMkLst>
        </pc:graphicFrameChg>
      </pc:sldChg>
      <pc:sldChg chg="addSp delSp modSp">
        <pc:chgData name="Byrd, Andrew M." userId="S::amby222@uky.edu::2d5836b5-4a72-4fdb-bd90-63723c1cd390" providerId="AD" clId="Web-{E132B4C8-223C-BF8E-51AA-C22C2F137C7E}" dt="2024-09-18T14:53:32.321" v="412"/>
        <pc:sldMkLst>
          <pc:docMk/>
          <pc:sldMk cId="867847519" sldId="323"/>
        </pc:sldMkLst>
        <pc:graphicFrameChg chg="add mod modGraphic">
          <ac:chgData name="Byrd, Andrew M." userId="S::amby222@uky.edu::2d5836b5-4a72-4fdb-bd90-63723c1cd390" providerId="AD" clId="Web-{E132B4C8-223C-BF8E-51AA-C22C2F137C7E}" dt="2024-09-18T14:53:32.321" v="412"/>
          <ac:graphicFrameMkLst>
            <pc:docMk/>
            <pc:sldMk cId="867847519" sldId="323"/>
            <ac:graphicFrameMk id="4" creationId="{4F503067-3A6E-6E50-4236-8B1E118488A8}"/>
          </ac:graphicFrameMkLst>
        </pc:graphicFrameChg>
        <pc:graphicFrameChg chg="del">
          <ac:chgData name="Byrd, Andrew M." userId="S::amby222@uky.edu::2d5836b5-4a72-4fdb-bd90-63723c1cd390" providerId="AD" clId="Web-{E132B4C8-223C-BF8E-51AA-C22C2F137C7E}" dt="2024-09-18T13:33:25.257" v="64"/>
          <ac:graphicFrameMkLst>
            <pc:docMk/>
            <pc:sldMk cId="867847519" sldId="323"/>
            <ac:graphicFrameMk id="220" creationId="{00000000-0000-0000-0000-000000000000}"/>
          </ac:graphicFrameMkLst>
        </pc:graphicFrameChg>
      </pc:sldChg>
      <pc:sldChg chg="delSp">
        <pc:chgData name="Byrd, Andrew M." userId="S::amby222@uky.edu::2d5836b5-4a72-4fdb-bd90-63723c1cd390" providerId="AD" clId="Web-{E132B4C8-223C-BF8E-51AA-C22C2F137C7E}" dt="2024-09-18T13:34:24.601" v="76"/>
        <pc:sldMkLst>
          <pc:docMk/>
          <pc:sldMk cId="581351429" sldId="324"/>
        </pc:sldMkLst>
        <pc:graphicFrameChg chg="del">
          <ac:chgData name="Byrd, Andrew M." userId="S::amby222@uky.edu::2d5836b5-4a72-4fdb-bd90-63723c1cd390" providerId="AD" clId="Web-{E132B4C8-223C-BF8E-51AA-C22C2F137C7E}" dt="2024-09-18T13:34:24.601" v="76"/>
          <ac:graphicFrameMkLst>
            <pc:docMk/>
            <pc:sldMk cId="581351429" sldId="324"/>
            <ac:graphicFrameMk id="220" creationId="{00000000-0000-0000-0000-000000000000}"/>
          </ac:graphicFrameMkLst>
        </pc:graphicFrameChg>
      </pc:sldChg>
      <pc:sldChg chg="delSp">
        <pc:chgData name="Byrd, Andrew M." userId="S::amby222@uky.edu::2d5836b5-4a72-4fdb-bd90-63723c1cd390" providerId="AD" clId="Web-{E132B4C8-223C-BF8E-51AA-C22C2F137C7E}" dt="2024-09-18T13:34:29.758" v="77"/>
        <pc:sldMkLst>
          <pc:docMk/>
          <pc:sldMk cId="4071612315" sldId="325"/>
        </pc:sldMkLst>
        <pc:graphicFrameChg chg="del">
          <ac:chgData name="Byrd, Andrew M." userId="S::amby222@uky.edu::2d5836b5-4a72-4fdb-bd90-63723c1cd390" providerId="AD" clId="Web-{E132B4C8-223C-BF8E-51AA-C22C2F137C7E}" dt="2024-09-18T13:34:29.758" v="77"/>
          <ac:graphicFrameMkLst>
            <pc:docMk/>
            <pc:sldMk cId="4071612315" sldId="325"/>
            <ac:graphicFrameMk id="220" creationId="{00000000-0000-0000-0000-000000000000}"/>
          </ac:graphicFrameMkLst>
        </pc:graphicFrameChg>
      </pc:sldChg>
      <pc:sldChg chg="delSp">
        <pc:chgData name="Byrd, Andrew M." userId="S::amby222@uky.edu::2d5836b5-4a72-4fdb-bd90-63723c1cd390" providerId="AD" clId="Web-{E132B4C8-223C-BF8E-51AA-C22C2F137C7E}" dt="2024-09-18T13:34:33.867" v="78"/>
        <pc:sldMkLst>
          <pc:docMk/>
          <pc:sldMk cId="2795548863" sldId="326"/>
        </pc:sldMkLst>
        <pc:graphicFrameChg chg="del">
          <ac:chgData name="Byrd, Andrew M." userId="S::amby222@uky.edu::2d5836b5-4a72-4fdb-bd90-63723c1cd390" providerId="AD" clId="Web-{E132B4C8-223C-BF8E-51AA-C22C2F137C7E}" dt="2024-09-18T13:34:33.867" v="78"/>
          <ac:graphicFrameMkLst>
            <pc:docMk/>
            <pc:sldMk cId="2795548863" sldId="326"/>
            <ac:graphicFrameMk id="220" creationId="{00000000-0000-0000-0000-000000000000}"/>
          </ac:graphicFrameMkLst>
        </pc:graphicFrameChg>
      </pc:sldChg>
      <pc:sldChg chg="delSp">
        <pc:chgData name="Byrd, Andrew M." userId="S::amby222@uky.edu::2d5836b5-4a72-4fdb-bd90-63723c1cd390" providerId="AD" clId="Web-{E132B4C8-223C-BF8E-51AA-C22C2F137C7E}" dt="2024-09-18T13:34:39.226" v="79"/>
        <pc:sldMkLst>
          <pc:docMk/>
          <pc:sldMk cId="3680240980" sldId="327"/>
        </pc:sldMkLst>
        <pc:graphicFrameChg chg="del">
          <ac:chgData name="Byrd, Andrew M." userId="S::amby222@uky.edu::2d5836b5-4a72-4fdb-bd90-63723c1cd390" providerId="AD" clId="Web-{E132B4C8-223C-BF8E-51AA-C22C2F137C7E}" dt="2024-09-18T13:34:39.226" v="79"/>
          <ac:graphicFrameMkLst>
            <pc:docMk/>
            <pc:sldMk cId="3680240980" sldId="327"/>
            <ac:graphicFrameMk id="220" creationId="{00000000-0000-0000-0000-000000000000}"/>
          </ac:graphicFrameMkLst>
        </pc:graphicFrameChg>
      </pc:sldChg>
      <pc:sldChg chg="delSp">
        <pc:chgData name="Byrd, Andrew M." userId="S::amby222@uky.edu::2d5836b5-4a72-4fdb-bd90-63723c1cd390" providerId="AD" clId="Web-{E132B4C8-223C-BF8E-51AA-C22C2F137C7E}" dt="2024-09-18T13:34:42.133" v="80"/>
        <pc:sldMkLst>
          <pc:docMk/>
          <pc:sldMk cId="2760201821" sldId="328"/>
        </pc:sldMkLst>
        <pc:graphicFrameChg chg="del">
          <ac:chgData name="Byrd, Andrew M." userId="S::amby222@uky.edu::2d5836b5-4a72-4fdb-bd90-63723c1cd390" providerId="AD" clId="Web-{E132B4C8-223C-BF8E-51AA-C22C2F137C7E}" dt="2024-09-18T13:34:42.133" v="80"/>
          <ac:graphicFrameMkLst>
            <pc:docMk/>
            <pc:sldMk cId="2760201821" sldId="328"/>
            <ac:graphicFrameMk id="220" creationId="{00000000-0000-0000-0000-000000000000}"/>
          </ac:graphicFrameMkLst>
        </pc:graphicFrameChg>
      </pc:sldChg>
      <pc:sldChg chg="addSp delSp modSp">
        <pc:chgData name="Byrd, Andrew M." userId="S::amby222@uky.edu::2d5836b5-4a72-4fdb-bd90-63723c1cd390" providerId="AD" clId="Web-{E132B4C8-223C-BF8E-51AA-C22C2F137C7E}" dt="2024-09-18T13:34:10.492" v="75" actId="20577"/>
        <pc:sldMkLst>
          <pc:docMk/>
          <pc:sldMk cId="3196857845" sldId="329"/>
        </pc:sldMkLst>
        <pc:spChg chg="mod">
          <ac:chgData name="Byrd, Andrew M." userId="S::amby222@uky.edu::2d5836b5-4a72-4fdb-bd90-63723c1cd390" providerId="AD" clId="Web-{E132B4C8-223C-BF8E-51AA-C22C2F137C7E}" dt="2024-09-18T13:34:10.492" v="75" actId="20577"/>
          <ac:spMkLst>
            <pc:docMk/>
            <pc:sldMk cId="3196857845" sldId="329"/>
            <ac:spMk id="2" creationId="{308B4033-7E9F-4BBE-39FC-691D698388E2}"/>
          </ac:spMkLst>
        </pc:spChg>
        <pc:spChg chg="add del mod">
          <ac:chgData name="Byrd, Andrew M." userId="S::amby222@uky.edu::2d5836b5-4a72-4fdb-bd90-63723c1cd390" providerId="AD" clId="Web-{E132B4C8-223C-BF8E-51AA-C22C2F137C7E}" dt="2024-09-18T13:33:11.273" v="61"/>
          <ac:spMkLst>
            <pc:docMk/>
            <pc:sldMk cId="3196857845" sldId="329"/>
            <ac:spMk id="3" creationId="{2A0C8DA9-FA71-53F2-902B-2B2D2AF73C6D}"/>
          </ac:spMkLst>
        </pc:spChg>
        <pc:spChg chg="add mod">
          <ac:chgData name="Byrd, Andrew M." userId="S::amby222@uky.edu::2d5836b5-4a72-4fdb-bd90-63723c1cd390" providerId="AD" clId="Web-{E132B4C8-223C-BF8E-51AA-C22C2F137C7E}" dt="2024-09-18T13:34:04.101" v="72" actId="14100"/>
          <ac:spMkLst>
            <pc:docMk/>
            <pc:sldMk cId="3196857845" sldId="329"/>
            <ac:spMk id="6" creationId="{BBCCF0FA-1525-CC39-9246-4C47BE7B6DE6}"/>
          </ac:spMkLst>
        </pc:spChg>
        <pc:graphicFrameChg chg="add mod">
          <ac:chgData name="Byrd, Andrew M." userId="S::amby222@uky.edu::2d5836b5-4a72-4fdb-bd90-63723c1cd390" providerId="AD" clId="Web-{E132B4C8-223C-BF8E-51AA-C22C2F137C7E}" dt="2024-09-18T13:33:19.742" v="63"/>
          <ac:graphicFrameMkLst>
            <pc:docMk/>
            <pc:sldMk cId="3196857845" sldId="329"/>
            <ac:graphicFrameMk id="5" creationId="{CB85286C-FE58-1BED-5072-5E902D515887}"/>
          </ac:graphicFrameMkLst>
        </pc:graphicFrameChg>
        <pc:graphicFrameChg chg="del">
          <ac:chgData name="Byrd, Andrew M." userId="S::amby222@uky.edu::2d5836b5-4a72-4fdb-bd90-63723c1cd390" providerId="AD" clId="Web-{E132B4C8-223C-BF8E-51AA-C22C2F137C7E}" dt="2024-09-18T13:33:08.148" v="57"/>
          <ac:graphicFrameMkLst>
            <pc:docMk/>
            <pc:sldMk cId="3196857845" sldId="329"/>
            <ac:graphicFrameMk id="220" creationId="{00000000-0000-0000-0000-000000000000}"/>
          </ac:graphicFrameMkLst>
        </pc:graphicFrameChg>
      </pc:sldChg>
      <pc:sldChg chg="addSp delSp modSp new">
        <pc:chgData name="Byrd, Andrew M." userId="S::amby222@uky.edu::2d5836b5-4a72-4fdb-bd90-63723c1cd390" providerId="AD" clId="Web-{E132B4C8-223C-BF8E-51AA-C22C2F137C7E}" dt="2024-09-18T13:36:12.993" v="210"/>
        <pc:sldMkLst>
          <pc:docMk/>
          <pc:sldMk cId="958708248" sldId="330"/>
        </pc:sldMkLst>
        <pc:spChg chg="mod">
          <ac:chgData name="Byrd, Andrew M." userId="S::amby222@uky.edu::2d5836b5-4a72-4fdb-bd90-63723c1cd390" providerId="AD" clId="Web-{E132B4C8-223C-BF8E-51AA-C22C2F137C7E}" dt="2024-09-18T13:35:13.758" v="101" actId="20577"/>
          <ac:spMkLst>
            <pc:docMk/>
            <pc:sldMk cId="958708248" sldId="330"/>
            <ac:spMk id="2" creationId="{87FE76F0-43F7-6954-2A7C-8846B1FDC2C7}"/>
          </ac:spMkLst>
        </pc:spChg>
        <pc:spChg chg="del">
          <ac:chgData name="Byrd, Andrew M." userId="S::amby222@uky.edu::2d5836b5-4a72-4fdb-bd90-63723c1cd390" providerId="AD" clId="Web-{E132B4C8-223C-BF8E-51AA-C22C2F137C7E}" dt="2024-09-18T13:35:04.805" v="82"/>
          <ac:spMkLst>
            <pc:docMk/>
            <pc:sldMk cId="958708248" sldId="330"/>
            <ac:spMk id="3" creationId="{D356767E-A2A2-03E0-5920-21E512AF39D3}"/>
          </ac:spMkLst>
        </pc:spChg>
        <pc:graphicFrameChg chg="add mod modGraphic">
          <ac:chgData name="Byrd, Andrew M." userId="S::amby222@uky.edu::2d5836b5-4a72-4fdb-bd90-63723c1cd390" providerId="AD" clId="Web-{E132B4C8-223C-BF8E-51AA-C22C2F137C7E}" dt="2024-09-18T13:36:12.993" v="210"/>
          <ac:graphicFrameMkLst>
            <pc:docMk/>
            <pc:sldMk cId="958708248" sldId="330"/>
            <ac:graphicFrameMk id="5" creationId="{9C7EDDB8-E4A7-0100-6764-5172305C0C7C}"/>
          </ac:graphicFrameMkLst>
        </pc:graphicFrameChg>
      </pc:sldChg>
      <pc:sldChg chg="addSp delSp modSp new">
        <pc:chgData name="Byrd, Andrew M." userId="S::amby222@uky.edu::2d5836b5-4a72-4fdb-bd90-63723c1cd390" providerId="AD" clId="Web-{E132B4C8-223C-BF8E-51AA-C22C2F137C7E}" dt="2024-09-18T14:54:02.681" v="419" actId="1076"/>
        <pc:sldMkLst>
          <pc:docMk/>
          <pc:sldMk cId="365104852" sldId="331"/>
        </pc:sldMkLst>
        <pc:spChg chg="mod">
          <ac:chgData name="Byrd, Andrew M." userId="S::amby222@uky.edu::2d5836b5-4a72-4fdb-bd90-63723c1cd390" providerId="AD" clId="Web-{E132B4C8-223C-BF8E-51AA-C22C2F137C7E}" dt="2024-09-18T14:53:53.399" v="415" actId="20577"/>
          <ac:spMkLst>
            <pc:docMk/>
            <pc:sldMk cId="365104852" sldId="331"/>
            <ac:spMk id="2" creationId="{26B206BF-127D-2ABF-5F31-6877165D52B7}"/>
          </ac:spMkLst>
        </pc:spChg>
        <pc:spChg chg="del">
          <ac:chgData name="Byrd, Andrew M." userId="S::amby222@uky.edu::2d5836b5-4a72-4fdb-bd90-63723c1cd390" providerId="AD" clId="Web-{E132B4C8-223C-BF8E-51AA-C22C2F137C7E}" dt="2024-09-18T14:53:56.056" v="416"/>
          <ac:spMkLst>
            <pc:docMk/>
            <pc:sldMk cId="365104852" sldId="331"/>
            <ac:spMk id="3" creationId="{ED5B0FEE-3D4E-C7E8-1E8B-D9C6A82E2D3A}"/>
          </ac:spMkLst>
        </pc:spChg>
        <pc:graphicFrameChg chg="add mod modGraphic">
          <ac:chgData name="Byrd, Andrew M." userId="S::amby222@uky.edu::2d5836b5-4a72-4fdb-bd90-63723c1cd390" providerId="AD" clId="Web-{E132B4C8-223C-BF8E-51AA-C22C2F137C7E}" dt="2024-09-18T14:54:02.681" v="419" actId="1076"/>
          <ac:graphicFrameMkLst>
            <pc:docMk/>
            <pc:sldMk cId="365104852" sldId="331"/>
            <ac:graphicFrameMk id="5" creationId="{DB4E9FCE-DF11-6B33-9737-906AE385286F}"/>
          </ac:graphicFrameMkLst>
        </pc:graphicFrameChg>
      </pc:sldChg>
    </pc:docChg>
  </pc:docChgLst>
  <pc:docChgLst>
    <pc:chgData name="Byrd, Andrew M." userId="S::amby222@uky.edu::2d5836b5-4a72-4fdb-bd90-63723c1cd390" providerId="AD" clId="Web-{CF037259-5708-E57D-4972-90ADED3B2BEF}"/>
    <pc:docChg chg="addSld delSld modSld">
      <pc:chgData name="Byrd, Andrew M." userId="S::amby222@uky.edu::2d5836b5-4a72-4fdb-bd90-63723c1cd390" providerId="AD" clId="Web-{CF037259-5708-E57D-4972-90ADED3B2BEF}" dt="2024-09-19T14:49:56.772" v="203" actId="20577"/>
      <pc:docMkLst>
        <pc:docMk/>
      </pc:docMkLst>
      <pc:sldChg chg="modSp">
        <pc:chgData name="Byrd, Andrew M." userId="S::amby222@uky.edu::2d5836b5-4a72-4fdb-bd90-63723c1cd390" providerId="AD" clId="Web-{CF037259-5708-E57D-4972-90ADED3B2BEF}" dt="2024-09-19T14:46:30.890" v="150" actId="20577"/>
        <pc:sldMkLst>
          <pc:docMk/>
          <pc:sldMk cId="0" sldId="288"/>
        </pc:sldMkLst>
        <pc:spChg chg="mod">
          <ac:chgData name="Byrd, Andrew M." userId="S::amby222@uky.edu::2d5836b5-4a72-4fdb-bd90-63723c1cd390" providerId="AD" clId="Web-{CF037259-5708-E57D-4972-90ADED3B2BEF}" dt="2024-09-19T14:46:30.890" v="150" actId="20577"/>
          <ac:spMkLst>
            <pc:docMk/>
            <pc:sldMk cId="0" sldId="288"/>
            <ac:spMk id="258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CF037259-5708-E57D-4972-90ADED3B2BEF}" dt="2024-09-19T14:46:23.999" v="134"/>
        <pc:sldMkLst>
          <pc:docMk/>
          <pc:sldMk cId="0" sldId="289"/>
        </pc:sldMkLst>
      </pc:sldChg>
      <pc:sldChg chg="del">
        <pc:chgData name="Byrd, Andrew M." userId="S::amby222@uky.edu::2d5836b5-4a72-4fdb-bd90-63723c1cd390" providerId="AD" clId="Web-{CF037259-5708-E57D-4972-90ADED3B2BEF}" dt="2024-09-19T14:47:19.720" v="184"/>
        <pc:sldMkLst>
          <pc:docMk/>
          <pc:sldMk cId="0" sldId="290"/>
        </pc:sldMkLst>
      </pc:sldChg>
      <pc:sldChg chg="modSp">
        <pc:chgData name="Byrd, Andrew M." userId="S::amby222@uky.edu::2d5836b5-4a72-4fdb-bd90-63723c1cd390" providerId="AD" clId="Web-{CF037259-5708-E57D-4972-90ADED3B2BEF}" dt="2024-09-19T14:45:12.606" v="127" actId="20577"/>
        <pc:sldMkLst>
          <pc:docMk/>
          <pc:sldMk cId="0" sldId="303"/>
        </pc:sldMkLst>
        <pc:spChg chg="mod">
          <ac:chgData name="Byrd, Andrew M." userId="S::amby222@uky.edu::2d5836b5-4a72-4fdb-bd90-63723c1cd390" providerId="AD" clId="Web-{CF037259-5708-E57D-4972-90ADED3B2BEF}" dt="2024-09-19T14:45:12.606" v="127" actId="20577"/>
          <ac:spMkLst>
            <pc:docMk/>
            <pc:sldMk cId="0" sldId="303"/>
            <ac:spMk id="350" creationId="{00000000-0000-0000-0000-000000000000}"/>
          </ac:spMkLst>
        </pc:spChg>
        <pc:spChg chg="mod">
          <ac:chgData name="Byrd, Andrew M." userId="S::amby222@uky.edu::2d5836b5-4a72-4fdb-bd90-63723c1cd390" providerId="AD" clId="Web-{CF037259-5708-E57D-4972-90ADED3B2BEF}" dt="2024-09-19T14:45:08.309" v="125" actId="1076"/>
          <ac:spMkLst>
            <pc:docMk/>
            <pc:sldMk cId="0" sldId="303"/>
            <ac:spMk id="351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CF037259-5708-E57D-4972-90ADED3B2BEF}" dt="2024-09-19T14:45:16.200" v="128"/>
        <pc:sldMkLst>
          <pc:docMk/>
          <pc:sldMk cId="0" sldId="304"/>
        </pc:sldMkLst>
      </pc:sldChg>
      <pc:sldChg chg="del">
        <pc:chgData name="Byrd, Andrew M." userId="S::amby222@uky.edu::2d5836b5-4a72-4fdb-bd90-63723c1cd390" providerId="AD" clId="Web-{CF037259-5708-E57D-4972-90ADED3B2BEF}" dt="2024-09-19T14:45:29.873" v="133"/>
        <pc:sldMkLst>
          <pc:docMk/>
          <pc:sldMk cId="0" sldId="305"/>
        </pc:sldMkLst>
      </pc:sldChg>
      <pc:sldChg chg="del">
        <pc:chgData name="Byrd, Andrew M." userId="S::amby222@uky.edu::2d5836b5-4a72-4fdb-bd90-63723c1cd390" providerId="AD" clId="Web-{CF037259-5708-E57D-4972-90ADED3B2BEF}" dt="2024-09-19T14:45:29.873" v="132"/>
        <pc:sldMkLst>
          <pc:docMk/>
          <pc:sldMk cId="0" sldId="306"/>
        </pc:sldMkLst>
      </pc:sldChg>
      <pc:sldChg chg="del">
        <pc:chgData name="Byrd, Andrew M." userId="S::amby222@uky.edu::2d5836b5-4a72-4fdb-bd90-63723c1cd390" providerId="AD" clId="Web-{CF037259-5708-E57D-4972-90ADED3B2BEF}" dt="2024-09-19T14:45:29.873" v="131"/>
        <pc:sldMkLst>
          <pc:docMk/>
          <pc:sldMk cId="0" sldId="307"/>
        </pc:sldMkLst>
      </pc:sldChg>
      <pc:sldChg chg="del">
        <pc:chgData name="Byrd, Andrew M." userId="S::amby222@uky.edu::2d5836b5-4a72-4fdb-bd90-63723c1cd390" providerId="AD" clId="Web-{CF037259-5708-E57D-4972-90ADED3B2BEF}" dt="2024-09-19T14:45:29.857" v="130"/>
        <pc:sldMkLst>
          <pc:docMk/>
          <pc:sldMk cId="0" sldId="308"/>
        </pc:sldMkLst>
      </pc:sldChg>
      <pc:sldChg chg="del">
        <pc:chgData name="Byrd, Andrew M." userId="S::amby222@uky.edu::2d5836b5-4a72-4fdb-bd90-63723c1cd390" providerId="AD" clId="Web-{CF037259-5708-E57D-4972-90ADED3B2BEF}" dt="2024-09-19T14:45:29.857" v="129"/>
        <pc:sldMkLst>
          <pc:docMk/>
          <pc:sldMk cId="0" sldId="309"/>
        </pc:sldMkLst>
      </pc:sldChg>
      <pc:sldChg chg="modSp">
        <pc:chgData name="Byrd, Andrew M." userId="S::amby222@uky.edu::2d5836b5-4a72-4fdb-bd90-63723c1cd390" providerId="AD" clId="Web-{CF037259-5708-E57D-4972-90ADED3B2BEF}" dt="2024-09-19T14:44:05.839" v="113"/>
        <pc:sldMkLst>
          <pc:docMk/>
          <pc:sldMk cId="365104852" sldId="331"/>
        </pc:sldMkLst>
        <pc:spChg chg="mod">
          <ac:chgData name="Byrd, Andrew M." userId="S::amby222@uky.edu::2d5836b5-4a72-4fdb-bd90-63723c1cd390" providerId="AD" clId="Web-{CF037259-5708-E57D-4972-90ADED3B2BEF}" dt="2024-09-19T14:43:12.900" v="103" actId="20577"/>
          <ac:spMkLst>
            <pc:docMk/>
            <pc:sldMk cId="365104852" sldId="331"/>
            <ac:spMk id="2" creationId="{26B206BF-127D-2ABF-5F31-6877165D52B7}"/>
          </ac:spMkLst>
        </pc:spChg>
        <pc:graphicFrameChg chg="mod modGraphic">
          <ac:chgData name="Byrd, Andrew M." userId="S::amby222@uky.edu::2d5836b5-4a72-4fdb-bd90-63723c1cd390" providerId="AD" clId="Web-{CF037259-5708-E57D-4972-90ADED3B2BEF}" dt="2024-09-19T14:44:05.839" v="113"/>
          <ac:graphicFrameMkLst>
            <pc:docMk/>
            <pc:sldMk cId="365104852" sldId="331"/>
            <ac:graphicFrameMk id="5" creationId="{DB4E9FCE-DF11-6B33-9737-906AE385286F}"/>
          </ac:graphicFrameMkLst>
        </pc:graphicFrameChg>
      </pc:sldChg>
      <pc:sldChg chg="delSp modSp new">
        <pc:chgData name="Byrd, Andrew M." userId="S::amby222@uky.edu::2d5836b5-4a72-4fdb-bd90-63723c1cd390" providerId="AD" clId="Web-{CF037259-5708-E57D-4972-90ADED3B2BEF}" dt="2024-09-19T14:47:08.907" v="183"/>
        <pc:sldMkLst>
          <pc:docMk/>
          <pc:sldMk cId="2780215799" sldId="332"/>
        </pc:sldMkLst>
        <pc:spChg chg="mod">
          <ac:chgData name="Byrd, Andrew M." userId="S::amby222@uky.edu::2d5836b5-4a72-4fdb-bd90-63723c1cd390" providerId="AD" clId="Web-{CF037259-5708-E57D-4972-90ADED3B2BEF}" dt="2024-09-19T14:47:07.985" v="182" actId="20577"/>
          <ac:spMkLst>
            <pc:docMk/>
            <pc:sldMk cId="2780215799" sldId="332"/>
            <ac:spMk id="2" creationId="{DA559F45-1DDC-2B42-3D4A-C1C11E1E7C5A}"/>
          </ac:spMkLst>
        </pc:spChg>
        <pc:spChg chg="del">
          <ac:chgData name="Byrd, Andrew M." userId="S::amby222@uky.edu::2d5836b5-4a72-4fdb-bd90-63723c1cd390" providerId="AD" clId="Web-{CF037259-5708-E57D-4972-90ADED3B2BEF}" dt="2024-09-19T14:47:08.907" v="183"/>
          <ac:spMkLst>
            <pc:docMk/>
            <pc:sldMk cId="2780215799" sldId="332"/>
            <ac:spMk id="3" creationId="{219C6C47-7507-0BC2-2134-0D7ED4F233B3}"/>
          </ac:spMkLst>
        </pc:spChg>
      </pc:sldChg>
      <pc:sldChg chg="modSp new">
        <pc:chgData name="Byrd, Andrew M." userId="S::amby222@uky.edu::2d5836b5-4a72-4fdb-bd90-63723c1cd390" providerId="AD" clId="Web-{CF037259-5708-E57D-4972-90ADED3B2BEF}" dt="2024-09-19T14:49:46.068" v="197" actId="14100"/>
        <pc:sldMkLst>
          <pc:docMk/>
          <pc:sldMk cId="3285927758" sldId="333"/>
        </pc:sldMkLst>
        <pc:spChg chg="mod">
          <ac:chgData name="Byrd, Andrew M." userId="S::amby222@uky.edu::2d5836b5-4a72-4fdb-bd90-63723c1cd390" providerId="AD" clId="Web-{CF037259-5708-E57D-4972-90ADED3B2BEF}" dt="2024-09-19T14:49:32.083" v="186" actId="20577"/>
          <ac:spMkLst>
            <pc:docMk/>
            <pc:sldMk cId="3285927758" sldId="333"/>
            <ac:spMk id="2" creationId="{9CFB7B80-138B-D5DE-BB3F-F0D1B71290B4}"/>
          </ac:spMkLst>
        </pc:spChg>
        <pc:spChg chg="mod">
          <ac:chgData name="Byrd, Andrew M." userId="S::amby222@uky.edu::2d5836b5-4a72-4fdb-bd90-63723c1cd390" providerId="AD" clId="Web-{CF037259-5708-E57D-4972-90ADED3B2BEF}" dt="2024-09-19T14:49:46.068" v="197" actId="14100"/>
          <ac:spMkLst>
            <pc:docMk/>
            <pc:sldMk cId="3285927758" sldId="333"/>
            <ac:spMk id="3" creationId="{D4A1B789-0868-6985-3FD3-C2AB112ECC78}"/>
          </ac:spMkLst>
        </pc:spChg>
      </pc:sldChg>
      <pc:sldChg chg="modSp add replId">
        <pc:chgData name="Byrd, Andrew M." userId="S::amby222@uky.edu::2d5836b5-4a72-4fdb-bd90-63723c1cd390" providerId="AD" clId="Web-{CF037259-5708-E57D-4972-90ADED3B2BEF}" dt="2024-09-19T14:49:56.772" v="203" actId="20577"/>
        <pc:sldMkLst>
          <pc:docMk/>
          <pc:sldMk cId="2847797481" sldId="334"/>
        </pc:sldMkLst>
        <pc:spChg chg="mod">
          <ac:chgData name="Byrd, Andrew M." userId="S::amby222@uky.edu::2d5836b5-4a72-4fdb-bd90-63723c1cd390" providerId="AD" clId="Web-{CF037259-5708-E57D-4972-90ADED3B2BEF}" dt="2024-09-19T14:49:56.772" v="203" actId="20577"/>
          <ac:spMkLst>
            <pc:docMk/>
            <pc:sldMk cId="2847797481" sldId="334"/>
            <ac:spMk id="350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4904B68B-C36E-E3A3-9522-3D147D9A96FF}"/>
    <pc:docChg chg="delSld">
      <pc:chgData name="Byrd, Andrew M." userId="S::amby222@uky.edu::2d5836b5-4a72-4fdb-bd90-63723c1cd390" providerId="AD" clId="Web-{4904B68B-C36E-E3A3-9522-3D147D9A96FF}" dt="2024-09-23T12:28:44.966" v="11"/>
      <pc:docMkLst>
        <pc:docMk/>
      </pc:docMkLst>
      <pc:sldChg chg="del">
        <pc:chgData name="Byrd, Andrew M." userId="S::amby222@uky.edu::2d5836b5-4a72-4fdb-bd90-63723c1cd390" providerId="AD" clId="Web-{4904B68B-C36E-E3A3-9522-3D147D9A96FF}" dt="2024-09-23T12:28:44.966" v="11"/>
        <pc:sldMkLst>
          <pc:docMk/>
          <pc:sldMk cId="0" sldId="291"/>
        </pc:sldMkLst>
      </pc:sldChg>
      <pc:sldChg chg="del">
        <pc:chgData name="Byrd, Andrew M." userId="S::amby222@uky.edu::2d5836b5-4a72-4fdb-bd90-63723c1cd390" providerId="AD" clId="Web-{4904B68B-C36E-E3A3-9522-3D147D9A96FF}" dt="2024-09-23T12:28:44.966" v="10"/>
        <pc:sldMkLst>
          <pc:docMk/>
          <pc:sldMk cId="0" sldId="292"/>
        </pc:sldMkLst>
      </pc:sldChg>
      <pc:sldChg chg="del">
        <pc:chgData name="Byrd, Andrew M." userId="S::amby222@uky.edu::2d5836b5-4a72-4fdb-bd90-63723c1cd390" providerId="AD" clId="Web-{4904B68B-C36E-E3A3-9522-3D147D9A96FF}" dt="2024-09-23T12:28:44.966" v="9"/>
        <pc:sldMkLst>
          <pc:docMk/>
          <pc:sldMk cId="0" sldId="293"/>
        </pc:sldMkLst>
      </pc:sldChg>
      <pc:sldChg chg="del">
        <pc:chgData name="Byrd, Andrew M." userId="S::amby222@uky.edu::2d5836b5-4a72-4fdb-bd90-63723c1cd390" providerId="AD" clId="Web-{4904B68B-C36E-E3A3-9522-3D147D9A96FF}" dt="2024-09-23T12:28:44.966" v="8"/>
        <pc:sldMkLst>
          <pc:docMk/>
          <pc:sldMk cId="0" sldId="294"/>
        </pc:sldMkLst>
      </pc:sldChg>
      <pc:sldChg chg="del">
        <pc:chgData name="Byrd, Andrew M." userId="S::amby222@uky.edu::2d5836b5-4a72-4fdb-bd90-63723c1cd390" providerId="AD" clId="Web-{4904B68B-C36E-E3A3-9522-3D147D9A96FF}" dt="2024-09-23T12:28:44.966" v="7"/>
        <pc:sldMkLst>
          <pc:docMk/>
          <pc:sldMk cId="0" sldId="295"/>
        </pc:sldMkLst>
      </pc:sldChg>
      <pc:sldChg chg="del">
        <pc:chgData name="Byrd, Andrew M." userId="S::amby222@uky.edu::2d5836b5-4a72-4fdb-bd90-63723c1cd390" providerId="AD" clId="Web-{4904B68B-C36E-E3A3-9522-3D147D9A96FF}" dt="2024-09-23T12:28:44.966" v="6"/>
        <pc:sldMkLst>
          <pc:docMk/>
          <pc:sldMk cId="0" sldId="296"/>
        </pc:sldMkLst>
      </pc:sldChg>
      <pc:sldChg chg="del">
        <pc:chgData name="Byrd, Andrew M." userId="S::amby222@uky.edu::2d5836b5-4a72-4fdb-bd90-63723c1cd390" providerId="AD" clId="Web-{4904B68B-C36E-E3A3-9522-3D147D9A96FF}" dt="2024-09-23T12:28:44.966" v="5"/>
        <pc:sldMkLst>
          <pc:docMk/>
          <pc:sldMk cId="0" sldId="297"/>
        </pc:sldMkLst>
      </pc:sldChg>
      <pc:sldChg chg="del">
        <pc:chgData name="Byrd, Andrew M." userId="S::amby222@uky.edu::2d5836b5-4a72-4fdb-bd90-63723c1cd390" providerId="AD" clId="Web-{4904B68B-C36E-E3A3-9522-3D147D9A96FF}" dt="2024-09-23T12:28:44.966" v="4"/>
        <pc:sldMkLst>
          <pc:docMk/>
          <pc:sldMk cId="0" sldId="298"/>
        </pc:sldMkLst>
      </pc:sldChg>
      <pc:sldChg chg="del">
        <pc:chgData name="Byrd, Andrew M." userId="S::amby222@uky.edu::2d5836b5-4a72-4fdb-bd90-63723c1cd390" providerId="AD" clId="Web-{4904B68B-C36E-E3A3-9522-3D147D9A96FF}" dt="2024-09-23T12:28:44.966" v="3"/>
        <pc:sldMkLst>
          <pc:docMk/>
          <pc:sldMk cId="0" sldId="299"/>
        </pc:sldMkLst>
      </pc:sldChg>
      <pc:sldChg chg="del">
        <pc:chgData name="Byrd, Andrew M." userId="S::amby222@uky.edu::2d5836b5-4a72-4fdb-bd90-63723c1cd390" providerId="AD" clId="Web-{4904B68B-C36E-E3A3-9522-3D147D9A96FF}" dt="2024-09-23T12:28:44.951" v="2"/>
        <pc:sldMkLst>
          <pc:docMk/>
          <pc:sldMk cId="0" sldId="300"/>
        </pc:sldMkLst>
      </pc:sldChg>
      <pc:sldChg chg="del">
        <pc:chgData name="Byrd, Andrew M." userId="S::amby222@uky.edu::2d5836b5-4a72-4fdb-bd90-63723c1cd390" providerId="AD" clId="Web-{4904B68B-C36E-E3A3-9522-3D147D9A96FF}" dt="2024-09-23T12:28:44.951" v="1"/>
        <pc:sldMkLst>
          <pc:docMk/>
          <pc:sldMk cId="0" sldId="301"/>
        </pc:sldMkLst>
      </pc:sldChg>
      <pc:sldChg chg="del">
        <pc:chgData name="Byrd, Andrew M." userId="S::amby222@uky.edu::2d5836b5-4a72-4fdb-bd90-63723c1cd390" providerId="AD" clId="Web-{4904B68B-C36E-E3A3-9522-3D147D9A96FF}" dt="2024-09-23T12:28:44.951" v="0"/>
        <pc:sldMkLst>
          <pc:docMk/>
          <pc:sldMk cId="0" sldId="302"/>
        </pc:sldMkLst>
      </pc:sldChg>
    </pc:docChg>
  </pc:docChgLst>
  <pc:docChgLst>
    <pc:chgData name="Byrd, Andrew M." userId="S::amby222@uky.edu::2d5836b5-4a72-4fdb-bd90-63723c1cd390" providerId="AD" clId="Web-{159BDBAC-C981-4337-C367-6AAE5636443A}"/>
    <pc:docChg chg="addSld modSld">
      <pc:chgData name="Byrd, Andrew M." userId="S::amby222@uky.edu::2d5836b5-4a72-4fdb-bd90-63723c1cd390" providerId="AD" clId="Web-{159BDBAC-C981-4337-C367-6AAE5636443A}" dt="2024-08-18T13:13:33.323" v="555" actId="20577"/>
      <pc:docMkLst>
        <pc:docMk/>
      </pc:docMkLst>
      <pc:sldChg chg="modSp">
        <pc:chgData name="Byrd, Andrew M." userId="S::amby222@uky.edu::2d5836b5-4a72-4fdb-bd90-63723c1cd390" providerId="AD" clId="Web-{159BDBAC-C981-4337-C367-6AAE5636443A}" dt="2024-08-18T13:06:32.858" v="106" actId="20577"/>
        <pc:sldMkLst>
          <pc:docMk/>
          <pc:sldMk cId="0" sldId="276"/>
        </pc:sldMkLst>
        <pc:spChg chg="mod">
          <ac:chgData name="Byrd, Andrew M." userId="S::amby222@uky.edu::2d5836b5-4a72-4fdb-bd90-63723c1cd390" providerId="AD" clId="Web-{159BDBAC-C981-4337-C367-6AAE5636443A}" dt="2024-08-18T13:06:08.904" v="46" actId="20577"/>
          <ac:spMkLst>
            <pc:docMk/>
            <pc:sldMk cId="0" sldId="276"/>
            <ac:spMk id="184" creationId="{00000000-0000-0000-0000-000000000000}"/>
          </ac:spMkLst>
        </pc:spChg>
        <pc:spChg chg="mod">
          <ac:chgData name="Byrd, Andrew M." userId="S::amby222@uky.edu::2d5836b5-4a72-4fdb-bd90-63723c1cd390" providerId="AD" clId="Web-{159BDBAC-C981-4337-C367-6AAE5636443A}" dt="2024-08-18T13:06:32.858" v="106" actId="20577"/>
          <ac:spMkLst>
            <pc:docMk/>
            <pc:sldMk cId="0" sldId="276"/>
            <ac:spMk id="185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159BDBAC-C981-4337-C367-6AAE5636443A}" dt="2024-08-18T13:06:53.531" v="117" actId="20577"/>
        <pc:sldMkLst>
          <pc:docMk/>
          <pc:sldMk cId="0" sldId="280"/>
        </pc:sldMkLst>
        <pc:spChg chg="mod">
          <ac:chgData name="Byrd, Andrew M." userId="S::amby222@uky.edu::2d5836b5-4a72-4fdb-bd90-63723c1cd390" providerId="AD" clId="Web-{159BDBAC-C981-4337-C367-6AAE5636443A}" dt="2024-08-18T13:06:53.531" v="117" actId="20577"/>
          <ac:spMkLst>
            <pc:docMk/>
            <pc:sldMk cId="0" sldId="280"/>
            <ac:spMk id="208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159BDBAC-C981-4337-C367-6AAE5636443A}" dt="2024-08-16T14:03:54.520" v="12" actId="20577"/>
        <pc:sldMkLst>
          <pc:docMk/>
          <pc:sldMk cId="0" sldId="288"/>
        </pc:sldMkLst>
        <pc:spChg chg="mod">
          <ac:chgData name="Byrd, Andrew M." userId="S::amby222@uky.edu::2d5836b5-4a72-4fdb-bd90-63723c1cd390" providerId="AD" clId="Web-{159BDBAC-C981-4337-C367-6AAE5636443A}" dt="2024-08-16T14:03:54.520" v="12" actId="20577"/>
          <ac:spMkLst>
            <pc:docMk/>
            <pc:sldMk cId="0" sldId="288"/>
            <ac:spMk id="258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159BDBAC-C981-4337-C367-6AAE5636443A}" dt="2024-08-18T13:13:33.323" v="555" actId="20577"/>
        <pc:sldMkLst>
          <pc:docMk/>
          <pc:sldMk cId="0" sldId="290"/>
        </pc:sldMkLst>
        <pc:spChg chg="mod">
          <ac:chgData name="Byrd, Andrew M." userId="S::amby222@uky.edu::2d5836b5-4a72-4fdb-bd90-63723c1cd390" providerId="AD" clId="Web-{159BDBAC-C981-4337-C367-6AAE5636443A}" dt="2024-08-18T13:13:14.619" v="522" actId="20577"/>
          <ac:spMkLst>
            <pc:docMk/>
            <pc:sldMk cId="0" sldId="290"/>
            <ac:spMk id="269" creationId="{00000000-0000-0000-0000-000000000000}"/>
          </ac:spMkLst>
        </pc:spChg>
        <pc:spChg chg="mod">
          <ac:chgData name="Byrd, Andrew M." userId="S::amby222@uky.edu::2d5836b5-4a72-4fdb-bd90-63723c1cd390" providerId="AD" clId="Web-{159BDBAC-C981-4337-C367-6AAE5636443A}" dt="2024-08-18T13:13:33.323" v="555" actId="20577"/>
          <ac:spMkLst>
            <pc:docMk/>
            <pc:sldMk cId="0" sldId="290"/>
            <ac:spMk id="270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159BDBAC-C981-4337-C367-6AAE5636443A}" dt="2024-08-18T13:10:17.026" v="374" actId="1076"/>
        <pc:sldMkLst>
          <pc:docMk/>
          <pc:sldMk cId="3008568729" sldId="312"/>
        </pc:sldMkLst>
        <pc:spChg chg="mod">
          <ac:chgData name="Byrd, Andrew M." userId="S::amby222@uky.edu::2d5836b5-4a72-4fdb-bd90-63723c1cd390" providerId="AD" clId="Web-{159BDBAC-C981-4337-C367-6AAE5636443A}" dt="2024-08-18T13:10:17.026" v="374" actId="1076"/>
          <ac:spMkLst>
            <pc:docMk/>
            <pc:sldMk cId="3008568729" sldId="312"/>
            <ac:spMk id="202" creationId="{00000000-0000-0000-0000-000000000000}"/>
          </ac:spMkLst>
        </pc:spChg>
        <pc:spChg chg="mod">
          <ac:chgData name="Byrd, Andrew M." userId="S::amby222@uky.edu::2d5836b5-4a72-4fdb-bd90-63723c1cd390" providerId="AD" clId="Web-{159BDBAC-C981-4337-C367-6AAE5636443A}" dt="2024-08-18T13:10:14.479" v="373" actId="20577"/>
          <ac:spMkLst>
            <pc:docMk/>
            <pc:sldMk cId="3008568729" sldId="312"/>
            <ac:spMk id="203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159BDBAC-C981-4337-C367-6AAE5636443A}" dt="2024-08-18T13:05:07.230" v="44" actId="20577"/>
        <pc:sldMkLst>
          <pc:docMk/>
          <pc:sldMk cId="3025784184" sldId="315"/>
        </pc:sldMkLst>
        <pc:spChg chg="mod">
          <ac:chgData name="Byrd, Andrew M." userId="S::amby222@uky.edu::2d5836b5-4a72-4fdb-bd90-63723c1cd390" providerId="AD" clId="Web-{159BDBAC-C981-4337-C367-6AAE5636443A}" dt="2024-08-18T13:05:07.230" v="44" actId="20577"/>
          <ac:spMkLst>
            <pc:docMk/>
            <pc:sldMk cId="3025784184" sldId="315"/>
            <ac:spMk id="2" creationId="{3E33FCCF-B619-10F4-BDD7-00EE6C180D92}"/>
          </ac:spMkLst>
        </pc:spChg>
        <pc:spChg chg="mod">
          <ac:chgData name="Byrd, Andrew M." userId="S::amby222@uky.edu::2d5836b5-4a72-4fdb-bd90-63723c1cd390" providerId="AD" clId="Web-{159BDBAC-C981-4337-C367-6AAE5636443A}" dt="2024-08-18T13:05:00.527" v="27" actId="14100"/>
          <ac:spMkLst>
            <pc:docMk/>
            <pc:sldMk cId="3025784184" sldId="315"/>
            <ac:spMk id="3" creationId="{30C2BF6D-6929-CB4D-F0BF-230F45A56900}"/>
          </ac:spMkLst>
        </pc:spChg>
      </pc:sldChg>
      <pc:sldChg chg="modSp add replId">
        <pc:chgData name="Byrd, Andrew M." userId="S::amby222@uky.edu::2d5836b5-4a72-4fdb-bd90-63723c1cd390" providerId="AD" clId="Web-{159BDBAC-C981-4337-C367-6AAE5636443A}" dt="2024-08-18T13:09:41.900" v="300" actId="20577"/>
        <pc:sldMkLst>
          <pc:docMk/>
          <pc:sldMk cId="294916483" sldId="316"/>
        </pc:sldMkLst>
        <pc:spChg chg="mod">
          <ac:chgData name="Byrd, Andrew M." userId="S::amby222@uky.edu::2d5836b5-4a72-4fdb-bd90-63723c1cd390" providerId="AD" clId="Web-{159BDBAC-C981-4337-C367-6AAE5636443A}" dt="2024-08-18T13:08:30.488" v="119" actId="20577"/>
          <ac:spMkLst>
            <pc:docMk/>
            <pc:sldMk cId="294916483" sldId="316"/>
            <ac:spMk id="184" creationId="{00000000-0000-0000-0000-000000000000}"/>
          </ac:spMkLst>
        </pc:spChg>
        <pc:spChg chg="mod">
          <ac:chgData name="Byrd, Andrew M." userId="S::amby222@uky.edu::2d5836b5-4a72-4fdb-bd90-63723c1cd390" providerId="AD" clId="Web-{159BDBAC-C981-4337-C367-6AAE5636443A}" dt="2024-08-18T13:09:41.900" v="300" actId="20577"/>
          <ac:spMkLst>
            <pc:docMk/>
            <pc:sldMk cId="294916483" sldId="316"/>
            <ac:spMk id="185" creationId="{00000000-0000-0000-0000-000000000000}"/>
          </ac:spMkLst>
        </pc:spChg>
      </pc:sldChg>
      <pc:sldChg chg="modSp add replId">
        <pc:chgData name="Byrd, Andrew M." userId="S::amby222@uky.edu::2d5836b5-4a72-4fdb-bd90-63723c1cd390" providerId="AD" clId="Web-{159BDBAC-C981-4337-C367-6AAE5636443A}" dt="2024-08-18T13:11:57.319" v="462" actId="20577"/>
        <pc:sldMkLst>
          <pc:docMk/>
          <pc:sldMk cId="2324295835" sldId="317"/>
        </pc:sldMkLst>
        <pc:spChg chg="mod">
          <ac:chgData name="Byrd, Andrew M." userId="S::amby222@uky.edu::2d5836b5-4a72-4fdb-bd90-63723c1cd390" providerId="AD" clId="Web-{159BDBAC-C981-4337-C367-6AAE5636443A}" dt="2024-08-18T13:11:12.395" v="428" actId="20577"/>
          <ac:spMkLst>
            <pc:docMk/>
            <pc:sldMk cId="2324295835" sldId="317"/>
            <ac:spMk id="184" creationId="{00000000-0000-0000-0000-000000000000}"/>
          </ac:spMkLst>
        </pc:spChg>
        <pc:spChg chg="mod">
          <ac:chgData name="Byrd, Andrew M." userId="S::amby222@uky.edu::2d5836b5-4a72-4fdb-bd90-63723c1cd390" providerId="AD" clId="Web-{159BDBAC-C981-4337-C367-6AAE5636443A}" dt="2024-08-18T13:11:57.319" v="462" actId="20577"/>
          <ac:spMkLst>
            <pc:docMk/>
            <pc:sldMk cId="2324295835" sldId="317"/>
            <ac:spMk id="185" creationId="{00000000-0000-0000-0000-000000000000}"/>
          </ac:spMkLst>
        </pc:spChg>
      </pc:sldChg>
      <pc:sldChg chg="addSp delSp modSp add replId">
        <pc:chgData name="Byrd, Andrew M." userId="S::amby222@uky.edu::2d5836b5-4a72-4fdb-bd90-63723c1cd390" providerId="AD" clId="Web-{159BDBAC-C981-4337-C367-6AAE5636443A}" dt="2024-08-18T13:11:06.239" v="415"/>
        <pc:sldMkLst>
          <pc:docMk/>
          <pc:sldMk cId="1385428157" sldId="318"/>
        </pc:sldMkLst>
        <pc:spChg chg="add del mod">
          <ac:chgData name="Byrd, Andrew M." userId="S::amby222@uky.edu::2d5836b5-4a72-4fdb-bd90-63723c1cd390" providerId="AD" clId="Web-{159BDBAC-C981-4337-C367-6AAE5636443A}" dt="2024-08-18T13:11:06.239" v="415"/>
          <ac:spMkLst>
            <pc:docMk/>
            <pc:sldMk cId="1385428157" sldId="318"/>
            <ac:spMk id="3" creationId="{EBE90335-CA83-DA1E-D68C-5483A5461C63}"/>
          </ac:spMkLst>
        </pc:spChg>
        <pc:spChg chg="mod">
          <ac:chgData name="Byrd, Andrew M." userId="S::amby222@uky.edu::2d5836b5-4a72-4fdb-bd90-63723c1cd390" providerId="AD" clId="Web-{159BDBAC-C981-4337-C367-6AAE5636443A}" dt="2024-08-18T13:10:56.160" v="411" actId="20577"/>
          <ac:spMkLst>
            <pc:docMk/>
            <pc:sldMk cId="1385428157" sldId="318"/>
            <ac:spMk id="213" creationId="{00000000-0000-0000-0000-000000000000}"/>
          </ac:spMkLst>
        </pc:spChg>
        <pc:spChg chg="del mod">
          <ac:chgData name="Byrd, Andrew M." userId="S::amby222@uky.edu::2d5836b5-4a72-4fdb-bd90-63723c1cd390" providerId="AD" clId="Web-{159BDBAC-C981-4337-C367-6AAE5636443A}" dt="2024-08-18T13:11:00.239" v="413"/>
          <ac:spMkLst>
            <pc:docMk/>
            <pc:sldMk cId="1385428157" sldId="318"/>
            <ac:spMk id="215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967962AB-E357-15B8-4B1B-FE0328003A9B}"/>
    <pc:docChg chg="addSld delSld modSld sldOrd">
      <pc:chgData name="Byrd, Andrew M." userId="S::amby222@uky.edu::2d5836b5-4a72-4fdb-bd90-63723c1cd390" providerId="AD" clId="Web-{967962AB-E357-15B8-4B1B-FE0328003A9B}" dt="2024-09-16T17:51:07.899" v="516" actId="1076"/>
      <pc:docMkLst>
        <pc:docMk/>
      </pc:docMkLst>
      <pc:sldChg chg="modSp">
        <pc:chgData name="Byrd, Andrew M." userId="S::amby222@uky.edu::2d5836b5-4a72-4fdb-bd90-63723c1cd390" providerId="AD" clId="Web-{967962AB-E357-15B8-4B1B-FE0328003A9B}" dt="2024-09-16T17:39:29.911" v="35" actId="14100"/>
        <pc:sldMkLst>
          <pc:docMk/>
          <pc:sldMk cId="0" sldId="276"/>
        </pc:sldMkLst>
        <pc:spChg chg="mod">
          <ac:chgData name="Byrd, Andrew M." userId="S::amby222@uky.edu::2d5836b5-4a72-4fdb-bd90-63723c1cd390" providerId="AD" clId="Web-{967962AB-E357-15B8-4B1B-FE0328003A9B}" dt="2024-09-16T17:38:50.333" v="1" actId="20577"/>
          <ac:spMkLst>
            <pc:docMk/>
            <pc:sldMk cId="0" sldId="276"/>
            <ac:spMk id="184" creationId="{00000000-0000-0000-0000-000000000000}"/>
          </ac:spMkLst>
        </pc:spChg>
        <pc:spChg chg="mod">
          <ac:chgData name="Byrd, Andrew M." userId="S::amby222@uky.edu::2d5836b5-4a72-4fdb-bd90-63723c1cd390" providerId="AD" clId="Web-{967962AB-E357-15B8-4B1B-FE0328003A9B}" dt="2024-09-16T17:39:29.911" v="35" actId="14100"/>
          <ac:spMkLst>
            <pc:docMk/>
            <pc:sldMk cId="0" sldId="276"/>
            <ac:spMk id="185" creationId="{00000000-0000-0000-0000-000000000000}"/>
          </ac:spMkLst>
        </pc:spChg>
      </pc:sldChg>
      <pc:sldChg chg="ord">
        <pc:chgData name="Byrd, Andrew M." userId="S::amby222@uky.edu::2d5836b5-4a72-4fdb-bd90-63723c1cd390" providerId="AD" clId="Web-{967962AB-E357-15B8-4B1B-FE0328003A9B}" dt="2024-09-16T17:46:56.835" v="261"/>
        <pc:sldMkLst>
          <pc:docMk/>
          <pc:sldMk cId="1385428157" sldId="318"/>
        </pc:sldMkLst>
      </pc:sldChg>
      <pc:sldChg chg="modSp ord">
        <pc:chgData name="Byrd, Andrew M." userId="S::amby222@uky.edu::2d5836b5-4a72-4fdb-bd90-63723c1cd390" providerId="AD" clId="Web-{967962AB-E357-15B8-4B1B-FE0328003A9B}" dt="2024-09-16T17:51:07.899" v="516" actId="1076"/>
        <pc:sldMkLst>
          <pc:docMk/>
          <pc:sldMk cId="4129726298" sldId="320"/>
        </pc:sldMkLst>
        <pc:spChg chg="mod">
          <ac:chgData name="Byrd, Andrew M." userId="S::amby222@uky.edu::2d5836b5-4a72-4fdb-bd90-63723c1cd390" providerId="AD" clId="Web-{967962AB-E357-15B8-4B1B-FE0328003A9B}" dt="2024-09-16T17:49:03.758" v="287" actId="20577"/>
          <ac:spMkLst>
            <pc:docMk/>
            <pc:sldMk cId="4129726298" sldId="320"/>
            <ac:spMk id="2" creationId="{B0A83AD2-BEEF-0E21-8071-0D92DCAD6C58}"/>
          </ac:spMkLst>
        </pc:spChg>
        <pc:spChg chg="mod">
          <ac:chgData name="Byrd, Andrew M." userId="S::amby222@uky.edu::2d5836b5-4a72-4fdb-bd90-63723c1cd390" providerId="AD" clId="Web-{967962AB-E357-15B8-4B1B-FE0328003A9B}" dt="2024-09-16T17:51:07.899" v="516" actId="1076"/>
          <ac:spMkLst>
            <pc:docMk/>
            <pc:sldMk cId="4129726298" sldId="320"/>
            <ac:spMk id="3" creationId="{BBCCF0FA-1525-CC39-9246-4C47BE7B6DE6}"/>
          </ac:spMkLst>
        </pc:spChg>
      </pc:sldChg>
      <pc:sldChg chg="add replId">
        <pc:chgData name="Byrd, Andrew M." userId="S::amby222@uky.edu::2d5836b5-4a72-4fdb-bd90-63723c1cd390" providerId="AD" clId="Web-{967962AB-E357-15B8-4B1B-FE0328003A9B}" dt="2024-09-16T17:38:36.942" v="0"/>
        <pc:sldMkLst>
          <pc:docMk/>
          <pc:sldMk cId="2237712333" sldId="321"/>
        </pc:sldMkLst>
      </pc:sldChg>
      <pc:sldChg chg="addSp delSp modSp add replId">
        <pc:chgData name="Byrd, Andrew M." userId="S::amby222@uky.edu::2d5836b5-4a72-4fdb-bd90-63723c1cd390" providerId="AD" clId="Web-{967962AB-E357-15B8-4B1B-FE0328003A9B}" dt="2024-09-16T17:46:30.226" v="252"/>
        <pc:sldMkLst>
          <pc:docMk/>
          <pc:sldMk cId="136750889" sldId="322"/>
        </pc:sldMkLst>
        <pc:spChg chg="add mod">
          <ac:chgData name="Byrd, Andrew M." userId="S::amby222@uky.edu::2d5836b5-4a72-4fdb-bd90-63723c1cd390" providerId="AD" clId="Web-{967962AB-E357-15B8-4B1B-FE0328003A9B}" dt="2024-09-16T17:43:56.975" v="189" actId="1076"/>
          <ac:spMkLst>
            <pc:docMk/>
            <pc:sldMk cId="136750889" sldId="322"/>
            <ac:spMk id="2" creationId="{308B4033-7E9F-4BBE-39FC-691D698388E2}"/>
          </ac:spMkLst>
        </pc:spChg>
        <pc:spChg chg="add del mod">
          <ac:chgData name="Byrd, Andrew M." userId="S::amby222@uky.edu::2d5836b5-4a72-4fdb-bd90-63723c1cd390" providerId="AD" clId="Web-{967962AB-E357-15B8-4B1B-FE0328003A9B}" dt="2024-09-16T17:46:30.226" v="252"/>
          <ac:spMkLst>
            <pc:docMk/>
            <pc:sldMk cId="136750889" sldId="322"/>
            <ac:spMk id="4" creationId="{29F4EEF1-EFD2-CEB6-47AC-2E06B171EFF6}"/>
          </ac:spMkLst>
        </pc:spChg>
        <pc:spChg chg="del">
          <ac:chgData name="Byrd, Andrew M." userId="S::amby222@uky.edu::2d5836b5-4a72-4fdb-bd90-63723c1cd390" providerId="AD" clId="Web-{967962AB-E357-15B8-4B1B-FE0328003A9B}" dt="2024-09-16T17:46:26.273" v="251"/>
          <ac:spMkLst>
            <pc:docMk/>
            <pc:sldMk cId="136750889" sldId="322"/>
            <ac:spMk id="221" creationId="{00000000-0000-0000-0000-000000000000}"/>
          </ac:spMkLst>
        </pc:spChg>
        <pc:graphicFrameChg chg="mod modGraphic">
          <ac:chgData name="Byrd, Andrew M." userId="S::amby222@uky.edu::2d5836b5-4a72-4fdb-bd90-63723c1cd390" providerId="AD" clId="Web-{967962AB-E357-15B8-4B1B-FE0328003A9B}" dt="2024-09-16T17:45:54.351" v="247"/>
          <ac:graphicFrameMkLst>
            <pc:docMk/>
            <pc:sldMk cId="136750889" sldId="322"/>
            <ac:graphicFrameMk id="220" creationId="{00000000-0000-0000-0000-000000000000}"/>
          </ac:graphicFrameMkLst>
        </pc:graphicFrameChg>
      </pc:sldChg>
      <pc:sldChg chg="add replId">
        <pc:chgData name="Byrd, Andrew M." userId="S::amby222@uky.edu::2d5836b5-4a72-4fdb-bd90-63723c1cd390" providerId="AD" clId="Web-{967962AB-E357-15B8-4B1B-FE0328003A9B}" dt="2024-09-16T17:46:17.241" v="248"/>
        <pc:sldMkLst>
          <pc:docMk/>
          <pc:sldMk cId="867847519" sldId="323"/>
        </pc:sldMkLst>
      </pc:sldChg>
      <pc:sldChg chg="add del replId">
        <pc:chgData name="Byrd, Andrew M." userId="S::amby222@uky.edu::2d5836b5-4a72-4fdb-bd90-63723c1cd390" providerId="AD" clId="Web-{967962AB-E357-15B8-4B1B-FE0328003A9B}" dt="2024-09-16T17:43:42.975" v="184"/>
        <pc:sldMkLst>
          <pc:docMk/>
          <pc:sldMk cId="4201039740" sldId="323"/>
        </pc:sldMkLst>
      </pc:sldChg>
      <pc:sldChg chg="modSp add replId">
        <pc:chgData name="Byrd, Andrew M." userId="S::amby222@uky.edu::2d5836b5-4a72-4fdb-bd90-63723c1cd390" providerId="AD" clId="Web-{967962AB-E357-15B8-4B1B-FE0328003A9B}" dt="2024-09-16T17:46:46.226" v="258" actId="20577"/>
        <pc:sldMkLst>
          <pc:docMk/>
          <pc:sldMk cId="581351429" sldId="324"/>
        </pc:sldMkLst>
        <pc:spChg chg="mod">
          <ac:chgData name="Byrd, Andrew M." userId="S::amby222@uky.edu::2d5836b5-4a72-4fdb-bd90-63723c1cd390" providerId="AD" clId="Web-{967962AB-E357-15B8-4B1B-FE0328003A9B}" dt="2024-09-16T17:46:46.226" v="258" actId="20577"/>
          <ac:spMkLst>
            <pc:docMk/>
            <pc:sldMk cId="581351429" sldId="324"/>
            <ac:spMk id="221" creationId="{00000000-0000-0000-0000-000000000000}"/>
          </ac:spMkLst>
        </pc:spChg>
      </pc:sldChg>
      <pc:sldChg chg="modSp add replId">
        <pc:chgData name="Byrd, Andrew M." userId="S::amby222@uky.edu::2d5836b5-4a72-4fdb-bd90-63723c1cd390" providerId="AD" clId="Web-{967962AB-E357-15B8-4B1B-FE0328003A9B}" dt="2024-09-16T17:47:32.367" v="266" actId="20577"/>
        <pc:sldMkLst>
          <pc:docMk/>
          <pc:sldMk cId="4071612315" sldId="325"/>
        </pc:sldMkLst>
        <pc:spChg chg="mod">
          <ac:chgData name="Byrd, Andrew M." userId="S::amby222@uky.edu::2d5836b5-4a72-4fdb-bd90-63723c1cd390" providerId="AD" clId="Web-{967962AB-E357-15B8-4B1B-FE0328003A9B}" dt="2024-09-16T17:47:32.367" v="266" actId="20577"/>
          <ac:spMkLst>
            <pc:docMk/>
            <pc:sldMk cId="4071612315" sldId="325"/>
            <ac:spMk id="221" creationId="{00000000-0000-0000-0000-000000000000}"/>
          </ac:spMkLst>
        </pc:spChg>
      </pc:sldChg>
      <pc:sldChg chg="modSp add replId">
        <pc:chgData name="Byrd, Andrew M." userId="S::amby222@uky.edu::2d5836b5-4a72-4fdb-bd90-63723c1cd390" providerId="AD" clId="Web-{967962AB-E357-15B8-4B1B-FE0328003A9B}" dt="2024-09-16T17:47:39.851" v="270" actId="20577"/>
        <pc:sldMkLst>
          <pc:docMk/>
          <pc:sldMk cId="2795548863" sldId="326"/>
        </pc:sldMkLst>
        <pc:spChg chg="mod">
          <ac:chgData name="Byrd, Andrew M." userId="S::amby222@uky.edu::2d5836b5-4a72-4fdb-bd90-63723c1cd390" providerId="AD" clId="Web-{967962AB-E357-15B8-4B1B-FE0328003A9B}" dt="2024-09-16T17:47:39.851" v="270" actId="20577"/>
          <ac:spMkLst>
            <pc:docMk/>
            <pc:sldMk cId="2795548863" sldId="326"/>
            <ac:spMk id="221" creationId="{00000000-0000-0000-0000-000000000000}"/>
          </ac:spMkLst>
        </pc:spChg>
      </pc:sldChg>
      <pc:sldChg chg="modSp add replId">
        <pc:chgData name="Byrd, Andrew M." userId="S::amby222@uky.edu::2d5836b5-4a72-4fdb-bd90-63723c1cd390" providerId="AD" clId="Web-{967962AB-E357-15B8-4B1B-FE0328003A9B}" dt="2024-09-16T17:47:58.242" v="278" actId="20577"/>
        <pc:sldMkLst>
          <pc:docMk/>
          <pc:sldMk cId="3680240980" sldId="327"/>
        </pc:sldMkLst>
        <pc:spChg chg="mod">
          <ac:chgData name="Byrd, Andrew M." userId="S::amby222@uky.edu::2d5836b5-4a72-4fdb-bd90-63723c1cd390" providerId="AD" clId="Web-{967962AB-E357-15B8-4B1B-FE0328003A9B}" dt="2024-09-16T17:47:58.242" v="278" actId="20577"/>
          <ac:spMkLst>
            <pc:docMk/>
            <pc:sldMk cId="3680240980" sldId="327"/>
            <ac:spMk id="221" creationId="{00000000-0000-0000-0000-000000000000}"/>
          </ac:spMkLst>
        </pc:spChg>
      </pc:sldChg>
      <pc:sldChg chg="modSp add replId">
        <pc:chgData name="Byrd, Andrew M." userId="S::amby222@uky.edu::2d5836b5-4a72-4fdb-bd90-63723c1cd390" providerId="AD" clId="Web-{967962AB-E357-15B8-4B1B-FE0328003A9B}" dt="2024-09-16T17:48:14.805" v="282" actId="20577"/>
        <pc:sldMkLst>
          <pc:docMk/>
          <pc:sldMk cId="2760201821" sldId="328"/>
        </pc:sldMkLst>
        <pc:spChg chg="mod">
          <ac:chgData name="Byrd, Andrew M." userId="S::amby222@uky.edu::2d5836b5-4a72-4fdb-bd90-63723c1cd390" providerId="AD" clId="Web-{967962AB-E357-15B8-4B1B-FE0328003A9B}" dt="2024-09-16T17:48:14.805" v="282" actId="20577"/>
          <ac:spMkLst>
            <pc:docMk/>
            <pc:sldMk cId="2760201821" sldId="328"/>
            <ac:spMk id="221" creationId="{00000000-0000-0000-0000-000000000000}"/>
          </ac:spMkLst>
        </pc:spChg>
      </pc:sldChg>
      <pc:sldChg chg="modSp add replId">
        <pc:chgData name="Byrd, Andrew M." userId="S::amby222@uky.edu::2d5836b5-4a72-4fdb-bd90-63723c1cd390" providerId="AD" clId="Web-{967962AB-E357-15B8-4B1B-FE0328003A9B}" dt="2024-09-16T17:49:45.383" v="324" actId="20577"/>
        <pc:sldMkLst>
          <pc:docMk/>
          <pc:sldMk cId="3196857845" sldId="329"/>
        </pc:sldMkLst>
        <pc:spChg chg="mod">
          <ac:chgData name="Byrd, Andrew M." userId="S::amby222@uky.edu::2d5836b5-4a72-4fdb-bd90-63723c1cd390" providerId="AD" clId="Web-{967962AB-E357-15B8-4B1B-FE0328003A9B}" dt="2024-09-16T17:49:45.383" v="324" actId="20577"/>
          <ac:spMkLst>
            <pc:docMk/>
            <pc:sldMk cId="3196857845" sldId="329"/>
            <ac:spMk id="2" creationId="{308B4033-7E9F-4BBE-39FC-691D698388E2}"/>
          </ac:spMkLst>
        </pc:spChg>
      </pc:sldChg>
    </pc:docChg>
  </pc:docChgLst>
  <pc:docChgLst>
    <pc:chgData name="Byrd, Andrew M." userId="2d5836b5-4a72-4fdb-bd90-63723c1cd390" providerId="ADAL" clId="{045369BA-B233-4B9C-9DA4-CDC2C7343DB7}"/>
    <pc:docChg chg="undo custSel addSld delSld modSld">
      <pc:chgData name="Byrd, Andrew M." userId="2d5836b5-4a72-4fdb-bd90-63723c1cd390" providerId="ADAL" clId="{045369BA-B233-4B9C-9DA4-CDC2C7343DB7}" dt="2024-08-16T14:02:52.640" v="631" actId="14100"/>
      <pc:docMkLst>
        <pc:docMk/>
      </pc:docMkLst>
      <pc:sldChg chg="modSp mod">
        <pc:chgData name="Byrd, Andrew M." userId="2d5836b5-4a72-4fdb-bd90-63723c1cd390" providerId="ADAL" clId="{045369BA-B233-4B9C-9DA4-CDC2C7343DB7}" dt="2024-08-16T13:59:15.310" v="216" actId="20577"/>
        <pc:sldMkLst>
          <pc:docMk/>
          <pc:sldMk cId="3730147425" sldId="311"/>
        </pc:sldMkLst>
        <pc:spChg chg="mod">
          <ac:chgData name="Byrd, Andrew M." userId="2d5836b5-4a72-4fdb-bd90-63723c1cd390" providerId="ADAL" clId="{045369BA-B233-4B9C-9DA4-CDC2C7343DB7}" dt="2024-08-16T13:59:15.310" v="216" actId="20577"/>
          <ac:spMkLst>
            <pc:docMk/>
            <pc:sldMk cId="3730147425" sldId="311"/>
            <ac:spMk id="3" creationId="{BBCCF0FA-1525-CC39-9246-4C47BE7B6DE6}"/>
          </ac:spMkLst>
        </pc:spChg>
      </pc:sldChg>
      <pc:sldChg chg="modSp add mod">
        <pc:chgData name="Byrd, Andrew M." userId="2d5836b5-4a72-4fdb-bd90-63723c1cd390" providerId="ADAL" clId="{045369BA-B233-4B9C-9DA4-CDC2C7343DB7}" dt="2024-08-16T14:02:52.640" v="631" actId="14100"/>
        <pc:sldMkLst>
          <pc:docMk/>
          <pc:sldMk cId="3556425493" sldId="314"/>
        </pc:sldMkLst>
        <pc:spChg chg="mod">
          <ac:chgData name="Byrd, Andrew M." userId="2d5836b5-4a72-4fdb-bd90-63723c1cd390" providerId="ADAL" clId="{045369BA-B233-4B9C-9DA4-CDC2C7343DB7}" dt="2024-08-16T14:02:52.640" v="631" actId="14100"/>
          <ac:spMkLst>
            <pc:docMk/>
            <pc:sldMk cId="3556425493" sldId="314"/>
            <ac:spMk id="3" creationId="{BBCCF0FA-1525-CC39-9246-4C47BE7B6DE6}"/>
          </ac:spMkLst>
        </pc:spChg>
      </pc:sldChg>
      <pc:sldChg chg="add del">
        <pc:chgData name="Byrd, Andrew M." userId="2d5836b5-4a72-4fdb-bd90-63723c1cd390" providerId="ADAL" clId="{045369BA-B233-4B9C-9DA4-CDC2C7343DB7}" dt="2024-08-16T14:00:38.012" v="364" actId="47"/>
        <pc:sldMkLst>
          <pc:docMk/>
          <pc:sldMk cId="1571445511" sldId="315"/>
        </pc:sldMkLst>
      </pc:sldChg>
      <pc:sldChg chg="modSp new mod">
        <pc:chgData name="Byrd, Andrew M." userId="2d5836b5-4a72-4fdb-bd90-63723c1cd390" providerId="ADAL" clId="{045369BA-B233-4B9C-9DA4-CDC2C7343DB7}" dt="2024-08-16T14:01:15.528" v="447" actId="20577"/>
        <pc:sldMkLst>
          <pc:docMk/>
          <pc:sldMk cId="3025784184" sldId="315"/>
        </pc:sldMkLst>
        <pc:spChg chg="mod">
          <ac:chgData name="Byrd, Andrew M." userId="2d5836b5-4a72-4fdb-bd90-63723c1cd390" providerId="ADAL" clId="{045369BA-B233-4B9C-9DA4-CDC2C7343DB7}" dt="2024-08-16T14:00:46.618" v="416" actId="20577"/>
          <ac:spMkLst>
            <pc:docMk/>
            <pc:sldMk cId="3025784184" sldId="315"/>
            <ac:spMk id="2" creationId="{3E33FCCF-B619-10F4-BDD7-00EE6C180D92}"/>
          </ac:spMkLst>
        </pc:spChg>
        <pc:spChg chg="mod">
          <ac:chgData name="Byrd, Andrew M." userId="2d5836b5-4a72-4fdb-bd90-63723c1cd390" providerId="ADAL" clId="{045369BA-B233-4B9C-9DA4-CDC2C7343DB7}" dt="2024-08-16T14:01:15.528" v="447" actId="20577"/>
          <ac:spMkLst>
            <pc:docMk/>
            <pc:sldMk cId="3025784184" sldId="315"/>
            <ac:spMk id="3" creationId="{30C2BF6D-6929-CB4D-F0BF-230F45A56900}"/>
          </ac:spMkLst>
        </pc:spChg>
      </pc:sldChg>
    </pc:docChg>
  </pc:docChgLst>
  <pc:docChgLst>
    <pc:chgData name="Byrd, Andrew M." userId="S::amby222@uky.edu::2d5836b5-4a72-4fdb-bd90-63723c1cd390" providerId="AD" clId="Web-{B005804B-A0E6-9328-7DD9-E4C30EF892B4}"/>
    <pc:docChg chg="modSld">
      <pc:chgData name="Byrd, Andrew M." userId="S::amby222@uky.edu::2d5836b5-4a72-4fdb-bd90-63723c1cd390" providerId="AD" clId="Web-{B005804B-A0E6-9328-7DD9-E4C30EF892B4}" dt="2024-09-15T19:42:45.045" v="94" actId="20577"/>
      <pc:docMkLst>
        <pc:docMk/>
      </pc:docMkLst>
      <pc:sldChg chg="modSp">
        <pc:chgData name="Byrd, Andrew M." userId="S::amby222@uky.edu::2d5836b5-4a72-4fdb-bd90-63723c1cd390" providerId="AD" clId="Web-{B005804B-A0E6-9328-7DD9-E4C30EF892B4}" dt="2024-09-15T19:36:47.735" v="0" actId="20577"/>
        <pc:sldMkLst>
          <pc:docMk/>
          <pc:sldMk cId="0" sldId="256"/>
        </pc:sldMkLst>
        <pc:spChg chg="mod">
          <ac:chgData name="Byrd, Andrew M." userId="S::amby222@uky.edu::2d5836b5-4a72-4fdb-bd90-63723c1cd390" providerId="AD" clId="Web-{B005804B-A0E6-9328-7DD9-E4C30EF892B4}" dt="2024-09-15T19:36:47.735" v="0" actId="20577"/>
          <ac:spMkLst>
            <pc:docMk/>
            <pc:sldMk cId="0" sldId="256"/>
            <ac:spMk id="66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B005804B-A0E6-9328-7DD9-E4C30EF892B4}" dt="2024-09-15T19:37:43.299" v="56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B005804B-A0E6-9328-7DD9-E4C30EF892B4}" dt="2024-09-15T19:37:43.299" v="56" actId="20577"/>
          <ac:spMkLst>
            <pc:docMk/>
            <pc:sldMk cId="0" sldId="258"/>
            <ac:spMk id="5" creationId="{DE659BF5-AF6C-987C-CA37-F5503B7CABC5}"/>
          </ac:spMkLst>
        </pc:spChg>
      </pc:sldChg>
      <pc:sldChg chg="modSp">
        <pc:chgData name="Byrd, Andrew M." userId="S::amby222@uky.edu::2d5836b5-4a72-4fdb-bd90-63723c1cd390" providerId="AD" clId="Web-{B005804B-A0E6-9328-7DD9-E4C30EF892B4}" dt="2024-09-15T19:38:33.004" v="60"/>
        <pc:sldMkLst>
          <pc:docMk/>
          <pc:sldMk cId="0" sldId="262"/>
        </pc:sldMkLst>
        <pc:graphicFrameChg chg="mod modGraphic">
          <ac:chgData name="Byrd, Andrew M." userId="S::amby222@uky.edu::2d5836b5-4a72-4fdb-bd90-63723c1cd390" providerId="AD" clId="Web-{B005804B-A0E6-9328-7DD9-E4C30EF892B4}" dt="2024-09-15T19:38:33.004" v="60"/>
          <ac:graphicFrameMkLst>
            <pc:docMk/>
            <pc:sldMk cId="0" sldId="262"/>
            <ac:graphicFrameMk id="100" creationId="{00000000-0000-0000-0000-000000000000}"/>
          </ac:graphicFrameMkLst>
        </pc:graphicFrameChg>
      </pc:sldChg>
      <pc:sldChg chg="modSp">
        <pc:chgData name="Byrd, Andrew M." userId="S::amby222@uky.edu::2d5836b5-4a72-4fdb-bd90-63723c1cd390" providerId="AD" clId="Web-{B005804B-A0E6-9328-7DD9-E4C30EF892B4}" dt="2024-09-15T19:36:55.485" v="1" actId="20577"/>
        <pc:sldMkLst>
          <pc:docMk/>
          <pc:sldMk cId="333557235" sldId="310"/>
        </pc:sldMkLst>
        <pc:spChg chg="mod">
          <ac:chgData name="Byrd, Andrew M." userId="S::amby222@uky.edu::2d5836b5-4a72-4fdb-bd90-63723c1cd390" providerId="AD" clId="Web-{B005804B-A0E6-9328-7DD9-E4C30EF892B4}" dt="2024-09-15T19:36:55.485" v="1" actId="20577"/>
          <ac:spMkLst>
            <pc:docMk/>
            <pc:sldMk cId="333557235" sldId="310"/>
            <ac:spMk id="66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B005804B-A0E6-9328-7DD9-E4C30EF892B4}" dt="2024-09-15T19:42:45.045" v="94" actId="20577"/>
        <pc:sldMkLst>
          <pc:docMk/>
          <pc:sldMk cId="3008568729" sldId="312"/>
        </pc:sldMkLst>
        <pc:spChg chg="mod">
          <ac:chgData name="Byrd, Andrew M." userId="S::amby222@uky.edu::2d5836b5-4a72-4fdb-bd90-63723c1cd390" providerId="AD" clId="Web-{B005804B-A0E6-9328-7DD9-E4C30EF892B4}" dt="2024-09-15T19:42:45.045" v="94" actId="20577"/>
          <ac:spMkLst>
            <pc:docMk/>
            <pc:sldMk cId="3008568729" sldId="312"/>
            <ac:spMk id="203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B005804B-A0E6-9328-7DD9-E4C30EF892B4}" dt="2024-09-15T19:41:46.261" v="90" actId="20577"/>
        <pc:sldMkLst>
          <pc:docMk/>
          <pc:sldMk cId="3025784184" sldId="315"/>
        </pc:sldMkLst>
        <pc:spChg chg="mod">
          <ac:chgData name="Byrd, Andrew M." userId="S::amby222@uky.edu::2d5836b5-4a72-4fdb-bd90-63723c1cd390" providerId="AD" clId="Web-{B005804B-A0E6-9328-7DD9-E4C30EF892B4}" dt="2024-09-15T19:41:46.261" v="90" actId="20577"/>
          <ac:spMkLst>
            <pc:docMk/>
            <pc:sldMk cId="3025784184" sldId="315"/>
            <ac:spMk id="2" creationId="{3E33FCCF-B619-10F4-BDD7-00EE6C180D92}"/>
          </ac:spMkLst>
        </pc:spChg>
      </pc:sldChg>
    </pc:docChg>
  </pc:docChgLst>
  <pc:docChgLst>
    <pc:chgData name="Byrd, Andrew M." userId="S::amby222@uky.edu::2d5836b5-4a72-4fdb-bd90-63723c1cd390" providerId="AD" clId="Web-{64E583B8-612F-1A4C-623E-0BC3EBD3A0CF}"/>
    <pc:docChg chg="addSld modSld sldOrd">
      <pc:chgData name="Byrd, Andrew M." userId="S::amby222@uky.edu::2d5836b5-4a72-4fdb-bd90-63723c1cd390" providerId="AD" clId="Web-{64E583B8-612F-1A4C-623E-0BC3EBD3A0CF}" dt="2024-09-16T13:04:29.110" v="30" actId="14100"/>
      <pc:docMkLst>
        <pc:docMk/>
      </pc:docMkLst>
      <pc:sldChg chg="ord">
        <pc:chgData name="Byrd, Andrew M." userId="S::amby222@uky.edu::2d5836b5-4a72-4fdb-bd90-63723c1cd390" providerId="AD" clId="Web-{64E583B8-612F-1A4C-623E-0BC3EBD3A0CF}" dt="2024-09-16T13:03:00.165" v="25"/>
        <pc:sldMkLst>
          <pc:docMk/>
          <pc:sldMk cId="0" sldId="257"/>
        </pc:sldMkLst>
      </pc:sldChg>
      <pc:sldChg chg="modSp">
        <pc:chgData name="Byrd, Andrew M." userId="S::amby222@uky.edu::2d5836b5-4a72-4fdb-bd90-63723c1cd390" providerId="AD" clId="Web-{64E583B8-612F-1A4C-623E-0BC3EBD3A0CF}" dt="2024-09-16T13:04:29.110" v="30" actId="14100"/>
        <pc:sldMkLst>
          <pc:docMk/>
          <pc:sldMk cId="3556425493" sldId="314"/>
        </pc:sldMkLst>
        <pc:spChg chg="mod">
          <ac:chgData name="Byrd, Andrew M." userId="S::amby222@uky.edu::2d5836b5-4a72-4fdb-bd90-63723c1cd390" providerId="AD" clId="Web-{64E583B8-612F-1A4C-623E-0BC3EBD3A0CF}" dt="2024-09-16T13:04:29.110" v="30" actId="14100"/>
          <ac:spMkLst>
            <pc:docMk/>
            <pc:sldMk cId="3556425493" sldId="314"/>
            <ac:spMk id="3" creationId="{BBCCF0FA-1525-CC39-9246-4C47BE7B6DE6}"/>
          </ac:spMkLst>
        </pc:spChg>
      </pc:sldChg>
      <pc:sldChg chg="modSp new">
        <pc:chgData name="Byrd, Andrew M." userId="S::amby222@uky.edu::2d5836b5-4a72-4fdb-bd90-63723c1cd390" providerId="AD" clId="Web-{64E583B8-612F-1A4C-623E-0BC3EBD3A0CF}" dt="2024-09-16T13:02:42.742" v="24" actId="14100"/>
        <pc:sldMkLst>
          <pc:docMk/>
          <pc:sldMk cId="3542315193" sldId="319"/>
        </pc:sldMkLst>
        <pc:spChg chg="mod">
          <ac:chgData name="Byrd, Andrew M." userId="S::amby222@uky.edu::2d5836b5-4a72-4fdb-bd90-63723c1cd390" providerId="AD" clId="Web-{64E583B8-612F-1A4C-623E-0BC3EBD3A0CF}" dt="2024-09-16T13:02:29.179" v="6" actId="20577"/>
          <ac:spMkLst>
            <pc:docMk/>
            <pc:sldMk cId="3542315193" sldId="319"/>
            <ac:spMk id="2" creationId="{4E392049-E2DF-FCC9-AA3C-638D4CC82121}"/>
          </ac:spMkLst>
        </pc:spChg>
        <pc:spChg chg="mod">
          <ac:chgData name="Byrd, Andrew M." userId="S::amby222@uky.edu::2d5836b5-4a72-4fdb-bd90-63723c1cd390" providerId="AD" clId="Web-{64E583B8-612F-1A4C-623E-0BC3EBD3A0CF}" dt="2024-09-16T13:02:42.742" v="24" actId="14100"/>
          <ac:spMkLst>
            <pc:docMk/>
            <pc:sldMk cId="3542315193" sldId="319"/>
            <ac:spMk id="3" creationId="{7B7CC5DC-3B6A-E1EF-EDDF-C5C825DF740F}"/>
          </ac:spMkLst>
        </pc:spChg>
      </pc:sldChg>
      <pc:sldChg chg="add replId">
        <pc:chgData name="Byrd, Andrew M." userId="S::amby222@uky.edu::2d5836b5-4a72-4fdb-bd90-63723c1cd390" providerId="AD" clId="Web-{64E583B8-612F-1A4C-623E-0BC3EBD3A0CF}" dt="2024-09-16T13:04:14.484" v="26"/>
        <pc:sldMkLst>
          <pc:docMk/>
          <pc:sldMk cId="4129726298" sldId="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6bbc93098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6bbc93098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edc2440591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edc2440591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7624080b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7624080b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7624080b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7624080b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96bbc9309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96bbc9309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6bbc9309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6bbc93098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96bbc93098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96bbc93098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96bbc9309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96bbc9309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96bbc9309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96bbc9309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96bbc93098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96bbc93098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6bbc9309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6bbc93098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96bbc93098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96bbc93098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6bbc93098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6bbc93098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6bbc93098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6bbc93098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96bbc93098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96bbc93098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6bbc93098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6bbc93098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cce28d0c9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cce28d0c9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96bbc93098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96bbc93098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cce28d0c9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cce28d0c9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97624080b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97624080b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082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27959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6bbc9309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6bbc9309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6bbc9309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6bbc9309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24131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6bbc9309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6bbc9309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26365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97624080b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97624080b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7624080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97624080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97624080b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97624080b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caa3b43aa4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caa3b43aa4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7624080b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7624080b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a3b43aa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aa3b43aa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caa3b43aa4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caa3b43aa4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caa3b43aa4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caa3b43aa4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caa3b43aa4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caa3b43aa4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caa3b43aa4_1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caa3b43aa4_1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caa3b43aa4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caa3b43aa4_1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a3b43aa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aa3b43aa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02053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97624080b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97624080b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49635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a3b43aa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aa3b43aa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83140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a3b43aa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aa3b43aa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071447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a3b43aa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aa3b43aa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86483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a3b43aa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aa3b43aa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46945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a3b43aa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aa3b43aa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2107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a3b43aa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aa3b43aa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557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aa3b43aa4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aa3b43aa4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555020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6bbc93098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6bbc93098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91683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edc24405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edc24405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edc244059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edc244059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318763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edc244059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edc244059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ipachart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elp:IPA/Spanish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pachart.com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yup0YLKCvw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pachart.com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kvY_eWetdQ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pachart.com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pachart.com/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ipachart.com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achart.com/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pachart.com/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4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Day 1: Consonants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504325"/>
            <a:ext cx="4261565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86735"/>
            <a:ext cx="3839743" cy="32822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Basic Properties of Consonants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Consonant Systems: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English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Spanish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Swahili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Arabic</a:t>
            </a:r>
            <a:endParaRPr/>
          </a:p>
          <a:p>
            <a:pPr>
              <a:lnSpc>
                <a:spcPct val="150000"/>
              </a:lnSpc>
              <a:buAutoNum type="arabicPeriod"/>
            </a:pPr>
            <a:r>
              <a:rPr lang="en"/>
              <a:t>Working on a Consonant System for Dorgon</a:t>
            </a:r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F4EDFE3B-FE2F-2447-9865-2A165774CA5B}"/>
              </a:ext>
            </a:extLst>
          </p:cNvPr>
          <p:cNvSpPr txBox="1">
            <a:spLocks/>
          </p:cNvSpPr>
          <p:nvPr/>
        </p:nvSpPr>
        <p:spPr>
          <a:xfrm>
            <a:off x="4573457" y="507047"/>
            <a:ext cx="4261565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US"/>
              <a:t>Next Time</a:t>
            </a:r>
          </a:p>
        </p:txBody>
      </p:sp>
      <p:sp>
        <p:nvSpPr>
          <p:cNvPr id="5" name="Google Shape;79;p15">
            <a:extLst>
              <a:ext uri="{FF2B5EF4-FFF2-40B4-BE49-F238E27FC236}">
                <a16:creationId xmlns:a16="http://schemas.microsoft.com/office/drawing/2014/main" id="{DE659BF5-AF6C-987C-CA37-F5503B7CABC5}"/>
              </a:ext>
            </a:extLst>
          </p:cNvPr>
          <p:cNvSpPr txBox="1">
            <a:spLocks/>
          </p:cNvSpPr>
          <p:nvPr/>
        </p:nvSpPr>
        <p:spPr>
          <a:xfrm>
            <a:off x="4573457" y="1296260"/>
            <a:ext cx="3839743" cy="3282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>
              <a:lnSpc>
                <a:spcPct val="150000"/>
              </a:lnSpc>
              <a:buAutoNum type="arabicPeriod"/>
            </a:pPr>
            <a:r>
              <a:rPr lang="en-US"/>
              <a:t>Pick </a:t>
            </a:r>
            <a:r>
              <a:rPr lang="en-US" b="1"/>
              <a:t>five</a:t>
            </a:r>
            <a:r>
              <a:rPr lang="en-US"/>
              <a:t> non-English consonants that you really like, using ipachart.com 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en-US"/>
              <a:t>Compile all of the names you've created for your culture, to give you a starting point for your consonant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92049-E2DF-FCC9-AA3C-638D4CC82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in Component 2?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CC5DC-3B6A-E1EF-EDDF-C5C825DF7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26493"/>
            <a:ext cx="8520600" cy="2842532"/>
          </a:xfrm>
        </p:spPr>
        <p:txBody>
          <a:bodyPr/>
          <a:lstStyle/>
          <a:p>
            <a:r>
              <a:rPr lang="en-US" sz="2800"/>
              <a:t>Consonants</a:t>
            </a:r>
          </a:p>
          <a:p>
            <a:pPr>
              <a:lnSpc>
                <a:spcPct val="114999"/>
              </a:lnSpc>
            </a:pPr>
            <a:r>
              <a:rPr lang="en-US" sz="2800"/>
              <a:t>Vowels</a:t>
            </a:r>
          </a:p>
          <a:p>
            <a:pPr>
              <a:lnSpc>
                <a:spcPct val="114999"/>
              </a:lnSpc>
            </a:pPr>
            <a:r>
              <a:rPr lang="en-US" sz="2800"/>
              <a:t>Phonotactics</a:t>
            </a:r>
          </a:p>
          <a:p>
            <a:pPr>
              <a:lnSpc>
                <a:spcPct val="114999"/>
              </a:lnSpc>
            </a:pPr>
            <a:r>
              <a:rPr lang="en-US" sz="2800"/>
              <a:t>Prosody</a:t>
            </a:r>
          </a:p>
        </p:txBody>
      </p:sp>
    </p:spTree>
    <p:extLst>
      <p:ext uri="{BB962C8B-B14F-4D97-AF65-F5344CB8AC3E}">
        <p14:creationId xmlns:p14="http://schemas.microsoft.com/office/powerpoint/2010/main" val="3542315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Warm-up with your Group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472065"/>
            <a:ext cx="8520600" cy="3096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are 21 consonants in English, because there are 21 consonants in the English alphabet</a:t>
            </a:r>
            <a:endParaRPr lang="en-US"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lphaLcPeriod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lphaLcPeriod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False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the three properties of consonants?  Choose an English consonant, then visit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ipachart.com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identify the values of these properties.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AutoNum type="arabicPeriod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understanding the properties of consonants help us as conlangers? What might we achieve through breaking or deviating from these properties in our own conlang?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650" y="1200150"/>
            <a:ext cx="47625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1500" y="1172225"/>
            <a:ext cx="3732050" cy="2799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050" y="110625"/>
            <a:ext cx="534154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18"/>
          <p:cNvGraphicFramePr/>
          <p:nvPr/>
        </p:nvGraphicFramePr>
        <p:xfrm>
          <a:off x="670625" y="68800"/>
          <a:ext cx="7649125" cy="4528588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5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9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0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07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Bilabial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Labiodental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Glottal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Stop</a:t>
                      </a:r>
                      <a:endParaRPr sz="12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b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g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ʔ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Nasal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ŋ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Fricative</a:t>
                      </a:r>
                      <a:endParaRPr sz="12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θ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ð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z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ʃ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ʒ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Affricate</a:t>
                      </a:r>
                      <a:endParaRPr sz="12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t͡ʃ</a:t>
                      </a:r>
                      <a:endParaRPr sz="12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d͡ʒ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Glide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j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Liquid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r, 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Google Shape;100;p19"/>
          <p:cNvGraphicFramePr/>
          <p:nvPr>
            <p:extLst>
              <p:ext uri="{D42A27DB-BD31-4B8C-83A1-F6EECF244321}">
                <p14:modId xmlns:p14="http://schemas.microsoft.com/office/powerpoint/2010/main" val="3303421949"/>
              </p:ext>
            </p:extLst>
          </p:nvPr>
        </p:nvGraphicFramePr>
        <p:xfrm>
          <a:off x="127325" y="252700"/>
          <a:ext cx="7268975" cy="451750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Bilabial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Labiodental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Interdental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Glottal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Stop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/>
                        <a:t>t</a:t>
                      </a:r>
                      <a:endParaRPr sz="1000" b="1" u="sng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g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ʔ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Nasal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ŋ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Fricative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θ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ð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z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Affricate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err="1"/>
                        <a:t>t͡ʃ</a:t>
                      </a:r>
                      <a:endParaRPr sz="1000" err="1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 err="1"/>
                        <a:t>d͡ʒ</a:t>
                      </a:r>
                      <a:endParaRPr sz="1000" err="1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Glide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Liquid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r, 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" name="Google Shape;101;p19"/>
          <p:cNvSpPr txBox="1"/>
          <p:nvPr/>
        </p:nvSpPr>
        <p:spPr>
          <a:xfrm>
            <a:off x="7773375" y="1957375"/>
            <a:ext cx="10182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Voicing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Place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Manner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20"/>
          <p:cNvGraphicFramePr/>
          <p:nvPr/>
        </p:nvGraphicFramePr>
        <p:xfrm>
          <a:off x="127325" y="252700"/>
          <a:ext cx="7268975" cy="451750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Bilabial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Labiodental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Interdental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Glottal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Stop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/>
                        <a:t>t</a:t>
                      </a:r>
                      <a:endParaRPr sz="1000" b="1" u="sng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g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ʔ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Nasal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ŋ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Fricative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θ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ð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z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Affricate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t͡ʃ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d͡ʒ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Glide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Liquid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r, 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7" name="Google Shape;107;p20"/>
          <p:cNvSpPr txBox="1"/>
          <p:nvPr/>
        </p:nvSpPr>
        <p:spPr>
          <a:xfrm>
            <a:off x="7806800" y="2230650"/>
            <a:ext cx="10182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voiceless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Google Shape;112;p21"/>
          <p:cNvGraphicFramePr/>
          <p:nvPr/>
        </p:nvGraphicFramePr>
        <p:xfrm>
          <a:off x="127325" y="252700"/>
          <a:ext cx="7268975" cy="451750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Bilabial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Labiodental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Interdental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Glottal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Stop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/>
                        <a:t>t</a:t>
                      </a:r>
                      <a:endParaRPr sz="1000" b="1" u="sng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g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ʔ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Nasal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ŋ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Fricative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θ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ð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z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Affricate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t͡ʃ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d͡ʒ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Glide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Liquid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r, 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3" name="Google Shape;113;p21"/>
          <p:cNvSpPr txBox="1"/>
          <p:nvPr/>
        </p:nvSpPr>
        <p:spPr>
          <a:xfrm>
            <a:off x="7823525" y="2010150"/>
            <a:ext cx="10182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voiceless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alveolar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22"/>
          <p:cNvGraphicFramePr/>
          <p:nvPr/>
        </p:nvGraphicFramePr>
        <p:xfrm>
          <a:off x="127325" y="252700"/>
          <a:ext cx="7268975" cy="451750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Bilabial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Labiodental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Interdental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Glottal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Stop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/>
                        <a:t>t</a:t>
                      </a:r>
                      <a:endParaRPr sz="1000" b="1" u="sng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g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ʔ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Nasal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ŋ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Fricative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θ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ð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z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Affricate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t͡ʃ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d͡ʒ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Glide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Liquid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r, 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9" name="Google Shape;119;p22"/>
          <p:cNvSpPr txBox="1"/>
          <p:nvPr/>
        </p:nvSpPr>
        <p:spPr>
          <a:xfrm>
            <a:off x="7790075" y="1957375"/>
            <a:ext cx="10182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voiceless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alveolar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stop</a:t>
            </a:r>
            <a:endParaRPr b="1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" name="Google Shape;124;p23"/>
          <p:cNvGraphicFramePr/>
          <p:nvPr/>
        </p:nvGraphicFramePr>
        <p:xfrm>
          <a:off x="127325" y="252700"/>
          <a:ext cx="7268975" cy="451750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Bilabial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Labiodental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Interdental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Glottal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Stop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g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ʔ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Nasal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ŋ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Fricative</a:t>
                      </a:r>
                      <a:endParaRPr sz="10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/>
                        <a:t>θ</a:t>
                      </a:r>
                      <a:endParaRPr sz="1000" b="1" u="sng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ð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z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Affricate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t͡ʃ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d͡ʒ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Glide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Liquid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r, 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5" name="Google Shape;125;p23"/>
          <p:cNvSpPr txBox="1"/>
          <p:nvPr/>
        </p:nvSpPr>
        <p:spPr>
          <a:xfrm>
            <a:off x="7773375" y="1957375"/>
            <a:ext cx="10182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Voicing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Place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Manner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Google Shape;130;p24"/>
          <p:cNvGraphicFramePr/>
          <p:nvPr/>
        </p:nvGraphicFramePr>
        <p:xfrm>
          <a:off x="127325" y="252700"/>
          <a:ext cx="7268975" cy="451750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Bilabial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Labiodental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Interdental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Glottal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Stop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g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ʔ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Nasal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ŋ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Fricative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θ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ð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z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Affricate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t͡ʃ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d͡ʒ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Glide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/>
                        <a:t>w</a:t>
                      </a:r>
                      <a:endParaRPr sz="1000" b="1" u="sng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Liquid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r, 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1" name="Google Shape;131;p24"/>
          <p:cNvSpPr txBox="1"/>
          <p:nvPr/>
        </p:nvSpPr>
        <p:spPr>
          <a:xfrm>
            <a:off x="7773375" y="1957375"/>
            <a:ext cx="10182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Voicing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Place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Manner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" name="Google Shape;136;p25"/>
          <p:cNvGraphicFramePr/>
          <p:nvPr/>
        </p:nvGraphicFramePr>
        <p:xfrm>
          <a:off x="127325" y="252700"/>
          <a:ext cx="7268975" cy="451750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Bilabial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Labiodental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Interdental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Glottal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Stop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g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ʔ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Nasal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ŋ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Fricative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θ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ð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z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Affricate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/>
                        <a:t>t͡ʃ</a:t>
                      </a:r>
                      <a:endParaRPr sz="1000" b="1" u="sng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d͡ʒ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Glide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Liquid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r, 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7" name="Google Shape;137;p25"/>
          <p:cNvSpPr txBox="1"/>
          <p:nvPr/>
        </p:nvSpPr>
        <p:spPr>
          <a:xfrm>
            <a:off x="7773375" y="1957375"/>
            <a:ext cx="10182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Voicing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Place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Manner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142;p26"/>
          <p:cNvGraphicFramePr/>
          <p:nvPr/>
        </p:nvGraphicFramePr>
        <p:xfrm>
          <a:off x="127325" y="252700"/>
          <a:ext cx="7268975" cy="451750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84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90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Bilabial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Labiodental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Interdental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Alveopalatal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Palatal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Velar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Glottal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Stop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b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g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ʔ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Nasal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ŋ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Fricative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θ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ð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z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h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787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Affricate</a:t>
                      </a:r>
                      <a:endParaRPr sz="1000" b="1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voiceless</a:t>
                      </a:r>
                      <a:endParaRPr sz="1000"/>
                    </a:p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voiced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 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t͡ʃ</a:t>
                      </a:r>
                      <a:endParaRPr sz="1000"/>
                    </a:p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000"/>
                        <a:t>d͡ʒ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350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Glide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25"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Liquid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r, l</a:t>
                      </a: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3" name="Google Shape;143;p26"/>
          <p:cNvSpPr txBox="1"/>
          <p:nvPr/>
        </p:nvSpPr>
        <p:spPr>
          <a:xfrm>
            <a:off x="7773375" y="1957375"/>
            <a:ext cx="10182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b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f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h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/>
              <a:t>ʔ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AutoNum type="arabicPeriod"/>
            </a:pPr>
            <a:r>
              <a:rPr lang="en"/>
              <a:t>ʒ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take a look at another language: Spanish</a:t>
            </a:r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body" idx="1"/>
          </p:nvPr>
        </p:nvSpPr>
        <p:spPr>
          <a:xfrm>
            <a:off x="311700" y="1596925"/>
            <a:ext cx="8520600" cy="29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Spanish: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https://en.wikipedia.org/wiki/Help:IPA/Spanish</a:t>
            </a:r>
            <a:r>
              <a:rPr lang="en"/>
              <a:t> </a:t>
            </a:r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311700" y="3970675"/>
            <a:ext cx="8520600" cy="9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u="sng">
                <a:solidFill>
                  <a:schemeClr val="hlink"/>
                </a:solidFill>
                <a:hlinkClick r:id="rId4"/>
              </a:rPr>
              <a:t>https://www.ipachart.com/</a:t>
            </a:r>
            <a:r>
              <a:rPr lang="en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50" y="442913"/>
            <a:ext cx="8039100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take a look at another language: Swahili</a:t>
            </a:r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body" idx="1"/>
          </p:nvPr>
        </p:nvSpPr>
        <p:spPr>
          <a:xfrm>
            <a:off x="311700" y="1596925"/>
            <a:ext cx="8520600" cy="29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Swahili: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https://www.youtube.com/watch?v=zyup0YLKCvw</a:t>
            </a:r>
            <a:r>
              <a:rPr lang="en"/>
              <a:t> </a:t>
            </a:r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1"/>
          </p:nvPr>
        </p:nvSpPr>
        <p:spPr>
          <a:xfrm>
            <a:off x="311700" y="3862050"/>
            <a:ext cx="8520600" cy="22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u="sng">
                <a:solidFill>
                  <a:schemeClr val="hlink"/>
                </a:solidFill>
                <a:hlinkClick r:id="rId4"/>
              </a:rPr>
              <a:t>https://www.ipachart.com/</a:t>
            </a:r>
            <a:r>
              <a:rPr lang="en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838" y="596800"/>
            <a:ext cx="80867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take a look at another language: Arabic</a:t>
            </a:r>
            <a:endParaRPr/>
          </a:p>
        </p:txBody>
      </p:sp>
      <p:sp>
        <p:nvSpPr>
          <p:cNvPr id="173" name="Google Shape;173;p31"/>
          <p:cNvSpPr txBox="1">
            <a:spLocks noGrp="1"/>
          </p:cNvSpPr>
          <p:nvPr>
            <p:ph type="body" idx="1"/>
          </p:nvPr>
        </p:nvSpPr>
        <p:spPr>
          <a:xfrm>
            <a:off x="311700" y="1596925"/>
            <a:ext cx="8520600" cy="29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Arabic: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https://www.youtube.com/watch?v=lkvY_eWetdQ</a:t>
            </a:r>
            <a:r>
              <a:rPr lang="en"/>
              <a:t> </a:t>
            </a:r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body" idx="1"/>
          </p:nvPr>
        </p:nvSpPr>
        <p:spPr>
          <a:xfrm>
            <a:off x="311700" y="3862050"/>
            <a:ext cx="8520600" cy="22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u="sng">
                <a:solidFill>
                  <a:schemeClr val="hlink"/>
                </a:solidFill>
                <a:hlinkClick r:id="rId4"/>
              </a:rPr>
              <a:t>https://www.ipachart.com/</a:t>
            </a:r>
            <a:r>
              <a:rPr lang="en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2013" y="332700"/>
            <a:ext cx="7419975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FCCF-B619-10F4-BDD7-00EE6C180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Discuss in your groups: which types of sounds do these four systems all have?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2BF6D-6929-CB4D-F0BF-230F45A56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914489"/>
            <a:ext cx="8520600" cy="2654536"/>
          </a:xfrm>
        </p:spPr>
        <p:txBody>
          <a:bodyPr/>
          <a:lstStyle/>
          <a:p>
            <a:pPr marL="114300" indent="0">
              <a:buNone/>
            </a:pPr>
            <a:r>
              <a:rPr lang="en-US"/>
              <a:t>(Note: plosive = stop)</a:t>
            </a:r>
          </a:p>
        </p:txBody>
      </p:sp>
    </p:spTree>
    <p:extLst>
      <p:ext uri="{BB962C8B-B14F-4D97-AF65-F5344CB8AC3E}">
        <p14:creationId xmlns:p14="http://schemas.microsoft.com/office/powerpoint/2010/main" val="3025784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3AD2-BEEF-0E21-8071-0D92DCAD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Dorgons – Let's make a consonant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CF0FA-1525-CC39-9246-4C47BE7B6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/>
              <a:t>What words do we already have from Elijah?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Zenasath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zinəsæ</a:t>
            </a:r>
            <a:r>
              <a:rPr lang="el-GR" b="0" i="0">
                <a:solidFill>
                  <a:srgbClr val="000000"/>
                </a:solidFill>
                <a:effectLst/>
                <a:latin typeface="Charis SIL"/>
              </a:rPr>
              <a:t>θ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Cindor</a:t>
            </a:r>
            <a:r>
              <a:rPr lang="en-US"/>
              <a:t> 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sɪndɔɹ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Kdasion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kdæsiɑn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Dorgon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dɔɹgɑn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Galasiul</a:t>
            </a:r>
            <a:r>
              <a:rPr lang="en-US"/>
              <a:t>		[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gəˈlæsiəɫ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Gzenian</a:t>
            </a:r>
            <a:r>
              <a:rPr lang="en-US"/>
              <a:t>	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gzɛniɑn</a:t>
            </a:r>
            <a:r>
              <a:rPr lang="en-US"/>
              <a:t>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err="1"/>
              <a:t>Dumbledimpf</a:t>
            </a:r>
            <a:r>
              <a:rPr lang="en-US"/>
              <a:t>	[</a:t>
            </a:r>
            <a:r>
              <a:rPr lang="en-US" b="0" i="0">
                <a:solidFill>
                  <a:srgbClr val="000000"/>
                </a:solidFill>
                <a:effectLst/>
                <a:latin typeface="Charis SIL"/>
              </a:rPr>
              <a:t>ˈ</a:t>
            </a:r>
            <a:r>
              <a:rPr lang="en-US" b="0" i="0" err="1">
                <a:solidFill>
                  <a:srgbClr val="000000"/>
                </a:solidFill>
                <a:effectLst/>
                <a:latin typeface="Charis SIL"/>
              </a:rPr>
              <a:t>dʌmbl̩dɪmpf</a:t>
            </a:r>
            <a:r>
              <a:rPr lang="en-US"/>
              <a:t>]</a:t>
            </a:r>
          </a:p>
          <a:p>
            <a:pPr marL="596900" lvl="1" indent="0">
              <a:lnSpc>
                <a:spcPct val="100000"/>
              </a:lnSpc>
              <a:buNone/>
            </a:pPr>
            <a:r>
              <a:rPr lang="en-US"/>
              <a:t>(note: these word have an </a:t>
            </a:r>
            <a:r>
              <a:rPr lang="en-US" i="1"/>
              <a:t>American English </a:t>
            </a:r>
            <a:r>
              <a:rPr lang="en-US"/>
              <a:t>pronunciation – we’ll need to modify them to produce an original language!)</a:t>
            </a:r>
          </a:p>
        </p:txBody>
      </p:sp>
    </p:spTree>
    <p:extLst>
      <p:ext uri="{BB962C8B-B14F-4D97-AF65-F5344CB8AC3E}">
        <p14:creationId xmlns:p14="http://schemas.microsoft.com/office/powerpoint/2010/main" val="37301474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3AD2-BEEF-0E21-8071-0D92DCAD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Dorgons – Let's make a consonant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CF0FA-1525-CC39-9246-4C47BE7B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569225"/>
            <a:ext cx="8520600" cy="199979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/>
              <a:t>With your group : write down all of the consonants in his words, then visit ipachart.com to see where they are found on the chart</a:t>
            </a:r>
          </a:p>
          <a:p>
            <a:pPr marL="114300" indent="0">
              <a:spcBef>
                <a:spcPts val="600"/>
              </a:spcBef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425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83AD2-BEEF-0E21-8071-0D92DCAD6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5668"/>
            <a:ext cx="8520600" cy="707400"/>
          </a:xfrm>
        </p:spPr>
        <p:txBody>
          <a:bodyPr/>
          <a:lstStyle/>
          <a:p>
            <a:r>
              <a:rPr lang="en-US"/>
              <a:t>Dorgons – Let's make a consonant system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81357C-E01A-F8B9-C568-AE693BFB5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432475"/>
              </p:ext>
            </p:extLst>
          </p:nvPr>
        </p:nvGraphicFramePr>
        <p:xfrm>
          <a:off x="496660" y="1149804"/>
          <a:ext cx="8147866" cy="3771269"/>
        </p:xfrm>
        <a:graphic>
          <a:graphicData uri="http://schemas.openxmlformats.org/drawingml/2006/table">
            <a:tbl>
              <a:tblPr firstRow="1" bandRow="1">
                <a:tableStyleId>{AF194A0B-6C01-4040-9746-5417103B3D62}</a:tableStyleId>
              </a:tblPr>
              <a:tblGrid>
                <a:gridCol w="586956">
                  <a:extLst>
                    <a:ext uri="{9D8B030D-6E8A-4147-A177-3AD203B41FA5}">
                      <a16:colId xmlns:a16="http://schemas.microsoft.com/office/drawing/2014/main" val="980315225"/>
                    </a:ext>
                  </a:extLst>
                </a:gridCol>
                <a:gridCol w="586956">
                  <a:extLst>
                    <a:ext uri="{9D8B030D-6E8A-4147-A177-3AD203B41FA5}">
                      <a16:colId xmlns:a16="http://schemas.microsoft.com/office/drawing/2014/main" val="2616563539"/>
                    </a:ext>
                  </a:extLst>
                </a:gridCol>
                <a:gridCol w="823751">
                  <a:extLst>
                    <a:ext uri="{9D8B030D-6E8A-4147-A177-3AD203B41FA5}">
                      <a16:colId xmlns:a16="http://schemas.microsoft.com/office/drawing/2014/main" val="2194762102"/>
                    </a:ext>
                  </a:extLst>
                </a:gridCol>
                <a:gridCol w="548084">
                  <a:extLst>
                    <a:ext uri="{9D8B030D-6E8A-4147-A177-3AD203B41FA5}">
                      <a16:colId xmlns:a16="http://schemas.microsoft.com/office/drawing/2014/main" val="72341560"/>
                    </a:ext>
                  </a:extLst>
                </a:gridCol>
                <a:gridCol w="682508">
                  <a:extLst>
                    <a:ext uri="{9D8B030D-6E8A-4147-A177-3AD203B41FA5}">
                      <a16:colId xmlns:a16="http://schemas.microsoft.com/office/drawing/2014/main" val="1646767257"/>
                    </a:ext>
                  </a:extLst>
                </a:gridCol>
                <a:gridCol w="795475">
                  <a:extLst>
                    <a:ext uri="{9D8B030D-6E8A-4147-A177-3AD203B41FA5}">
                      <a16:colId xmlns:a16="http://schemas.microsoft.com/office/drawing/2014/main" val="907602451"/>
                    </a:ext>
                  </a:extLst>
                </a:gridCol>
                <a:gridCol w="687356">
                  <a:extLst>
                    <a:ext uri="{9D8B030D-6E8A-4147-A177-3AD203B41FA5}">
                      <a16:colId xmlns:a16="http://schemas.microsoft.com/office/drawing/2014/main" val="717149670"/>
                    </a:ext>
                  </a:extLst>
                </a:gridCol>
                <a:gridCol w="687356">
                  <a:extLst>
                    <a:ext uri="{9D8B030D-6E8A-4147-A177-3AD203B41FA5}">
                      <a16:colId xmlns:a16="http://schemas.microsoft.com/office/drawing/2014/main" val="697079214"/>
                    </a:ext>
                  </a:extLst>
                </a:gridCol>
                <a:gridCol w="593781">
                  <a:extLst>
                    <a:ext uri="{9D8B030D-6E8A-4147-A177-3AD203B41FA5}">
                      <a16:colId xmlns:a16="http://schemas.microsoft.com/office/drawing/2014/main" val="146729060"/>
                    </a:ext>
                  </a:extLst>
                </a:gridCol>
                <a:gridCol w="566481">
                  <a:extLst>
                    <a:ext uri="{9D8B030D-6E8A-4147-A177-3AD203B41FA5}">
                      <a16:colId xmlns:a16="http://schemas.microsoft.com/office/drawing/2014/main" val="2115732124"/>
                    </a:ext>
                  </a:extLst>
                </a:gridCol>
                <a:gridCol w="798534">
                  <a:extLst>
                    <a:ext uri="{9D8B030D-6E8A-4147-A177-3AD203B41FA5}">
                      <a16:colId xmlns:a16="http://schemas.microsoft.com/office/drawing/2014/main" val="1583408287"/>
                    </a:ext>
                  </a:extLst>
                </a:gridCol>
                <a:gridCol w="790628">
                  <a:extLst>
                    <a:ext uri="{9D8B030D-6E8A-4147-A177-3AD203B41FA5}">
                      <a16:colId xmlns:a16="http://schemas.microsoft.com/office/drawing/2014/main" val="62910481"/>
                    </a:ext>
                  </a:extLst>
                </a:gridCol>
              </a:tblGrid>
              <a:tr h="419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Bilabial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Labiodental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Dental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Alveolar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Postalveolar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Retroflex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Palatal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Velar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Uvular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1"/>
                        <a:t>Pharyngeal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800" b="1"/>
                        <a:t>Glottal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604196"/>
                  </a:ext>
                </a:extLst>
              </a:tr>
              <a:tr h="419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/>
                        <a:t>Plosive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808817"/>
                  </a:ext>
                </a:extLst>
              </a:tr>
              <a:tr h="419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/>
                        <a:t>Nasal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333455"/>
                  </a:ext>
                </a:extLst>
              </a:tr>
              <a:tr h="419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/>
                        <a:t>Trill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492822"/>
                  </a:ext>
                </a:extLst>
              </a:tr>
              <a:tr h="419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/>
                        <a:t>Tap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348509"/>
                  </a:ext>
                </a:extLst>
              </a:tr>
              <a:tr h="419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/>
                        <a:t>Fricative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504057"/>
                  </a:ext>
                </a:extLst>
              </a:tr>
              <a:tr h="419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/>
                        <a:t>Lateral Fric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293030"/>
                  </a:ext>
                </a:extLst>
              </a:tr>
              <a:tr h="4190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/>
                        <a:t>Approx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918019"/>
                  </a:ext>
                </a:extLst>
              </a:tr>
              <a:tr h="41902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1"/>
                        <a:t>Lateral Approx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483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56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6"/>
          <p:cNvPicPr preferRelativeResize="0"/>
          <p:nvPr/>
        </p:nvPicPr>
        <p:blipFill rotWithShape="1">
          <a:blip r:embed="rId3">
            <a:alphaModFix/>
          </a:blip>
          <a:srcRect l="5553" t="15002" b="20911"/>
          <a:stretch/>
        </p:blipFill>
        <p:spPr>
          <a:xfrm rot="10800000">
            <a:off x="175650" y="752729"/>
            <a:ext cx="2674650" cy="373357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6"/>
          <p:cNvSpPr txBox="1">
            <a:spLocks noGrp="1"/>
          </p:cNvSpPr>
          <p:nvPr>
            <p:ph type="body" idx="1"/>
          </p:nvPr>
        </p:nvSpPr>
        <p:spPr>
          <a:xfrm>
            <a:off x="2904156" y="3179566"/>
            <a:ext cx="6174600" cy="9254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u="sng">
                <a:solidFill>
                  <a:schemeClr val="hlink"/>
                </a:solidFill>
                <a:hlinkClick r:id="rId4"/>
              </a:rPr>
              <a:t>https://www.ipachart.com/</a:t>
            </a:r>
            <a:r>
              <a:rPr lang="en" sz="3600"/>
              <a:t> </a:t>
            </a:r>
            <a:endParaRPr sz="3600"/>
          </a:p>
        </p:txBody>
      </p:sp>
      <p:sp>
        <p:nvSpPr>
          <p:cNvPr id="203" name="Google Shape;203;p36"/>
          <p:cNvSpPr txBox="1">
            <a:spLocks noGrp="1"/>
          </p:cNvSpPr>
          <p:nvPr>
            <p:ph type="title"/>
          </p:nvPr>
        </p:nvSpPr>
        <p:spPr>
          <a:xfrm>
            <a:off x="3261475" y="445025"/>
            <a:ext cx="55707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For today's class credit: choose 5 </a:t>
            </a:r>
            <a:r>
              <a:rPr lang="en" i="1"/>
              <a:t>non-English </a:t>
            </a:r>
            <a:r>
              <a:rPr lang="en"/>
              <a:t>consonants before class &amp; upload their symbols in  your Discord group.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08568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4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Day 2: Consonants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5572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Last Time</a:t>
            </a:r>
            <a:endParaRPr/>
          </a:p>
        </p:txBody>
      </p:sp>
      <p:sp>
        <p:nvSpPr>
          <p:cNvPr id="185" name="Google Shape;185;p33"/>
          <p:cNvSpPr txBox="1">
            <a:spLocks noGrp="1"/>
          </p:cNvSpPr>
          <p:nvPr>
            <p:ph type="body" idx="1"/>
          </p:nvPr>
        </p:nvSpPr>
        <p:spPr>
          <a:xfrm>
            <a:off x="311700" y="1610667"/>
            <a:ext cx="8520600" cy="29584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" sz="2800"/>
              <a:t>Consonant Properties:</a:t>
            </a:r>
          </a:p>
          <a:p>
            <a:pPr marL="742950" lvl="1" indent="-285750">
              <a:lnSpc>
                <a:spcPct val="150000"/>
              </a:lnSpc>
            </a:pPr>
            <a:r>
              <a:rPr lang="en" sz="2000"/>
              <a:t>Voicing</a:t>
            </a:r>
          </a:p>
          <a:p>
            <a:pPr marL="742950" lvl="1" indent="-285750">
              <a:lnSpc>
                <a:spcPct val="150000"/>
              </a:lnSpc>
            </a:pPr>
            <a:r>
              <a:rPr lang="en" sz="2000"/>
              <a:t>Place</a:t>
            </a:r>
          </a:p>
          <a:p>
            <a:pPr marL="742950" lvl="1" indent="-285750">
              <a:lnSpc>
                <a:spcPct val="150000"/>
              </a:lnSpc>
            </a:pPr>
            <a:r>
              <a:rPr lang="en" sz="2000"/>
              <a:t>Manner</a:t>
            </a:r>
          </a:p>
          <a:p>
            <a:pPr marL="742950" lvl="1" indent="-285750">
              <a:lnSpc>
                <a:spcPct val="150000"/>
              </a:lnSpc>
            </a:pPr>
            <a:endParaRPr lang="e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185" name="Google Shape;185;p33"/>
          <p:cNvSpPr txBox="1">
            <a:spLocks noGrp="1"/>
          </p:cNvSpPr>
          <p:nvPr>
            <p:ph type="body" idx="1"/>
          </p:nvPr>
        </p:nvSpPr>
        <p:spPr>
          <a:xfrm>
            <a:off x="311700" y="2569971"/>
            <a:ext cx="8520600" cy="1999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"/>
              <a:t>Last time you started working on the </a:t>
            </a:r>
            <a:r>
              <a:rPr lang="en" err="1"/>
              <a:t>Dorgon</a:t>
            </a:r>
            <a:r>
              <a:rPr lang="en"/>
              <a:t> consonant system</a:t>
            </a:r>
          </a:p>
        </p:txBody>
      </p:sp>
    </p:spTree>
    <p:extLst>
      <p:ext uri="{BB962C8B-B14F-4D97-AF65-F5344CB8AC3E}">
        <p14:creationId xmlns:p14="http://schemas.microsoft.com/office/powerpoint/2010/main" val="2237712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85" name="Google Shape;185;p33"/>
          <p:cNvSpPr txBox="1">
            <a:spLocks noGrp="1"/>
          </p:cNvSpPr>
          <p:nvPr>
            <p:ph type="body" idx="1"/>
          </p:nvPr>
        </p:nvSpPr>
        <p:spPr>
          <a:xfrm>
            <a:off x="311700" y="1454850"/>
            <a:ext cx="8520600" cy="31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" dirty="0"/>
              <a:t>We'll be examining how my older son &amp; I fashioned our C inventory for Metra</a:t>
            </a:r>
          </a:p>
          <a:p>
            <a:pPr marL="285750" indent="-285750">
              <a:lnSpc>
                <a:spcPct val="150000"/>
              </a:lnSpc>
            </a:pPr>
            <a:r>
              <a:rPr lang="en" dirty="0"/>
              <a:t>We'll discuss "rules" for fashioning a C system</a:t>
            </a:r>
          </a:p>
          <a:p>
            <a:pPr marL="285750" indent="-285750">
              <a:lnSpc>
                <a:spcPct val="150000"/>
              </a:lnSpc>
            </a:pPr>
            <a:r>
              <a:rPr lang="en" dirty="0"/>
              <a:t>With these in mind, we'll return to the </a:t>
            </a:r>
            <a:r>
              <a:rPr lang="en" dirty="0" err="1"/>
              <a:t>Dorgon</a:t>
            </a:r>
            <a:r>
              <a:rPr lang="en" dirty="0"/>
              <a:t> inventory</a:t>
            </a:r>
          </a:p>
          <a:p>
            <a:pPr marL="285750" indent="-285750">
              <a:lnSpc>
                <a:spcPct val="150000"/>
              </a:lnSpc>
            </a:pPr>
            <a:r>
              <a:rPr lang="en" dirty="0"/>
              <a:t>We'll finish up by beginning work on your consonant inventories</a:t>
            </a:r>
          </a:p>
          <a:p>
            <a:pPr marL="285750" indent="-285750">
              <a:lnSpc>
                <a:spcPct val="150000"/>
              </a:lnSpc>
            </a:pPr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4916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Metra Phonology - Starting with 5 consonants</a:t>
            </a:r>
            <a:endParaRPr/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175" y="1480350"/>
            <a:ext cx="450532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" name="Google Shape;196;p35"/>
          <p:cNvGraphicFramePr/>
          <p:nvPr/>
        </p:nvGraphicFramePr>
        <p:xfrm>
          <a:off x="248675" y="58025"/>
          <a:ext cx="8434650" cy="4783885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2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Bilabial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Labiodental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Uvular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Glottal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Stop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Nasal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Fricative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  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ɣ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13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Affricate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9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Glide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Liquid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6"/>
          <p:cNvPicPr preferRelativeResize="0"/>
          <p:nvPr/>
        </p:nvPicPr>
        <p:blipFill rotWithShape="1">
          <a:blip r:embed="rId3">
            <a:alphaModFix/>
          </a:blip>
          <a:srcRect l="5553" t="15002" b="20911"/>
          <a:stretch/>
        </p:blipFill>
        <p:spPr>
          <a:xfrm rot="10800000">
            <a:off x="175650" y="752729"/>
            <a:ext cx="2674650" cy="373357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6"/>
          <p:cNvSpPr txBox="1">
            <a:spLocks noGrp="1"/>
          </p:cNvSpPr>
          <p:nvPr>
            <p:ph type="body" idx="1"/>
          </p:nvPr>
        </p:nvSpPr>
        <p:spPr>
          <a:xfrm>
            <a:off x="2911125" y="2343225"/>
            <a:ext cx="6174600" cy="19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u="sng">
                <a:solidFill>
                  <a:schemeClr val="hlink"/>
                </a:solidFill>
                <a:hlinkClick r:id="rId4"/>
              </a:rPr>
              <a:t>https://www.ipachart.com/</a:t>
            </a:r>
            <a:r>
              <a:rPr lang="en" sz="3600"/>
              <a:t> </a:t>
            </a:r>
            <a:endParaRPr sz="3600"/>
          </a:p>
        </p:txBody>
      </p:sp>
      <p:sp>
        <p:nvSpPr>
          <p:cNvPr id="203" name="Google Shape;203;p36"/>
          <p:cNvSpPr txBox="1">
            <a:spLocks noGrp="1"/>
          </p:cNvSpPr>
          <p:nvPr>
            <p:ph type="title"/>
          </p:nvPr>
        </p:nvSpPr>
        <p:spPr>
          <a:xfrm>
            <a:off x="3261475" y="445025"/>
            <a:ext cx="55707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Choose 5 </a:t>
            </a:r>
            <a:r>
              <a:rPr lang="en" i="1"/>
              <a:t>non-English </a:t>
            </a:r>
            <a:r>
              <a:rPr lang="en"/>
              <a:t>consonants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>
            <a:spLocks noGrp="1"/>
          </p:cNvSpPr>
          <p:nvPr>
            <p:ph type="title"/>
          </p:nvPr>
        </p:nvSpPr>
        <p:spPr>
          <a:xfrm>
            <a:off x="311700" y="17377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Create a consonant chart that includes the five, non-English sounds you chose.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“Chapter 4: Consonants”</a:t>
            </a:r>
            <a:endParaRPr/>
          </a:p>
        </p:txBody>
      </p:sp>
      <p:sp>
        <p:nvSpPr>
          <p:cNvPr id="214" name="Google Shape;214;p38"/>
          <p:cNvSpPr txBox="1">
            <a:spLocks noGrp="1"/>
          </p:cNvSpPr>
          <p:nvPr>
            <p:ph type="body" idx="1"/>
          </p:nvPr>
        </p:nvSpPr>
        <p:spPr>
          <a:xfrm>
            <a:off x="311700" y="1538425"/>
            <a:ext cx="85206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All languages utilize stops in their consonant inventories. Nearly all languages have bilabial sounds like /p/, alveolar sounds like /t/, and velar sounds like /k/.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voicing does not matter within the inventory of stops, affricates, and fricatives, the voiceless sound is chosen. So you would have /p t k/, not /b d g/.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 most common fricative is /s/.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Nearly all languages have nasals, with /m/ and /n/ being the most common.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Nearly all languages have /r/ and /l/, though some (most notably East Asian languages) do not contrast the two, typically merging them to /r/.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Many languages have the glides /w/ and /y/, though these are often absent, especially between vowels.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15" name="Google Shape;215;p38"/>
          <p:cNvSpPr txBox="1">
            <a:spLocks noGrp="1"/>
          </p:cNvSpPr>
          <p:nvPr>
            <p:ph type="body" idx="1"/>
          </p:nvPr>
        </p:nvSpPr>
        <p:spPr>
          <a:xfrm>
            <a:off x="353475" y="4480575"/>
            <a:ext cx="8520600" cy="5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1"/>
              <a:t>Go back to your other consonant choices to see if they can help fill in the gaps.</a:t>
            </a:r>
            <a:endParaRPr sz="12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39"/>
          <p:cNvGraphicFramePr/>
          <p:nvPr/>
        </p:nvGraphicFramePr>
        <p:xfrm>
          <a:off x="354675" y="473125"/>
          <a:ext cx="8434650" cy="2747905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2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Bilabial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Labiodental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Uvular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Glottal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Stop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Nasal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Fricative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  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ɣ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1" name="Google Shape;221;p39"/>
          <p:cNvSpPr txBox="1">
            <a:spLocks noGrp="1"/>
          </p:cNvSpPr>
          <p:nvPr>
            <p:ph type="body" idx="1"/>
          </p:nvPr>
        </p:nvSpPr>
        <p:spPr>
          <a:xfrm>
            <a:off x="311700" y="3913775"/>
            <a:ext cx="8520600" cy="23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All languages utilize stops in their consonant inventories. Nearly all languages have bilabial sounds like /p/, alveolar sounds like /t/, and velar sounds like /k/.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" name="Google Shape;226;p40"/>
          <p:cNvGraphicFramePr/>
          <p:nvPr/>
        </p:nvGraphicFramePr>
        <p:xfrm>
          <a:off x="397650" y="496850"/>
          <a:ext cx="8434650" cy="2747905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2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Bilabial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Labiodental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Uvular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Glottal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Stop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p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t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k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Nasal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Fricative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  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ɣ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7" name="Google Shape;227;p40"/>
          <p:cNvSpPr txBox="1">
            <a:spLocks noGrp="1"/>
          </p:cNvSpPr>
          <p:nvPr>
            <p:ph type="body" idx="1"/>
          </p:nvPr>
        </p:nvSpPr>
        <p:spPr>
          <a:xfrm>
            <a:off x="311700" y="3886650"/>
            <a:ext cx="85206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 startAt="2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voicing does not matter within the inventory of stops, affricates, and fricatives, the voiceless sound is chosen. So you would have /p t k/, not /b d g/.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" name="Google Shape;232;p41"/>
          <p:cNvGraphicFramePr/>
          <p:nvPr/>
        </p:nvGraphicFramePr>
        <p:xfrm>
          <a:off x="260525" y="627275"/>
          <a:ext cx="8434650" cy="2747905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2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Bilabial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Labiodental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Uvular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Glottal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Stop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p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t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k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Nasal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Fricative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s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  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ɣ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3" name="Google Shape;233;p41"/>
          <p:cNvSpPr txBox="1">
            <a:spLocks noGrp="1"/>
          </p:cNvSpPr>
          <p:nvPr>
            <p:ph type="body" idx="1"/>
          </p:nvPr>
        </p:nvSpPr>
        <p:spPr>
          <a:xfrm>
            <a:off x="311700" y="4008650"/>
            <a:ext cx="8520600" cy="24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 startAt="3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 most common fricative is /s/.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" name="Google Shape;238;p42"/>
          <p:cNvGraphicFramePr/>
          <p:nvPr/>
        </p:nvGraphicFramePr>
        <p:xfrm>
          <a:off x="236800" y="615450"/>
          <a:ext cx="8434650" cy="2747905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2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Bilabial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Labiodental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Interdental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Uvular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Glottal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Stop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p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t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k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Nasal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ŋ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ɴ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Fricative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s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  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ɣ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9" name="Google Shape;239;p42"/>
          <p:cNvSpPr txBox="1">
            <a:spLocks noGrp="1"/>
          </p:cNvSpPr>
          <p:nvPr>
            <p:ph type="body" idx="1"/>
          </p:nvPr>
        </p:nvSpPr>
        <p:spPr>
          <a:xfrm>
            <a:off x="311700" y="4162825"/>
            <a:ext cx="8520600" cy="21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 startAt="4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Nearly all languages have nasals, with /m/ and /n/ being the most common.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40" name="Google Shape;240;p42"/>
          <p:cNvSpPr/>
          <p:nvPr/>
        </p:nvSpPr>
        <p:spPr>
          <a:xfrm>
            <a:off x="5906250" y="1933175"/>
            <a:ext cx="1648500" cy="521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body" idx="1"/>
          </p:nvPr>
        </p:nvSpPr>
        <p:spPr>
          <a:xfrm>
            <a:off x="311700" y="4162825"/>
            <a:ext cx="8520600" cy="21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 startAt="5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Nearly all languages have /r/ and /l/, though some (most notably East Asian languages) do not contrast the two, typically merging them to /r/.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  <p:graphicFrame>
        <p:nvGraphicFramePr>
          <p:cNvPr id="246" name="Google Shape;246;p43"/>
          <p:cNvGraphicFramePr/>
          <p:nvPr/>
        </p:nvGraphicFramePr>
        <p:xfrm>
          <a:off x="1636450" y="309700"/>
          <a:ext cx="5588300" cy="335981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Bilabial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Alveolar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Retroflex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Palatal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Uvular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Stop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implosive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ɓ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ɗ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k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ɠ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q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ʛ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Nasal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ŋ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ɴ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Fricative</a:t>
                      </a:r>
                      <a:endParaRPr sz="1200" b="1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voiceless</a:t>
                      </a:r>
                      <a:endParaRPr sz="120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voiced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</a:t>
                      </a:r>
                      <a:endParaRPr sz="1200"/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 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x  ɧ</a:t>
                      </a: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/>
                        <a:t>ɣ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2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Glide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Liquid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ɭ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ʀ</a:t>
                      </a: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1" name="Google Shape;251;p44"/>
          <p:cNvGraphicFramePr/>
          <p:nvPr>
            <p:extLst>
              <p:ext uri="{D42A27DB-BD31-4B8C-83A1-F6EECF244321}">
                <p14:modId xmlns:p14="http://schemas.microsoft.com/office/powerpoint/2010/main" val="1102313303"/>
              </p:ext>
            </p:extLst>
          </p:nvPr>
        </p:nvGraphicFramePr>
        <p:xfrm>
          <a:off x="1636450" y="309700"/>
          <a:ext cx="5588300" cy="3359810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Bilabial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Alveolar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Retroflex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Palatal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Velar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Uvular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93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Stop</a:t>
                      </a:r>
                      <a:endParaRPr sz="1200" b="1" dirty="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voiceless</a:t>
                      </a:r>
                      <a:endParaRPr sz="1200" dirty="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implosive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p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ɓ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t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ɗ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k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ɠ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q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ʛ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Nasal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m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n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ŋ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ɴ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4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Fricative</a:t>
                      </a:r>
                      <a:endParaRPr sz="1200" b="1" dirty="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voiceless</a:t>
                      </a:r>
                      <a:endParaRPr sz="1200" dirty="0"/>
                    </a:p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voiced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s</a:t>
                      </a:r>
                      <a:endParaRPr sz="1200" dirty="0"/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ç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x  ɧ</a:t>
                      </a:r>
                      <a:endParaRPr sz="1200" dirty="0"/>
                    </a:p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ɣ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22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Glide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w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j</a:t>
                      </a:r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7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Liquid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ɭ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ʀ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2" name="Google Shape;252;p44"/>
          <p:cNvSpPr txBox="1">
            <a:spLocks noGrp="1"/>
          </p:cNvSpPr>
          <p:nvPr>
            <p:ph type="body" idx="1"/>
          </p:nvPr>
        </p:nvSpPr>
        <p:spPr>
          <a:xfrm>
            <a:off x="311700" y="4162825"/>
            <a:ext cx="8520600" cy="21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Courier New"/>
              <a:buAutoNum type="arabicPeriod" startAt="6"/>
            </a:pPr>
            <a:r>
              <a:rPr lang="en" sz="12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Many languages have the glides /w/ and /j/, though these are often absent, especially between vowels.</a:t>
            </a:r>
            <a:endParaRPr sz="12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39"/>
          <p:cNvGraphicFramePr/>
          <p:nvPr>
            <p:extLst>
              <p:ext uri="{D42A27DB-BD31-4B8C-83A1-F6EECF244321}">
                <p14:modId xmlns:p14="http://schemas.microsoft.com/office/powerpoint/2010/main" val="952446678"/>
              </p:ext>
            </p:extLst>
          </p:nvPr>
        </p:nvGraphicFramePr>
        <p:xfrm>
          <a:off x="354675" y="1391607"/>
          <a:ext cx="8434650" cy="1847778"/>
        </p:xfrm>
        <a:graphic>
          <a:graphicData uri="http://schemas.openxmlformats.org/drawingml/2006/table">
            <a:tbl>
              <a:tblPr>
                <a:noFill/>
                <a:tableStyleId>{AF194A0B-6C01-4040-9746-5417103B3D62}</a:tableStyleId>
              </a:tblPr>
              <a:tblGrid>
                <a:gridCol w="80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8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4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9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221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0500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Bilabial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Labiodental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Interdental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Alveolar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Alveopalatal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Palatal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Velar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Uvular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Glottal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955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Stop</a:t>
                      </a:r>
                      <a:endParaRPr sz="1200" b="1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1200" dirty="0"/>
                        <a:t>b</a:t>
                      </a:r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lang="en"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1200" dirty="0"/>
                        <a:t>d</a:t>
                      </a:r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b="1" dirty="0">
                          <a:highlight>
                            <a:srgbClr val="FFFF00"/>
                          </a:highlight>
                        </a:rPr>
                        <a:t>c</a:t>
                      </a:r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1200" dirty="0"/>
                        <a:t>k g</a:t>
                      </a:r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lang="en-US"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dirty="0"/>
                        <a:t> 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361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Nasal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m</a:t>
                      </a:r>
                      <a:endParaRPr lang="en-US"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n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361">
                <a:tc>
                  <a:txBody>
                    <a:bodyPr/>
                    <a:lstStyle/>
                    <a:p>
                      <a:pPr marL="5080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Affricate</a:t>
                      </a:r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pf</a:t>
                      </a:r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659463"/>
                  </a:ext>
                </a:extLst>
              </a:tr>
              <a:tr h="336776">
                <a:tc>
                  <a:txBody>
                    <a:bodyPr/>
                    <a:lstStyle/>
                    <a:p>
                      <a:pPr marL="5080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Fricative</a:t>
                      </a:r>
                      <a:endParaRPr sz="1200" b="1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l-GR" sz="14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θ</a:t>
                      </a:r>
                      <a:endParaRPr lang="en-US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1200" dirty="0"/>
                        <a:t>s z</a:t>
                      </a:r>
                      <a:endParaRPr sz="1200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/>
                        </a:rPr>
                        <a:t>ç</a:t>
                      </a:r>
                      <a:r>
                        <a:rPr lang="en" sz="1200" b="1" dirty="0">
                          <a:highlight>
                            <a:srgbClr val="FFFF00"/>
                          </a:highlight>
                        </a:rPr>
                        <a:t> </a:t>
                      </a:r>
                      <a:endParaRPr sz="1200" b="1" dirty="0">
                        <a:highlight>
                          <a:srgbClr val="FFFF00"/>
                        </a:highlight>
                      </a:endParaRPr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" sz="1200" b="1" dirty="0"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 rtl="0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lang="en" sz="1200" b="1" dirty="0"/>
                    </a:p>
                  </a:txBody>
                  <a:tcPr marL="25400" marR="25400" marT="25400" marB="25400">
                    <a:lnL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marL="50800" lvl="0" indent="0" algn="l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 dirty="0"/>
                        <a:t>Liquid</a:t>
                      </a:r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1200" dirty="0"/>
                        <a:t>r, l</a:t>
                      </a:r>
                      <a:endParaRPr sz="1200" dirty="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lang="en"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0800" lvl="0" indent="0" algn="ctr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endParaRPr lang="en" sz="1200"/>
                    </a:p>
                  </a:txBody>
                  <a:tcPr marL="25400" marR="25400" marT="25400" marB="25400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4">
                      <a:solidFill>
                        <a:srgbClr val="80808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68858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08B4033-7E9F-4BBE-39FC-691D698388E2}"/>
              </a:ext>
            </a:extLst>
          </p:cNvPr>
          <p:cNvSpPr txBox="1"/>
          <p:nvPr/>
        </p:nvSpPr>
        <p:spPr>
          <a:xfrm>
            <a:off x="618445" y="383721"/>
            <a:ext cx="79071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EF6C00"/>
                </a:solidFill>
                <a:latin typeface="PT Sans Narrow"/>
              </a:rPr>
              <a:t>Return to Dorgon – Any modifications needed?</a:t>
            </a:r>
            <a:r>
              <a:rPr lang="en-US" sz="3600">
                <a:latin typeface="PT Sans Narrow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08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Return to </a:t>
            </a:r>
            <a:r>
              <a:rPr lang="en" err="1"/>
              <a:t>Dorgon</a:t>
            </a:r>
            <a:r>
              <a:rPr lang="en"/>
              <a:t> – Any modifications needed?</a:t>
            </a:r>
            <a:endParaRPr/>
          </a:p>
        </p:txBody>
      </p:sp>
      <p:sp>
        <p:nvSpPr>
          <p:cNvPr id="214" name="Google Shape;214;p38"/>
          <p:cNvSpPr txBox="1">
            <a:spLocks noGrp="1"/>
          </p:cNvSpPr>
          <p:nvPr>
            <p:ph type="body" idx="1"/>
          </p:nvPr>
        </p:nvSpPr>
        <p:spPr>
          <a:xfrm>
            <a:off x="311700" y="1538425"/>
            <a:ext cx="8520600" cy="30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All languages utilize stops in their consonant inventories. Nearly all languages have bilabial sounds like /p/, alveolar sounds like /t/, and velar sounds like /k/.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If voicing does not matter within the inventory of stops, affricates, and fricatives, the voiceless sound is chosen. So you would have /p t k/, not /b d g/.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The most common fricative is /s/.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Nearly all languages have nasals, with /m/ and /n/ being the most common.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Nearly all languages have /r/ and /l/, though some (most notably East Asian languages) do not contrast the two, typically merging them to /r/.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28600" lvl="0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Many languages have the glides /w/ and /y/, though these are often absent, especially between vowels.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54281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8B4033-7E9F-4BBE-39FC-691D698388E2}"/>
              </a:ext>
            </a:extLst>
          </p:cNvPr>
          <p:cNvSpPr txBox="1"/>
          <p:nvPr/>
        </p:nvSpPr>
        <p:spPr>
          <a:xfrm>
            <a:off x="618445" y="383721"/>
            <a:ext cx="79071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 err="1">
                <a:solidFill>
                  <a:srgbClr val="EF6C00"/>
                </a:solidFill>
                <a:latin typeface="PT Sans Narrow"/>
              </a:rPr>
              <a:t>Dorgon</a:t>
            </a:r>
            <a:r>
              <a:rPr lang="en-US" sz="3600" b="1" dirty="0">
                <a:solidFill>
                  <a:srgbClr val="EF6C00"/>
                </a:solidFill>
                <a:latin typeface="PT Sans Narrow"/>
              </a:rPr>
              <a:t> Consonant System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85286C-FE58-1BED-5072-5E902D515887}"/>
              </a:ext>
            </a:extLst>
          </p:cNvPr>
          <p:cNvGraphicFramePr>
            <a:graphicFrameLocks noGrp="1"/>
          </p:cNvGraphicFramePr>
          <p:nvPr/>
        </p:nvGraphicFramePr>
        <p:xfrm>
          <a:off x="354692" y="1654968"/>
          <a:ext cx="8434615" cy="1833563"/>
        </p:xfrm>
        <a:graphic>
          <a:graphicData uri="http://schemas.openxmlformats.org/drawingml/2006/table">
            <a:tbl>
              <a:tblPr bandRow="1">
                <a:tableStyleId>{AF194A0B-6C01-4040-9746-5417103B3D62}</a:tableStyleId>
              </a:tblPr>
              <a:tblGrid>
                <a:gridCol w="808568">
                  <a:extLst>
                    <a:ext uri="{9D8B030D-6E8A-4147-A177-3AD203B41FA5}">
                      <a16:colId xmlns:a16="http://schemas.microsoft.com/office/drawing/2014/main" val="2390058649"/>
                    </a:ext>
                  </a:extLst>
                </a:gridCol>
                <a:gridCol w="655825">
                  <a:extLst>
                    <a:ext uri="{9D8B030D-6E8A-4147-A177-3AD203B41FA5}">
                      <a16:colId xmlns:a16="http://schemas.microsoft.com/office/drawing/2014/main" val="2146362331"/>
                    </a:ext>
                  </a:extLst>
                </a:gridCol>
                <a:gridCol w="899693">
                  <a:extLst>
                    <a:ext uri="{9D8B030D-6E8A-4147-A177-3AD203B41FA5}">
                      <a16:colId xmlns:a16="http://schemas.microsoft.com/office/drawing/2014/main" val="510856623"/>
                    </a:ext>
                  </a:extLst>
                </a:gridCol>
                <a:gridCol w="824474">
                  <a:extLst>
                    <a:ext uri="{9D8B030D-6E8A-4147-A177-3AD203B41FA5}">
                      <a16:colId xmlns:a16="http://schemas.microsoft.com/office/drawing/2014/main" val="1438044969"/>
                    </a:ext>
                  </a:extLst>
                </a:gridCol>
                <a:gridCol w="750741">
                  <a:extLst>
                    <a:ext uri="{9D8B030D-6E8A-4147-A177-3AD203B41FA5}">
                      <a16:colId xmlns:a16="http://schemas.microsoft.com/office/drawing/2014/main" val="2589591127"/>
                    </a:ext>
                  </a:extLst>
                </a:gridCol>
                <a:gridCol w="1008355">
                  <a:extLst>
                    <a:ext uri="{9D8B030D-6E8A-4147-A177-3AD203B41FA5}">
                      <a16:colId xmlns:a16="http://schemas.microsoft.com/office/drawing/2014/main" val="1054324553"/>
                    </a:ext>
                  </a:extLst>
                </a:gridCol>
                <a:gridCol w="740921">
                  <a:extLst>
                    <a:ext uri="{9D8B030D-6E8A-4147-A177-3AD203B41FA5}">
                      <a16:colId xmlns:a16="http://schemas.microsoft.com/office/drawing/2014/main" val="1097616776"/>
                    </a:ext>
                  </a:extLst>
                </a:gridCol>
                <a:gridCol w="724167">
                  <a:extLst>
                    <a:ext uri="{9D8B030D-6E8A-4147-A177-3AD203B41FA5}">
                      <a16:colId xmlns:a16="http://schemas.microsoft.com/office/drawing/2014/main" val="709193727"/>
                    </a:ext>
                  </a:extLst>
                </a:gridCol>
                <a:gridCol w="899693">
                  <a:extLst>
                    <a:ext uri="{9D8B030D-6E8A-4147-A177-3AD203B41FA5}">
                      <a16:colId xmlns:a16="http://schemas.microsoft.com/office/drawing/2014/main" val="3030436777"/>
                    </a:ext>
                  </a:extLst>
                </a:gridCol>
                <a:gridCol w="1122178">
                  <a:extLst>
                    <a:ext uri="{9D8B030D-6E8A-4147-A177-3AD203B41FA5}">
                      <a16:colId xmlns:a16="http://schemas.microsoft.com/office/drawing/2014/main" val="3635570654"/>
                    </a:ext>
                  </a:extLst>
                </a:gridCol>
              </a:tblGrid>
              <a:tr h="392906">
                <a:tc>
                  <a:txBody>
                    <a:bodyPr/>
                    <a:lstStyle/>
                    <a:p>
                      <a:pPr algn="l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Bilabial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Labiodental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Interdental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Alveolar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Alveopalatal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Palatal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Velar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Uvular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Glottal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196551"/>
                  </a:ext>
                </a:extLst>
              </a:tr>
              <a:tr h="297656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Stop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c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 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318325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Nasal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6596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Affricate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pf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31019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Fricative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l-G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θ</a:t>
                      </a:r>
                      <a:endParaRPr lang="el-G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 z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ç</a:t>
                      </a: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</a:rPr>
                        <a:t>x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075891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Liquid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r, 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b="0" i="0">
                        <a:solidFill>
                          <a:srgbClr val="A1E8D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136400"/>
                  </a:ext>
                </a:extLst>
              </a:tr>
            </a:tbl>
          </a:graphicData>
        </a:graphic>
      </p:graphicFrame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BCCF0FA-1525-CC39-9246-4C47BE7B6DE6}"/>
              </a:ext>
            </a:extLst>
          </p:cNvPr>
          <p:cNvSpPr>
            <a:spLocks noGrp="1"/>
          </p:cNvSpPr>
          <p:nvPr/>
        </p:nvSpPr>
        <p:spPr>
          <a:xfrm>
            <a:off x="354832" y="3798979"/>
            <a:ext cx="8434336" cy="56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>
              <a:lnSpc>
                <a:spcPct val="114999"/>
              </a:lnSpc>
              <a:spcBef>
                <a:spcPts val="600"/>
              </a:spcBef>
            </a:pPr>
            <a:r>
              <a:rPr lang="en-US" sz="2400" dirty="0"/>
              <a:t>Follow the rules above: how would you modify the existing system?</a:t>
            </a:r>
          </a:p>
        </p:txBody>
      </p:sp>
    </p:spTree>
    <p:extLst>
      <p:ext uri="{BB962C8B-B14F-4D97-AF65-F5344CB8AC3E}">
        <p14:creationId xmlns:p14="http://schemas.microsoft.com/office/powerpoint/2010/main" val="31968578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>
            <a:spLocks noGrp="1"/>
          </p:cNvSpPr>
          <p:nvPr>
            <p:ph type="body" idx="1"/>
          </p:nvPr>
        </p:nvSpPr>
        <p:spPr>
          <a:xfrm>
            <a:off x="311700" y="3913775"/>
            <a:ext cx="8520600" cy="23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AutoNum type="arabicPeriod"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All languages utilize stops in their consonant inventories. Nearly all languages have bilabial sounds like /p/, alveolar sounds like /t/, and velar sounds like /k/.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B4033-7E9F-4BBE-39FC-691D698388E2}"/>
              </a:ext>
            </a:extLst>
          </p:cNvPr>
          <p:cNvSpPr txBox="1"/>
          <p:nvPr/>
        </p:nvSpPr>
        <p:spPr>
          <a:xfrm>
            <a:off x="618445" y="383721"/>
            <a:ext cx="79071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EF6C00"/>
                </a:solidFill>
                <a:latin typeface="PT Sans Narrow"/>
              </a:rPr>
              <a:t>Return to Dorgon – Any modifications needed?</a:t>
            </a:r>
            <a:r>
              <a:rPr lang="en-US" sz="3600">
                <a:latin typeface="PT Sans Narrow"/>
              </a:rPr>
              <a:t>​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503067-3A6E-6E50-4236-8B1E11848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05822"/>
              </p:ext>
            </p:extLst>
          </p:nvPr>
        </p:nvGraphicFramePr>
        <p:xfrm>
          <a:off x="1229263" y="1488056"/>
          <a:ext cx="6289878" cy="2201215"/>
        </p:xfrm>
        <a:graphic>
          <a:graphicData uri="http://schemas.openxmlformats.org/drawingml/2006/table">
            <a:tbl>
              <a:tblPr bandRow="1">
                <a:tableStyleId>{AF194A0B-6C01-4040-9746-5417103B3D62}</a:tableStyleId>
              </a:tblPr>
              <a:tblGrid>
                <a:gridCol w="1064517">
                  <a:extLst>
                    <a:ext uri="{9D8B030D-6E8A-4147-A177-3AD203B41FA5}">
                      <a16:colId xmlns:a16="http://schemas.microsoft.com/office/drawing/2014/main" val="2763043892"/>
                    </a:ext>
                  </a:extLst>
                </a:gridCol>
                <a:gridCol w="1222660">
                  <a:extLst>
                    <a:ext uri="{9D8B030D-6E8A-4147-A177-3AD203B41FA5}">
                      <a16:colId xmlns:a16="http://schemas.microsoft.com/office/drawing/2014/main" val="2299570618"/>
                    </a:ext>
                  </a:extLst>
                </a:gridCol>
                <a:gridCol w="1085459">
                  <a:extLst>
                    <a:ext uri="{9D8B030D-6E8A-4147-A177-3AD203B41FA5}">
                      <a16:colId xmlns:a16="http://schemas.microsoft.com/office/drawing/2014/main" val="3552731278"/>
                    </a:ext>
                  </a:extLst>
                </a:gridCol>
                <a:gridCol w="988386">
                  <a:extLst>
                    <a:ext uri="{9D8B030D-6E8A-4147-A177-3AD203B41FA5}">
                      <a16:colId xmlns:a16="http://schemas.microsoft.com/office/drawing/2014/main" val="2302271397"/>
                    </a:ext>
                  </a:extLst>
                </a:gridCol>
                <a:gridCol w="975456">
                  <a:extLst>
                    <a:ext uri="{9D8B030D-6E8A-4147-A177-3AD203B41FA5}">
                      <a16:colId xmlns:a16="http://schemas.microsoft.com/office/drawing/2014/main" val="205325224"/>
                    </a:ext>
                  </a:extLst>
                </a:gridCol>
                <a:gridCol w="953400">
                  <a:extLst>
                    <a:ext uri="{9D8B030D-6E8A-4147-A177-3AD203B41FA5}">
                      <a16:colId xmlns:a16="http://schemas.microsoft.com/office/drawing/2014/main" val="1618948014"/>
                    </a:ext>
                  </a:extLst>
                </a:gridCol>
              </a:tblGrid>
              <a:tr h="281962">
                <a:tc>
                  <a:txBody>
                    <a:bodyPr/>
                    <a:lstStyle/>
                    <a:p>
                      <a:pPr rtl="0" fontAlgn="auto"/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Bilabial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Interdental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Alveolar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Palatal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Velar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434164"/>
                  </a:ext>
                </a:extLst>
              </a:tr>
              <a:tr h="391614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effectLst/>
                          <a:latin typeface="Arial"/>
                        </a:rPr>
                        <a:t>Stop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b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d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1" dirty="0">
                          <a:effectLst/>
                          <a:latin typeface="Arial"/>
                        </a:rPr>
                        <a:t>c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k g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177628"/>
                  </a:ext>
                </a:extLst>
              </a:tr>
              <a:tr h="297626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effectLst/>
                          <a:latin typeface="Arial"/>
                        </a:rPr>
                        <a:t>Nasal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m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n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ɳ</a:t>
                      </a:r>
                      <a:endParaRPr lang="en-US" sz="1200"/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ŋ</a:t>
                      </a:r>
                      <a:endParaRPr lang="en-US" sz="1200"/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377285"/>
                  </a:ext>
                </a:extLst>
              </a:tr>
              <a:tr h="32146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effectLst/>
                          <a:latin typeface="Arial"/>
                        </a:rPr>
                        <a:t>Affricate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pf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200" dirty="0">
                          <a:effectLst/>
                          <a:latin typeface="Arial"/>
                        </a:rPr>
                        <a:t>t</a:t>
                      </a:r>
                      <a:r>
                        <a:rPr lang="el-GR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θ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200" err="1">
                          <a:effectLst/>
                          <a:latin typeface="Arial"/>
                        </a:rPr>
                        <a:t>ts</a:t>
                      </a:r>
                      <a:endParaRPr lang="en-US" sz="120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200" b="0" err="1">
                          <a:effectLst/>
                          <a:latin typeface="Arial"/>
                        </a:rPr>
                        <a:t>c</a:t>
                      </a:r>
                      <a:r>
                        <a:rPr lang="en-US" sz="12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ç</a:t>
                      </a:r>
                      <a:endParaRPr lang="en-US" sz="1200" b="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r>
                        <a:rPr lang="en-US" sz="1200" b="0" dirty="0">
                          <a:effectLst/>
                          <a:latin typeface="Arial"/>
                        </a:rPr>
                        <a:t>k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04428"/>
                  </a:ext>
                </a:extLst>
              </a:tr>
              <a:tr h="43860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effectLst/>
                          <a:latin typeface="Arial"/>
                        </a:rPr>
                        <a:t>Fricative</a:t>
                      </a:r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l-GR" sz="1200" dirty="0">
                          <a:effectLst/>
                          <a:latin typeface="Arial"/>
                        </a:rPr>
                        <a:t>θ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effectLst/>
                          <a:latin typeface="Arial"/>
                        </a:rPr>
                        <a:t>s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dirty="0">
                          <a:effectLst/>
                          <a:latin typeface="Arial"/>
                        </a:rPr>
                        <a:t>ç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err="1">
                          <a:effectLst/>
                          <a:latin typeface="Arial"/>
                        </a:rPr>
                        <a:t>kx</a:t>
                      </a:r>
                      <a:endParaRPr lang="en-US" sz="1200" b="0" dirty="0"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175818"/>
                  </a:ext>
                </a:extLst>
              </a:tr>
              <a:tr h="46993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Liquid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r, l</a:t>
                      </a: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0317" marR="20317" marT="20317" marB="20317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286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8475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>
            <a:spLocks noGrp="1"/>
          </p:cNvSpPr>
          <p:nvPr>
            <p:ph type="body" idx="1"/>
          </p:nvPr>
        </p:nvSpPr>
        <p:spPr>
          <a:xfrm>
            <a:off x="311700" y="3913775"/>
            <a:ext cx="8520600" cy="23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rgbClr val="000000"/>
              </a:buClr>
              <a:buSzPts val="12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cs typeface="Courier New"/>
              </a:rPr>
              <a:t>2. If voicing does not matter within the inventory of stops, affricates, and fricatives, the voiceless sound is chosen. So you would have /p t k/, not /b d g/.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B4033-7E9F-4BBE-39FC-691D698388E2}"/>
              </a:ext>
            </a:extLst>
          </p:cNvPr>
          <p:cNvSpPr txBox="1"/>
          <p:nvPr/>
        </p:nvSpPr>
        <p:spPr>
          <a:xfrm>
            <a:off x="618445" y="383721"/>
            <a:ext cx="79071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EF6C00"/>
                </a:solidFill>
                <a:latin typeface="PT Sans Narrow"/>
              </a:rPr>
              <a:t>Return to Dorgon – Any modifications needed?</a:t>
            </a:r>
            <a:r>
              <a:rPr lang="en-US" sz="3600">
                <a:latin typeface="PT Sans Narrow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514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>
            <a:spLocks noGrp="1"/>
          </p:cNvSpPr>
          <p:nvPr>
            <p:ph type="body" idx="1"/>
          </p:nvPr>
        </p:nvSpPr>
        <p:spPr>
          <a:xfrm>
            <a:off x="311700" y="3913775"/>
            <a:ext cx="8520600" cy="23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rgbClr val="000000"/>
              </a:buClr>
              <a:buSzPts val="12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cs typeface="Courier New"/>
              </a:rPr>
              <a:t>3. The most common fricative is /s/.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B4033-7E9F-4BBE-39FC-691D698388E2}"/>
              </a:ext>
            </a:extLst>
          </p:cNvPr>
          <p:cNvSpPr txBox="1"/>
          <p:nvPr/>
        </p:nvSpPr>
        <p:spPr>
          <a:xfrm>
            <a:off x="618445" y="383721"/>
            <a:ext cx="79071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EF6C00"/>
                </a:solidFill>
                <a:latin typeface="PT Sans Narrow"/>
              </a:rPr>
              <a:t>Return to Dorgon – Any modifications needed?</a:t>
            </a:r>
            <a:r>
              <a:rPr lang="en-US" sz="3600">
                <a:latin typeface="PT Sans Narrow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123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>
            <a:spLocks noGrp="1"/>
          </p:cNvSpPr>
          <p:nvPr>
            <p:ph type="body" idx="1"/>
          </p:nvPr>
        </p:nvSpPr>
        <p:spPr>
          <a:xfrm>
            <a:off x="311700" y="3913775"/>
            <a:ext cx="8520600" cy="23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rgbClr val="000000"/>
              </a:buClr>
              <a:buSzPts val="12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cs typeface="Courier New"/>
              </a:rPr>
              <a:t>4. Nearly all languages have nasals, with /m/ and /n/ being the most common.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B4033-7E9F-4BBE-39FC-691D698388E2}"/>
              </a:ext>
            </a:extLst>
          </p:cNvPr>
          <p:cNvSpPr txBox="1"/>
          <p:nvPr/>
        </p:nvSpPr>
        <p:spPr>
          <a:xfrm>
            <a:off x="618445" y="383721"/>
            <a:ext cx="79071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EF6C00"/>
                </a:solidFill>
                <a:latin typeface="PT Sans Narrow"/>
              </a:rPr>
              <a:t>Return to Dorgon – Any modifications needed?</a:t>
            </a:r>
            <a:r>
              <a:rPr lang="en-US" sz="3600">
                <a:latin typeface="PT Sans Narrow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488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>
            <a:spLocks noGrp="1"/>
          </p:cNvSpPr>
          <p:nvPr>
            <p:ph type="body" idx="1"/>
          </p:nvPr>
        </p:nvSpPr>
        <p:spPr>
          <a:xfrm>
            <a:off x="311700" y="3913775"/>
            <a:ext cx="8520600" cy="23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rgbClr val="000000"/>
              </a:buClr>
              <a:buSzPts val="12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cs typeface="Courier New"/>
              </a:rPr>
              <a:t>5. Nearly all languages have /r/ and /l/, though some (most notably East Asian languages) do not contrast the two, typically merging them to /r/.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B4033-7E9F-4BBE-39FC-691D698388E2}"/>
              </a:ext>
            </a:extLst>
          </p:cNvPr>
          <p:cNvSpPr txBox="1"/>
          <p:nvPr/>
        </p:nvSpPr>
        <p:spPr>
          <a:xfrm>
            <a:off x="618445" y="383721"/>
            <a:ext cx="79071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EF6C00"/>
                </a:solidFill>
                <a:latin typeface="PT Sans Narrow"/>
              </a:rPr>
              <a:t>Return to Dorgon – Any modifications needed?</a:t>
            </a:r>
            <a:r>
              <a:rPr lang="en-US" sz="3600">
                <a:latin typeface="PT Sans Narrow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409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>
            <a:spLocks noGrp="1"/>
          </p:cNvSpPr>
          <p:nvPr>
            <p:ph type="body" idx="1"/>
          </p:nvPr>
        </p:nvSpPr>
        <p:spPr>
          <a:xfrm>
            <a:off x="311700" y="3913775"/>
            <a:ext cx="8520600" cy="23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rgbClr val="000000"/>
              </a:buClr>
              <a:buSzPts val="1200"/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6. Many languages have the glides /w/ and /y/, though these are often absent, especially between vowels.</a:t>
            </a:r>
            <a:endParaRPr lang="en-US" sz="120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8B4033-7E9F-4BBE-39FC-691D698388E2}"/>
              </a:ext>
            </a:extLst>
          </p:cNvPr>
          <p:cNvSpPr txBox="1"/>
          <p:nvPr/>
        </p:nvSpPr>
        <p:spPr>
          <a:xfrm>
            <a:off x="618445" y="383721"/>
            <a:ext cx="79071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rgbClr val="EF6C00"/>
                </a:solidFill>
                <a:latin typeface="PT Sans Narrow"/>
              </a:rPr>
              <a:t>Return to Dorgon – Any modifications needed?</a:t>
            </a:r>
            <a:r>
              <a:rPr lang="en-US" sz="3600">
                <a:latin typeface="PT Sans Narrow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018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Now – your language</a:t>
            </a:r>
            <a:endParaRPr/>
          </a:p>
        </p:txBody>
      </p:sp>
      <p:sp>
        <p:nvSpPr>
          <p:cNvPr id="185" name="Google Shape;185;p33"/>
          <p:cNvSpPr txBox="1">
            <a:spLocks noGrp="1"/>
          </p:cNvSpPr>
          <p:nvPr>
            <p:ph type="body" idx="1"/>
          </p:nvPr>
        </p:nvSpPr>
        <p:spPr>
          <a:xfrm>
            <a:off x="311700" y="1454850"/>
            <a:ext cx="8520600" cy="311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  <a:p>
            <a:pPr indent="0">
              <a:lnSpc>
                <a:spcPct val="100000"/>
              </a:lnSpc>
              <a:spcBef>
                <a:spcPts val="1600"/>
              </a:spcBef>
              <a:buAutoNum type="arabicPeriod"/>
            </a:pPr>
            <a:r>
              <a:rPr lang="en" dirty="0"/>
              <a:t>Return to your five favorite sounds</a:t>
            </a:r>
          </a:p>
          <a:p>
            <a:pPr indent="0">
              <a:lnSpc>
                <a:spcPct val="100000"/>
              </a:lnSpc>
              <a:spcBef>
                <a:spcPts val="1600"/>
              </a:spcBef>
              <a:buAutoNum type="arabicPeriod"/>
            </a:pPr>
            <a:r>
              <a:rPr lang="en" dirty="0"/>
              <a:t>Identify any other consonants in your names created for component 1</a:t>
            </a:r>
          </a:p>
          <a:p>
            <a:pPr indent="0">
              <a:lnSpc>
                <a:spcPct val="100000"/>
              </a:lnSpc>
              <a:spcBef>
                <a:spcPts val="1600"/>
              </a:spcBef>
              <a:buAutoNum type="arabicPeriod"/>
            </a:pPr>
            <a:r>
              <a:rPr lang="en" dirty="0"/>
              <a:t>Describe all of your consonants </a:t>
            </a:r>
            <a:r>
              <a:rPr lang="en" dirty="0" err="1"/>
              <a:t>featurally</a:t>
            </a:r>
            <a:endParaRPr lang="en" dirty="0"/>
          </a:p>
          <a:p>
            <a:pPr marL="457200" lvl="0" indent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Align them in a feature chart</a:t>
            </a:r>
            <a:endParaRPr/>
          </a:p>
          <a:p>
            <a:pPr indent="0">
              <a:lnSpc>
                <a:spcPct val="100000"/>
              </a:lnSpc>
              <a:spcBef>
                <a:spcPts val="1600"/>
              </a:spcBef>
              <a:buAutoNum type="arabicPeriod"/>
            </a:pPr>
            <a:r>
              <a:rPr lang="en" dirty="0"/>
              <a:t>Flesh out the system with common sounds following the six 'rules'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42958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E76F0-43F7-6954-2A7C-8846B1FDC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Language's Consonant Inventory!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C7EDDB8-E4A7-0100-6764-5172305C0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07466"/>
              </p:ext>
            </p:extLst>
          </p:nvPr>
        </p:nvGraphicFramePr>
        <p:xfrm>
          <a:off x="85117" y="1654968"/>
          <a:ext cx="8434609" cy="2190750"/>
        </p:xfrm>
        <a:graphic>
          <a:graphicData uri="http://schemas.openxmlformats.org/drawingml/2006/table">
            <a:tbl>
              <a:tblPr bandRow="1">
                <a:tableStyleId>{AF194A0B-6C01-4040-9746-5417103B3D62}</a:tableStyleId>
              </a:tblPr>
              <a:tblGrid>
                <a:gridCol w="730633">
                  <a:extLst>
                    <a:ext uri="{9D8B030D-6E8A-4147-A177-3AD203B41FA5}">
                      <a16:colId xmlns:a16="http://schemas.microsoft.com/office/drawing/2014/main" val="3715661573"/>
                    </a:ext>
                  </a:extLst>
                </a:gridCol>
                <a:gridCol w="592612">
                  <a:extLst>
                    <a:ext uri="{9D8B030D-6E8A-4147-A177-3AD203B41FA5}">
                      <a16:colId xmlns:a16="http://schemas.microsoft.com/office/drawing/2014/main" val="2580710507"/>
                    </a:ext>
                  </a:extLst>
                </a:gridCol>
                <a:gridCol w="812975">
                  <a:extLst>
                    <a:ext uri="{9D8B030D-6E8A-4147-A177-3AD203B41FA5}">
                      <a16:colId xmlns:a16="http://schemas.microsoft.com/office/drawing/2014/main" val="3365186216"/>
                    </a:ext>
                  </a:extLst>
                </a:gridCol>
                <a:gridCol w="745006">
                  <a:extLst>
                    <a:ext uri="{9D8B030D-6E8A-4147-A177-3AD203B41FA5}">
                      <a16:colId xmlns:a16="http://schemas.microsoft.com/office/drawing/2014/main" val="1102980065"/>
                    </a:ext>
                  </a:extLst>
                </a:gridCol>
                <a:gridCol w="678380">
                  <a:extLst>
                    <a:ext uri="{9D8B030D-6E8A-4147-A177-3AD203B41FA5}">
                      <a16:colId xmlns:a16="http://schemas.microsoft.com/office/drawing/2014/main" val="3683626436"/>
                    </a:ext>
                  </a:extLst>
                </a:gridCol>
                <a:gridCol w="911164">
                  <a:extLst>
                    <a:ext uri="{9D8B030D-6E8A-4147-A177-3AD203B41FA5}">
                      <a16:colId xmlns:a16="http://schemas.microsoft.com/office/drawing/2014/main" val="2780300625"/>
                    </a:ext>
                  </a:extLst>
                </a:gridCol>
                <a:gridCol w="669506">
                  <a:extLst>
                    <a:ext uri="{9D8B030D-6E8A-4147-A177-3AD203B41FA5}">
                      <a16:colId xmlns:a16="http://schemas.microsoft.com/office/drawing/2014/main" val="1092000087"/>
                    </a:ext>
                  </a:extLst>
                </a:gridCol>
                <a:gridCol w="654367">
                  <a:extLst>
                    <a:ext uri="{9D8B030D-6E8A-4147-A177-3AD203B41FA5}">
                      <a16:colId xmlns:a16="http://schemas.microsoft.com/office/drawing/2014/main" val="3051802921"/>
                    </a:ext>
                  </a:extLst>
                </a:gridCol>
                <a:gridCol w="812975">
                  <a:extLst>
                    <a:ext uri="{9D8B030D-6E8A-4147-A177-3AD203B41FA5}">
                      <a16:colId xmlns:a16="http://schemas.microsoft.com/office/drawing/2014/main" val="1238692805"/>
                    </a:ext>
                  </a:extLst>
                </a:gridCol>
                <a:gridCol w="812975">
                  <a:extLst>
                    <a:ext uri="{9D8B030D-6E8A-4147-A177-3AD203B41FA5}">
                      <a16:colId xmlns:a16="http://schemas.microsoft.com/office/drawing/2014/main" val="178709044"/>
                    </a:ext>
                  </a:extLst>
                </a:gridCol>
                <a:gridCol w="1014016">
                  <a:extLst>
                    <a:ext uri="{9D8B030D-6E8A-4147-A177-3AD203B41FA5}">
                      <a16:colId xmlns:a16="http://schemas.microsoft.com/office/drawing/2014/main" val="3234125969"/>
                    </a:ext>
                  </a:extLst>
                </a:gridCol>
              </a:tblGrid>
              <a:tr h="392906">
                <a:tc>
                  <a:txBody>
                    <a:bodyPr/>
                    <a:lstStyle/>
                    <a:p>
                      <a:pPr rtl="0" fontAlgn="auto"/>
                      <a:endParaRPr lang="en-US" sz="10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Bilabial</a:t>
                      </a: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Labiodental</a:t>
                      </a: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Interdental</a:t>
                      </a: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Alveolar</a:t>
                      </a: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Alveopalatal</a:t>
                      </a: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Palatal</a:t>
                      </a: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Velar</a:t>
                      </a: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Uvular</a:t>
                      </a: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Pharyngeal</a:t>
                      </a:r>
                    </a:p>
                  </a:txBody>
                  <a:tcPr marL="16249" marR="16249" marT="16249" marB="16249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808080"/>
                      </a:solidFill>
                    </a:lnR>
                    <a:lnT w="9524">
                      <a:solidFill>
                        <a:srgbClr val="808080"/>
                      </a:solidFill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Glottal</a:t>
                      </a:r>
                    </a:p>
                  </a:txBody>
                  <a:tcPr marL="16250" marR="16250" marT="16250" marB="16250">
                    <a:lnL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279389"/>
                  </a:ext>
                </a:extLst>
              </a:tr>
              <a:tr h="297656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Stop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b="1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808080"/>
                      </a:solidFill>
                    </a:lnR>
                    <a:lnT w="9524">
                      <a:solidFill>
                        <a:srgbClr val="808080"/>
                      </a:solidFill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234048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Nasal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808080"/>
                      </a:solidFill>
                    </a:lnR>
                    <a:lnT w="9524">
                      <a:solidFill>
                        <a:srgbClr val="808080"/>
                      </a:solidFill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981233"/>
                  </a:ext>
                </a:extLst>
              </a:tr>
              <a:tr h="226219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Affricate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808080"/>
                      </a:solidFill>
                    </a:lnR>
                    <a:lnT w="9524">
                      <a:solidFill>
                        <a:srgbClr val="808080"/>
                      </a:solidFill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03839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Fricative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l-GR" sz="14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b="1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b="1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808080"/>
                      </a:solidFill>
                    </a:lnR>
                    <a:lnT w="9524">
                      <a:solidFill>
                        <a:srgbClr val="808080"/>
                      </a:solidFill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 b="1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910092"/>
                  </a:ext>
                </a:extLst>
              </a:tr>
              <a:tr h="3571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Liquid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808080"/>
                      </a:solidFill>
                    </a:lnR>
                    <a:lnT w="9524">
                      <a:solidFill>
                        <a:srgbClr val="808080"/>
                      </a:solidFill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auto"/>
                      <a:endParaRPr lang="en-US" sz="1400">
                        <a:solidFill>
                          <a:srgbClr val="A1E8D9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3152" marR="73152" marT="36576" marB="36576">
                    <a:lnL w="9524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958274"/>
                  </a:ext>
                </a:extLst>
              </a:tr>
              <a:tr h="357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Glide</a:t>
                      </a:r>
                    </a:p>
                  </a:txBody>
                  <a:tcPr marL="16249" marR="16249" marT="16249" marB="16249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9" marR="16249" marT="16249" marB="16249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48" marR="16248" marT="16248" marB="16248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4">
                      <a:solidFill>
                        <a:srgbClr val="808080"/>
                      </a:solidFill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400" dirty="0">
                        <a:solidFill>
                          <a:srgbClr val="A1E8D9"/>
                        </a:solidFill>
                        <a:effectLst/>
                        <a:latin typeface="Segoe UI"/>
                      </a:endParaRPr>
                    </a:p>
                  </a:txBody>
                  <a:tcPr marL="73152" marR="73152" marT="36576" marB="36576">
                    <a:lnL w="9524">
                      <a:solidFill>
                        <a:srgbClr val="808080"/>
                      </a:solidFill>
                    </a:lnL>
                    <a:lnR w="9524">
                      <a:solidFill>
                        <a:srgbClr val="808080"/>
                      </a:solidFill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336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7082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4</a:t>
            </a:r>
            <a:endParaRPr/>
          </a:p>
        </p:txBody>
      </p:sp>
      <p:sp>
        <p:nvSpPr>
          <p:cNvPr id="258" name="Google Shape;258;p45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Day 3: Finishing </a:t>
            </a:r>
            <a:r>
              <a:rPr lang="en" dirty="0" err="1"/>
              <a:t>Consonats</a:t>
            </a:r>
            <a:r>
              <a:rPr lang="en" dirty="0"/>
              <a:t>, Beginning Vowels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A169-4B61-1EC9-B7E2-3C415977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1 &amp; moving forward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471E0-25A8-540B-77CB-8D032C229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010353"/>
            <a:ext cx="8520600" cy="2558672"/>
          </a:xfrm>
        </p:spPr>
        <p:txBody>
          <a:bodyPr/>
          <a:lstStyle/>
          <a:p>
            <a:r>
              <a:rPr lang="en-US" sz="3200" dirty="0"/>
              <a:t>Grades for Component 1</a:t>
            </a:r>
          </a:p>
          <a:p>
            <a:pPr>
              <a:lnSpc>
                <a:spcPct val="114999"/>
              </a:lnSpc>
            </a:pPr>
            <a:r>
              <a:rPr lang="en-US" sz="3200" dirty="0"/>
              <a:t>Final Project &amp; past components</a:t>
            </a:r>
          </a:p>
        </p:txBody>
      </p:sp>
    </p:spTree>
    <p:extLst>
      <p:ext uri="{BB962C8B-B14F-4D97-AF65-F5344CB8AC3E}">
        <p14:creationId xmlns:p14="http://schemas.microsoft.com/office/powerpoint/2010/main" val="34723989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06BF-127D-2ABF-5F31-6877165D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Dorgon</a:t>
            </a:r>
            <a:r>
              <a:rPr lang="en-US" dirty="0"/>
              <a:t> – with additional modifications (why?)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4E9FCE-DF11-6B33-9737-906AE3852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439816"/>
              </p:ext>
            </p:extLst>
          </p:nvPr>
        </p:nvGraphicFramePr>
        <p:xfrm>
          <a:off x="1186131" y="1531188"/>
          <a:ext cx="6766162" cy="2536112"/>
        </p:xfrm>
        <a:graphic>
          <a:graphicData uri="http://schemas.openxmlformats.org/drawingml/2006/table">
            <a:tbl>
              <a:tblPr bandRow="1">
                <a:tableStyleId>{AF194A0B-6C01-4040-9746-5417103B3D62}</a:tableStyleId>
              </a:tblPr>
              <a:tblGrid>
                <a:gridCol w="1145123">
                  <a:extLst>
                    <a:ext uri="{9D8B030D-6E8A-4147-A177-3AD203B41FA5}">
                      <a16:colId xmlns:a16="http://schemas.microsoft.com/office/drawing/2014/main" val="45005212"/>
                    </a:ext>
                  </a:extLst>
                </a:gridCol>
                <a:gridCol w="1315242">
                  <a:extLst>
                    <a:ext uri="{9D8B030D-6E8A-4147-A177-3AD203B41FA5}">
                      <a16:colId xmlns:a16="http://schemas.microsoft.com/office/drawing/2014/main" val="3368915792"/>
                    </a:ext>
                  </a:extLst>
                </a:gridCol>
                <a:gridCol w="1167654">
                  <a:extLst>
                    <a:ext uri="{9D8B030D-6E8A-4147-A177-3AD203B41FA5}">
                      <a16:colId xmlns:a16="http://schemas.microsoft.com/office/drawing/2014/main" val="70929684"/>
                    </a:ext>
                  </a:extLst>
                </a:gridCol>
                <a:gridCol w="1063234">
                  <a:extLst>
                    <a:ext uri="{9D8B030D-6E8A-4147-A177-3AD203B41FA5}">
                      <a16:colId xmlns:a16="http://schemas.microsoft.com/office/drawing/2014/main" val="1725771114"/>
                    </a:ext>
                  </a:extLst>
                </a:gridCol>
                <a:gridCol w="1049320">
                  <a:extLst>
                    <a:ext uri="{9D8B030D-6E8A-4147-A177-3AD203B41FA5}">
                      <a16:colId xmlns:a16="http://schemas.microsoft.com/office/drawing/2014/main" val="3720667190"/>
                    </a:ext>
                  </a:extLst>
                </a:gridCol>
                <a:gridCol w="1025589">
                  <a:extLst>
                    <a:ext uri="{9D8B030D-6E8A-4147-A177-3AD203B41FA5}">
                      <a16:colId xmlns:a16="http://schemas.microsoft.com/office/drawing/2014/main" val="3388691978"/>
                    </a:ext>
                  </a:extLst>
                </a:gridCol>
              </a:tblGrid>
              <a:tr h="329010">
                <a:tc>
                  <a:txBody>
                    <a:bodyPr/>
                    <a:lstStyle/>
                    <a:p>
                      <a:pPr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Bilabial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Interdental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Alveolar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Palatal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Velar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903808"/>
                  </a:ext>
                </a:extLst>
              </a:tr>
              <a:tr h="452388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Stop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 b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 d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 ɟ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k g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654197"/>
                  </a:ext>
                </a:extLst>
              </a:tr>
              <a:tr h="342717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Nasal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ɳ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ŋ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39407"/>
                  </a:ext>
                </a:extLst>
              </a:tr>
              <a:tr h="370135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Affricate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pf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l-GR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ts</a:t>
                      </a:r>
                      <a:endParaRPr lang="en-US" dirty="0" err="1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981272"/>
                  </a:ext>
                </a:extLst>
              </a:tr>
              <a:tr h="507222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Fricative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l-GR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θ (ð)</a:t>
                      </a:r>
                      <a:endParaRPr lang="el-GR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 (z)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ç (ʝ)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x (ɣ)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783716"/>
                  </a:ext>
                </a:extLst>
              </a:tr>
              <a:tr h="534640">
                <a:tc>
                  <a:txBody>
                    <a:bodyPr/>
                    <a:lstStyle/>
                    <a:p>
                      <a:pPr rtl="0" fontAlgn="base"/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Liquid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r, l</a:t>
                      </a:r>
                      <a:endParaRPr lang="en-US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auto"/>
                      <a:endParaRPr lang="en-US" sz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6250" marR="16250" marT="16250" marB="16250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890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048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7B80-138B-D5DE-BB3F-F0D1B712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1B789-0868-6985-3FD3-C2AB112EC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66387"/>
            <a:ext cx="8520600" cy="2802638"/>
          </a:xfrm>
        </p:spPr>
        <p:txBody>
          <a:bodyPr/>
          <a:lstStyle/>
          <a:p>
            <a:pPr>
              <a:buAutoNum type="arabicPeriod"/>
            </a:pPr>
            <a:r>
              <a:rPr lang="en-US" sz="2800" dirty="0"/>
              <a:t>Keep working on your C system</a:t>
            </a:r>
          </a:p>
          <a:p>
            <a:pPr>
              <a:lnSpc>
                <a:spcPct val="114999"/>
              </a:lnSpc>
              <a:buAutoNum type="arabicPeriod"/>
            </a:pPr>
            <a:r>
              <a:rPr lang="en-US" sz="2800" dirty="0"/>
              <a:t>Overview of Vowels</a:t>
            </a:r>
          </a:p>
          <a:p>
            <a:pPr>
              <a:lnSpc>
                <a:spcPct val="114999"/>
              </a:lnSpc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859277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For class credit: </a:t>
            </a:r>
            <a:br>
              <a:rPr lang="en" dirty="0"/>
            </a:br>
            <a:r>
              <a:rPr lang="en" dirty="0"/>
              <a:t>before next time</a:t>
            </a:r>
            <a:endParaRPr dirty="0"/>
          </a:p>
        </p:txBody>
      </p:sp>
      <p:sp>
        <p:nvSpPr>
          <p:cNvPr id="351" name="Google Shape;351;p60"/>
          <p:cNvSpPr txBox="1">
            <a:spLocks noGrp="1"/>
          </p:cNvSpPr>
          <p:nvPr>
            <p:ph type="body" idx="1"/>
          </p:nvPr>
        </p:nvSpPr>
        <p:spPr>
          <a:xfrm>
            <a:off x="311700" y="2090231"/>
            <a:ext cx="36720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3 </a:t>
            </a:r>
            <a:r>
              <a:rPr lang="en" b="1"/>
              <a:t>non-English</a:t>
            </a:r>
            <a:r>
              <a:rPr lang="en"/>
              <a:t> vowels that you like.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52" name="Google Shape;352;p60"/>
          <p:cNvSpPr txBox="1">
            <a:spLocks noGrp="1"/>
          </p:cNvSpPr>
          <p:nvPr>
            <p:ph type="body" idx="1"/>
          </p:nvPr>
        </p:nvSpPr>
        <p:spPr>
          <a:xfrm>
            <a:off x="-64075" y="4221775"/>
            <a:ext cx="8520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u="sng">
                <a:solidFill>
                  <a:schemeClr val="hlink"/>
                </a:solidFill>
                <a:hlinkClick r:id="rId3"/>
              </a:rPr>
              <a:t>https://www.ipachart.com/</a:t>
            </a:r>
            <a:r>
              <a:rPr lang="en" sz="3600"/>
              <a:t> </a:t>
            </a:r>
            <a:endParaRPr sz="3600"/>
          </a:p>
        </p:txBody>
      </p:sp>
      <p:pic>
        <p:nvPicPr>
          <p:cNvPr id="353" name="Google Shape;35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8000" y="248950"/>
            <a:ext cx="4908624" cy="3918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77974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9F45-1DDC-2B42-3D4A-C1C11E1E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Consulting with your groupmates, finish up your C system</a:t>
            </a:r>
          </a:p>
        </p:txBody>
      </p:sp>
    </p:spTree>
    <p:extLst>
      <p:ext uri="{BB962C8B-B14F-4D97-AF65-F5344CB8AC3E}">
        <p14:creationId xmlns:p14="http://schemas.microsoft.com/office/powerpoint/2010/main" val="27802157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For class credit: </a:t>
            </a:r>
            <a:br>
              <a:rPr lang="en" dirty="0"/>
            </a:br>
            <a:r>
              <a:rPr lang="en" dirty="0"/>
              <a:t>explore!</a:t>
            </a:r>
            <a:endParaRPr dirty="0"/>
          </a:p>
        </p:txBody>
      </p:sp>
      <p:sp>
        <p:nvSpPr>
          <p:cNvPr id="351" name="Google Shape;351;p60"/>
          <p:cNvSpPr txBox="1">
            <a:spLocks noGrp="1"/>
          </p:cNvSpPr>
          <p:nvPr>
            <p:ph type="body" idx="1"/>
          </p:nvPr>
        </p:nvSpPr>
        <p:spPr>
          <a:xfrm>
            <a:off x="311700" y="2090231"/>
            <a:ext cx="36720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 3 </a:t>
            </a:r>
            <a:r>
              <a:rPr lang="en" b="1"/>
              <a:t>non-English</a:t>
            </a:r>
            <a:r>
              <a:rPr lang="en"/>
              <a:t> vowels that you like.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352" name="Google Shape;352;p60"/>
          <p:cNvSpPr txBox="1">
            <a:spLocks noGrp="1"/>
          </p:cNvSpPr>
          <p:nvPr>
            <p:ph type="body" idx="1"/>
          </p:nvPr>
        </p:nvSpPr>
        <p:spPr>
          <a:xfrm>
            <a:off x="-64075" y="4221775"/>
            <a:ext cx="8520600" cy="131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 u="sng">
                <a:solidFill>
                  <a:schemeClr val="hlink"/>
                </a:solidFill>
                <a:hlinkClick r:id="rId3"/>
              </a:rPr>
              <a:t>https://www.ipachart.com/</a:t>
            </a:r>
            <a:r>
              <a:rPr lang="en" sz="3600"/>
              <a:t> </a:t>
            </a:r>
            <a:endParaRPr sz="3600"/>
          </a:p>
        </p:txBody>
      </p:sp>
      <p:pic>
        <p:nvPicPr>
          <p:cNvPr id="353" name="Google Shape;35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8000" y="248950"/>
            <a:ext cx="4908624" cy="391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78b5a87685d01fcb4ebdb64e7562154b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cfe6b21c5e5ef5eafd7f8f5576b9ddd7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A3012016-1631-46EB-8217-2F77F7B28905}"/>
</file>

<file path=customXml/itemProps2.xml><?xml version="1.0" encoding="utf-8"?>
<ds:datastoreItem xmlns:ds="http://schemas.openxmlformats.org/officeDocument/2006/customXml" ds:itemID="{112DEDAB-EFC5-4213-B3C8-A14A55BDB5B2}"/>
</file>

<file path=customXml/itemProps3.xml><?xml version="1.0" encoding="utf-8"?>
<ds:datastoreItem xmlns:ds="http://schemas.openxmlformats.org/officeDocument/2006/customXml" ds:itemID="{418F52C5-DD51-4A13-A5AE-CDB11FE43074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59</Slides>
  <Notes>49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Tropic</vt:lpstr>
      <vt:lpstr>Linguistics 200, Week 4</vt:lpstr>
      <vt:lpstr>Today</vt:lpstr>
      <vt:lpstr>What is in Component 2?</vt:lpstr>
      <vt:lpstr>Warm-up with your Group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take a look at another language: Spanish</vt:lpstr>
      <vt:lpstr>PowerPoint Presentation</vt:lpstr>
      <vt:lpstr>Let’s take a look at another language: Swahili</vt:lpstr>
      <vt:lpstr>PowerPoint Presentation</vt:lpstr>
      <vt:lpstr>Let’s take a look at another language: Arabic</vt:lpstr>
      <vt:lpstr>PowerPoint Presentation</vt:lpstr>
      <vt:lpstr>Discuss in your groups: which types of sounds do these four systems all have?</vt:lpstr>
      <vt:lpstr>Dorgons – Let's make a consonant system</vt:lpstr>
      <vt:lpstr>Dorgons – Let's make a consonant system</vt:lpstr>
      <vt:lpstr>Dorgons – Let's make a consonant system</vt:lpstr>
      <vt:lpstr>For today's class credit: choose 5 non-English consonants before class &amp; upload their symbols in  your Discord group.</vt:lpstr>
      <vt:lpstr>Linguistics 200, Week 4</vt:lpstr>
      <vt:lpstr>Last Time</vt:lpstr>
      <vt:lpstr>Review</vt:lpstr>
      <vt:lpstr>Today</vt:lpstr>
      <vt:lpstr>Metra Phonology - Starting with 5 consonants</vt:lpstr>
      <vt:lpstr>PowerPoint Presentation</vt:lpstr>
      <vt:lpstr>Choose 5 non-English consonants</vt:lpstr>
      <vt:lpstr>Create a consonant chart that includes the five, non-English sounds you chose.</vt:lpstr>
      <vt:lpstr>From “Chapter 4: Consonants”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Return to Dorgon – Any modifications needed?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Now – your language</vt:lpstr>
      <vt:lpstr>Your Language's Consonant Inventory!</vt:lpstr>
      <vt:lpstr>Linguistics 200, Week 4</vt:lpstr>
      <vt:lpstr>Component 1 &amp; moving forward</vt:lpstr>
      <vt:lpstr>Dorgon – with additional modifications (why?)</vt:lpstr>
      <vt:lpstr>Today</vt:lpstr>
      <vt:lpstr>For class credit:  before next time</vt:lpstr>
      <vt:lpstr>Consulting with your groupmates, finish up your C system</vt:lpstr>
      <vt:lpstr>For class credit:  explore!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Linguistics 200, Week 5</dc:title>
  <cp:revision>113</cp:revision>
  <dcterms:modified xsi:type="dcterms:W3CDTF">2024-09-23T12:28:45Z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