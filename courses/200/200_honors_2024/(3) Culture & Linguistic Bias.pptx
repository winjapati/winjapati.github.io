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2.xml" ContentType="application/vnd.openxmlformats-officedocument.presentationml.slideMaster+xml"/>
  <Override PartName="/ppt/slides/slide15.xml" ContentType="application/vnd.openxmlformats-officedocument.presentationml.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9.xml" ContentType="application/vnd.openxmlformats-officedocument.presentationml.slide+xml"/>
  <Override PartName="/ppt/notesSlides/notesSlide11.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2.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30"/>
  </p:notesMasterIdLst>
  <p:sldIdLst>
    <p:sldId id="256" r:id="rId3"/>
    <p:sldId id="292" r:id="rId4"/>
    <p:sldId id="280" r:id="rId5"/>
    <p:sldId id="274" r:id="rId6"/>
    <p:sldId id="286" r:id="rId7"/>
    <p:sldId id="287" r:id="rId8"/>
    <p:sldId id="288" r:id="rId9"/>
    <p:sldId id="290" r:id="rId10"/>
    <p:sldId id="267" r:id="rId11"/>
    <p:sldId id="291" r:id="rId12"/>
    <p:sldId id="282" r:id="rId13"/>
    <p:sldId id="279" r:id="rId14"/>
    <p:sldId id="272" r:id="rId15"/>
    <p:sldId id="268" r:id="rId16"/>
    <p:sldId id="293" r:id="rId17"/>
    <p:sldId id="260" r:id="rId18"/>
    <p:sldId id="261" r:id="rId19"/>
    <p:sldId id="277" r:id="rId20"/>
    <p:sldId id="270" r:id="rId21"/>
    <p:sldId id="294" r:id="rId22"/>
    <p:sldId id="297" r:id="rId23"/>
    <p:sldId id="275" r:id="rId24"/>
    <p:sldId id="271" r:id="rId25"/>
    <p:sldId id="262" r:id="rId26"/>
    <p:sldId id="265" r:id="rId27"/>
    <p:sldId id="295" r:id="rId28"/>
    <p:sldId id="285" r:id="rId29"/>
  </p:sldIdLst>
  <p:sldSz cx="9144000" cy="5143500" type="screen16x9"/>
  <p:notesSz cx="6858000" cy="9144000"/>
  <p:embeddedFontLst>
    <p:embeddedFont>
      <p:font typeface="Open Sans" panose="020B0606030504020204" pitchFamily="34" charset="0"/>
      <p:regular r:id="rId31"/>
      <p:bold r:id="rId32"/>
      <p:italic r:id="rId33"/>
      <p:boldItalic r:id="rId34"/>
    </p:embeddedFont>
    <p:embeddedFont>
      <p:font typeface="Wingdings 3" panose="05040102010807070707" pitchFamily="18" charset="2"/>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C0A7A3-E4D7-C484-75C9-911D8D5E73E5}" v="46" dt="2024-09-11T13:09:52.473"/>
    <p1510:client id="{6BA38B3A-9235-580C-D8E2-E141E160B24D}" v="177" dt="2024-09-10T15:18:45.595"/>
    <p1510:client id="{D8FEA6A2-B3A7-DF11-5FD5-A902566D5368}" v="76" dt="2024-09-11T13:34:45.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customXml" Target="../customXml/item2.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rd, Andrew M." userId="S::amby222@uky.edu::2d5836b5-4a72-4fdb-bd90-63723c1cd390" providerId="AD" clId="Web-{D8FEA6A2-B3A7-DF11-5FD5-A902566D5368}"/>
    <pc:docChg chg="modSld">
      <pc:chgData name="Byrd, Andrew M." userId="S::amby222@uky.edu::2d5836b5-4a72-4fdb-bd90-63723c1cd390" providerId="AD" clId="Web-{D8FEA6A2-B3A7-DF11-5FD5-A902566D5368}" dt="2024-09-11T13:34:43.311" v="74" actId="20577"/>
      <pc:docMkLst>
        <pc:docMk/>
      </pc:docMkLst>
      <pc:sldChg chg="modSp">
        <pc:chgData name="Byrd, Andrew M." userId="S::amby222@uky.edu::2d5836b5-4a72-4fdb-bd90-63723c1cd390" providerId="AD" clId="Web-{D8FEA6A2-B3A7-DF11-5FD5-A902566D5368}" dt="2024-09-11T13:34:43.311" v="74" actId="20577"/>
        <pc:sldMkLst>
          <pc:docMk/>
          <pc:sldMk cId="1409397259" sldId="277"/>
        </pc:sldMkLst>
        <pc:spChg chg="mod">
          <ac:chgData name="Byrd, Andrew M." userId="S::amby222@uky.edu::2d5836b5-4a72-4fdb-bd90-63723c1cd390" providerId="AD" clId="Web-{D8FEA6A2-B3A7-DF11-5FD5-A902566D5368}" dt="2024-09-11T13:34:43.311" v="74" actId="20577"/>
          <ac:spMkLst>
            <pc:docMk/>
            <pc:sldMk cId="1409397259" sldId="277"/>
            <ac:spMk id="3" creationId="{7BB036EC-FB24-5D17-811A-705ABFC2A672}"/>
          </ac:spMkLst>
        </pc:spChg>
      </pc:sldChg>
    </pc:docChg>
  </pc:docChgLst>
  <pc:docChgLst>
    <pc:chgData name="Byrd, Andrew M." userId="S::amby222@uky.edu::2d5836b5-4a72-4fdb-bd90-63723c1cd390" providerId="AD" clId="Web-{36448506-948C-E6A9-4FC3-41C480DAD249}"/>
    <pc:docChg chg="modSld sldOrd">
      <pc:chgData name="Byrd, Andrew M." userId="S::amby222@uky.edu::2d5836b5-4a72-4fdb-bd90-63723c1cd390" providerId="AD" clId="Web-{36448506-948C-E6A9-4FC3-41C480DAD249}" dt="2024-09-06T14:47:39.786" v="5" actId="20577"/>
      <pc:docMkLst>
        <pc:docMk/>
      </pc:docMkLst>
      <pc:sldChg chg="modSp">
        <pc:chgData name="Byrd, Andrew M." userId="S::amby222@uky.edu::2d5836b5-4a72-4fdb-bd90-63723c1cd390" providerId="AD" clId="Web-{36448506-948C-E6A9-4FC3-41C480DAD249}" dt="2024-09-06T14:47:29.583" v="3" actId="20577"/>
        <pc:sldMkLst>
          <pc:docMk/>
          <pc:sldMk cId="2315594226" sldId="280"/>
        </pc:sldMkLst>
        <pc:spChg chg="mod">
          <ac:chgData name="Byrd, Andrew M." userId="S::amby222@uky.edu::2d5836b5-4a72-4fdb-bd90-63723c1cd390" providerId="AD" clId="Web-{36448506-948C-E6A9-4FC3-41C480DAD249}" dt="2024-09-06T14:47:29.583" v="3" actId="20577"/>
          <ac:spMkLst>
            <pc:docMk/>
            <pc:sldMk cId="2315594226" sldId="280"/>
            <ac:spMk id="3" creationId="{A65135E2-45BE-6F28-03B3-DD4E5388EE41}"/>
          </ac:spMkLst>
        </pc:spChg>
      </pc:sldChg>
      <pc:sldChg chg="modSp">
        <pc:chgData name="Byrd, Andrew M." userId="S::amby222@uky.edu::2d5836b5-4a72-4fdb-bd90-63723c1cd390" providerId="AD" clId="Web-{36448506-948C-E6A9-4FC3-41C480DAD249}" dt="2024-09-06T14:47:39.786" v="5" actId="20577"/>
        <pc:sldMkLst>
          <pc:docMk/>
          <pc:sldMk cId="2689487386" sldId="281"/>
        </pc:sldMkLst>
        <pc:spChg chg="mod">
          <ac:chgData name="Byrd, Andrew M." userId="S::amby222@uky.edu::2d5836b5-4a72-4fdb-bd90-63723c1cd390" providerId="AD" clId="Web-{36448506-948C-E6A9-4FC3-41C480DAD249}" dt="2024-09-06T14:47:39.786" v="5" actId="20577"/>
          <ac:spMkLst>
            <pc:docMk/>
            <pc:sldMk cId="2689487386" sldId="281"/>
            <ac:spMk id="3" creationId="{A65135E2-45BE-6F28-03B3-DD4E5388EE41}"/>
          </ac:spMkLst>
        </pc:spChg>
      </pc:sldChg>
      <pc:sldChg chg="ord">
        <pc:chgData name="Byrd, Andrew M." userId="S::amby222@uky.edu::2d5836b5-4a72-4fdb-bd90-63723c1cd390" providerId="AD" clId="Web-{36448506-948C-E6A9-4FC3-41C480DAD249}" dt="2024-09-06T14:47:22.973" v="0"/>
        <pc:sldMkLst>
          <pc:docMk/>
          <pc:sldMk cId="2858066490" sldId="282"/>
        </pc:sldMkLst>
      </pc:sldChg>
    </pc:docChg>
  </pc:docChgLst>
  <pc:docChgLst>
    <pc:chgData name="Byrd, Andrew M." userId="S::amby222@uky.edu::2d5836b5-4a72-4fdb-bd90-63723c1cd390" providerId="AD" clId="Web-{32C0A7A3-E4D7-C484-75C9-911D8D5E73E5}"/>
    <pc:docChg chg="addSld delSld modSld">
      <pc:chgData name="Byrd, Andrew M." userId="S::amby222@uky.edu::2d5836b5-4a72-4fdb-bd90-63723c1cd390" providerId="AD" clId="Web-{32C0A7A3-E4D7-C484-75C9-911D8D5E73E5}" dt="2024-09-11T13:09:52.473" v="45" actId="20577"/>
      <pc:docMkLst>
        <pc:docMk/>
      </pc:docMkLst>
      <pc:sldChg chg="modSp">
        <pc:chgData name="Byrd, Andrew M." userId="S::amby222@uky.edu::2d5836b5-4a72-4fdb-bd90-63723c1cd390" providerId="AD" clId="Web-{32C0A7A3-E4D7-C484-75C9-911D8D5E73E5}" dt="2024-09-11T13:07:47.985" v="28" actId="20577"/>
        <pc:sldMkLst>
          <pc:docMk/>
          <pc:sldMk cId="1598821509" sldId="293"/>
        </pc:sldMkLst>
        <pc:spChg chg="mod">
          <ac:chgData name="Byrd, Andrew M." userId="S::amby222@uky.edu::2d5836b5-4a72-4fdb-bd90-63723c1cd390" providerId="AD" clId="Web-{32C0A7A3-E4D7-C484-75C9-911D8D5E73E5}" dt="2024-09-11T13:07:47.985" v="28" actId="20577"/>
          <ac:spMkLst>
            <pc:docMk/>
            <pc:sldMk cId="1598821509" sldId="293"/>
            <ac:spMk id="5" creationId="{C3664D75-AD56-07D7-AB32-00F837526714}"/>
          </ac:spMkLst>
        </pc:spChg>
      </pc:sldChg>
      <pc:sldChg chg="modSp">
        <pc:chgData name="Byrd, Andrew M." userId="S::amby222@uky.edu::2d5836b5-4a72-4fdb-bd90-63723c1cd390" providerId="AD" clId="Web-{32C0A7A3-E4D7-C484-75C9-911D8D5E73E5}" dt="2024-09-11T13:09:52.473" v="45" actId="20577"/>
        <pc:sldMkLst>
          <pc:docMk/>
          <pc:sldMk cId="3648841869" sldId="294"/>
        </pc:sldMkLst>
        <pc:spChg chg="mod">
          <ac:chgData name="Byrd, Andrew M." userId="S::amby222@uky.edu::2d5836b5-4a72-4fdb-bd90-63723c1cd390" providerId="AD" clId="Web-{32C0A7A3-E4D7-C484-75C9-911D8D5E73E5}" dt="2024-09-11T13:09:52.473" v="45" actId="20577"/>
          <ac:spMkLst>
            <pc:docMk/>
            <pc:sldMk cId="3648841869" sldId="294"/>
            <ac:spMk id="3" creationId="{42F7CF6B-8CD6-F2F6-2E87-C4CD36A9637F}"/>
          </ac:spMkLst>
        </pc:spChg>
      </pc:sldChg>
      <pc:sldChg chg="delSp add del replId">
        <pc:chgData name="Byrd, Andrew M." userId="S::amby222@uky.edu::2d5836b5-4a72-4fdb-bd90-63723c1cd390" providerId="AD" clId="Web-{32C0A7A3-E4D7-C484-75C9-911D8D5E73E5}" dt="2024-09-11T13:09:29.550" v="38"/>
        <pc:sldMkLst>
          <pc:docMk/>
          <pc:sldMk cId="2213835862" sldId="296"/>
        </pc:sldMkLst>
        <pc:picChg chg="del">
          <ac:chgData name="Byrd, Andrew M." userId="S::amby222@uky.edu::2d5836b5-4a72-4fdb-bd90-63723c1cd390" providerId="AD" clId="Web-{32C0A7A3-E4D7-C484-75C9-911D8D5E73E5}" dt="2024-09-11T13:09:23.753" v="36"/>
          <ac:picMkLst>
            <pc:docMk/>
            <pc:sldMk cId="2213835862" sldId="296"/>
            <ac:picMk id="4" creationId="{086751A1-D6DA-0A82-DF89-38305145E07E}"/>
          </ac:picMkLst>
        </pc:picChg>
      </pc:sldChg>
      <pc:sldChg chg="add replId">
        <pc:chgData name="Byrd, Andrew M." userId="S::amby222@uky.edu::2d5836b5-4a72-4fdb-bd90-63723c1cd390" providerId="AD" clId="Web-{32C0A7A3-E4D7-C484-75C9-911D8D5E73E5}" dt="2024-09-11T13:09:28.706" v="37"/>
        <pc:sldMkLst>
          <pc:docMk/>
          <pc:sldMk cId="33219679" sldId="297"/>
        </pc:sldMkLst>
      </pc:sldChg>
    </pc:docChg>
  </pc:docChgLst>
  <pc:docChgLst>
    <pc:chgData name="Byrd, Andrew M." userId="S::amby222@uky.edu::2d5836b5-4a72-4fdb-bd90-63723c1cd390" providerId="AD" clId="Web-{CCFE0070-80A5-A3CA-AA02-AF0DD54374F3}"/>
    <pc:docChg chg="addSld delSld modSld sldOrd addMainMaster">
      <pc:chgData name="Byrd, Andrew M." userId="S::amby222@uky.edu::2d5836b5-4a72-4fdb-bd90-63723c1cd390" providerId="AD" clId="Web-{CCFE0070-80A5-A3CA-AA02-AF0DD54374F3}" dt="2024-08-15T17:06:38.154" v="369" actId="20577"/>
      <pc:docMkLst>
        <pc:docMk/>
      </pc:docMkLst>
      <pc:sldChg chg="modSp add del">
        <pc:chgData name="Byrd, Andrew M." userId="S::amby222@uky.edu::2d5836b5-4a72-4fdb-bd90-63723c1cd390" providerId="AD" clId="Web-{CCFE0070-80A5-A3CA-AA02-AF0DD54374F3}" dt="2024-08-15T16:59:11.902" v="166" actId="20577"/>
        <pc:sldMkLst>
          <pc:docMk/>
          <pc:sldMk cId="0" sldId="260"/>
        </pc:sldMkLst>
        <pc:spChg chg="mod">
          <ac:chgData name="Byrd, Andrew M." userId="S::amby222@uky.edu::2d5836b5-4a72-4fdb-bd90-63723c1cd390" providerId="AD" clId="Web-{CCFE0070-80A5-A3CA-AA02-AF0DD54374F3}" dt="2024-08-15T16:59:11.902" v="166" actId="20577"/>
          <ac:spMkLst>
            <pc:docMk/>
            <pc:sldMk cId="0" sldId="260"/>
            <ac:spMk id="183" creationId="{00000000-0000-0000-0000-000000000000}"/>
          </ac:spMkLst>
        </pc:spChg>
      </pc:sldChg>
      <pc:sldChg chg="modSp add del">
        <pc:chgData name="Byrd, Andrew M." userId="S::amby222@uky.edu::2d5836b5-4a72-4fdb-bd90-63723c1cd390" providerId="AD" clId="Web-{CCFE0070-80A5-A3CA-AA02-AF0DD54374F3}" dt="2024-08-15T16:59:43.028" v="170" actId="20577"/>
        <pc:sldMkLst>
          <pc:docMk/>
          <pc:sldMk cId="0" sldId="261"/>
        </pc:sldMkLst>
        <pc:spChg chg="mod">
          <ac:chgData name="Byrd, Andrew M." userId="S::amby222@uky.edu::2d5836b5-4a72-4fdb-bd90-63723c1cd390" providerId="AD" clId="Web-{CCFE0070-80A5-A3CA-AA02-AF0DD54374F3}" dt="2024-08-15T16:59:43.028" v="170" actId="20577"/>
          <ac:spMkLst>
            <pc:docMk/>
            <pc:sldMk cId="0" sldId="261"/>
            <ac:spMk id="189" creationId="{00000000-0000-0000-0000-000000000000}"/>
          </ac:spMkLst>
        </pc:spChg>
      </pc:sldChg>
      <pc:sldChg chg="modSp add del">
        <pc:chgData name="Byrd, Andrew M." userId="S::amby222@uky.edu::2d5836b5-4a72-4fdb-bd90-63723c1cd390" providerId="AD" clId="Web-{CCFE0070-80A5-A3CA-AA02-AF0DD54374F3}" dt="2024-08-15T17:03:55.257" v="216" actId="20577"/>
        <pc:sldMkLst>
          <pc:docMk/>
          <pc:sldMk cId="3595147784" sldId="262"/>
        </pc:sldMkLst>
        <pc:spChg chg="mod">
          <ac:chgData name="Byrd, Andrew M." userId="S::amby222@uky.edu::2d5836b5-4a72-4fdb-bd90-63723c1cd390" providerId="AD" clId="Web-{CCFE0070-80A5-A3CA-AA02-AF0DD54374F3}" dt="2024-08-15T17:03:55.257" v="216" actId="20577"/>
          <ac:spMkLst>
            <pc:docMk/>
            <pc:sldMk cId="3595147784" sldId="262"/>
            <ac:spMk id="2" creationId="{D7629874-F462-8F21-3E24-9986F7388CCB}"/>
          </ac:spMkLst>
        </pc:spChg>
      </pc:sldChg>
      <pc:sldChg chg="del">
        <pc:chgData name="Byrd, Andrew M." userId="S::amby222@uky.edu::2d5836b5-4a72-4fdb-bd90-63723c1cd390" providerId="AD" clId="Web-{CCFE0070-80A5-A3CA-AA02-AF0DD54374F3}" dt="2024-08-15T16:42:05.376" v="3"/>
        <pc:sldMkLst>
          <pc:docMk/>
          <pc:sldMk cId="0" sldId="263"/>
        </pc:sldMkLst>
      </pc:sldChg>
      <pc:sldChg chg="del">
        <pc:chgData name="Byrd, Andrew M." userId="S::amby222@uky.edu::2d5836b5-4a72-4fdb-bd90-63723c1cd390" providerId="AD" clId="Web-{CCFE0070-80A5-A3CA-AA02-AF0DD54374F3}" dt="2024-08-15T16:42:30.080" v="4"/>
        <pc:sldMkLst>
          <pc:docMk/>
          <pc:sldMk cId="0" sldId="264"/>
        </pc:sldMkLst>
      </pc:sldChg>
      <pc:sldChg chg="modSp add del">
        <pc:chgData name="Byrd, Andrew M." userId="S::amby222@uky.edu::2d5836b5-4a72-4fdb-bd90-63723c1cd390" providerId="AD" clId="Web-{CCFE0070-80A5-A3CA-AA02-AF0DD54374F3}" dt="2024-08-15T17:03:48.350" v="214"/>
        <pc:sldMkLst>
          <pc:docMk/>
          <pc:sldMk cId="1888706591" sldId="265"/>
        </pc:sldMkLst>
        <pc:spChg chg="mod">
          <ac:chgData name="Byrd, Andrew M." userId="S::amby222@uky.edu::2d5836b5-4a72-4fdb-bd90-63723c1cd390" providerId="AD" clId="Web-{CCFE0070-80A5-A3CA-AA02-AF0DD54374F3}" dt="2024-08-15T17:01:22.516" v="183" actId="20577"/>
          <ac:spMkLst>
            <pc:docMk/>
            <pc:sldMk cId="1888706591" sldId="265"/>
            <ac:spMk id="2" creationId="{4A6EBA25-D226-68C9-C2D5-F7CF6279193B}"/>
          </ac:spMkLst>
        </pc:spChg>
      </pc:sldChg>
      <pc:sldChg chg="del">
        <pc:chgData name="Byrd, Andrew M." userId="S::amby222@uky.edu::2d5836b5-4a72-4fdb-bd90-63723c1cd390" providerId="AD" clId="Web-{CCFE0070-80A5-A3CA-AA02-AF0DD54374F3}" dt="2024-08-15T16:45:51.588" v="19"/>
        <pc:sldMkLst>
          <pc:docMk/>
          <pc:sldMk cId="0" sldId="266"/>
        </pc:sldMkLst>
      </pc:sldChg>
      <pc:sldChg chg="ord">
        <pc:chgData name="Byrd, Andrew M." userId="S::amby222@uky.edu::2d5836b5-4a72-4fdb-bd90-63723c1cd390" providerId="AD" clId="Web-{CCFE0070-80A5-A3CA-AA02-AF0DD54374F3}" dt="2024-08-15T16:50:07.286" v="102"/>
        <pc:sldMkLst>
          <pc:docMk/>
          <pc:sldMk cId="0" sldId="267"/>
        </pc:sldMkLst>
      </pc:sldChg>
      <pc:sldChg chg="add del">
        <pc:chgData name="Byrd, Andrew M." userId="S::amby222@uky.edu::2d5836b5-4a72-4fdb-bd90-63723c1cd390" providerId="AD" clId="Web-{CCFE0070-80A5-A3CA-AA02-AF0DD54374F3}" dt="2024-08-15T16:58:58.682" v="163"/>
        <pc:sldMkLst>
          <pc:docMk/>
          <pc:sldMk cId="3537249576" sldId="268"/>
        </pc:sldMkLst>
      </pc:sldChg>
      <pc:sldChg chg="del">
        <pc:chgData name="Byrd, Andrew M." userId="S::amby222@uky.edu::2d5836b5-4a72-4fdb-bd90-63723c1cd390" providerId="AD" clId="Web-{CCFE0070-80A5-A3CA-AA02-AF0DD54374F3}" dt="2024-08-15T16:48:15.047" v="57"/>
        <pc:sldMkLst>
          <pc:docMk/>
          <pc:sldMk cId="0" sldId="269"/>
        </pc:sldMkLst>
      </pc:sldChg>
      <pc:sldChg chg="modSp add del">
        <pc:chgData name="Byrd, Andrew M." userId="S::amby222@uky.edu::2d5836b5-4a72-4fdb-bd90-63723c1cd390" providerId="AD" clId="Web-{CCFE0070-80A5-A3CA-AA02-AF0DD54374F3}" dt="2024-08-15T17:03:48.366" v="215"/>
        <pc:sldMkLst>
          <pc:docMk/>
          <pc:sldMk cId="3821475406" sldId="270"/>
        </pc:sldMkLst>
        <pc:spChg chg="mod">
          <ac:chgData name="Byrd, Andrew M." userId="S::amby222@uky.edu::2d5836b5-4a72-4fdb-bd90-63723c1cd390" providerId="AD" clId="Web-{CCFE0070-80A5-A3CA-AA02-AF0DD54374F3}" dt="2024-08-15T17:01:26.735" v="185" actId="20577"/>
          <ac:spMkLst>
            <pc:docMk/>
            <pc:sldMk cId="3821475406" sldId="270"/>
            <ac:spMk id="2" creationId="{A63E738E-E38F-0F63-07D2-C2F6CE3D4E4F}"/>
          </ac:spMkLst>
        </pc:spChg>
      </pc:sldChg>
      <pc:sldChg chg="modSp">
        <pc:chgData name="Byrd, Andrew M." userId="S::amby222@uky.edu::2d5836b5-4a72-4fdb-bd90-63723c1cd390" providerId="AD" clId="Web-{CCFE0070-80A5-A3CA-AA02-AF0DD54374F3}" dt="2024-08-15T17:01:54.549" v="190" actId="20577"/>
        <pc:sldMkLst>
          <pc:docMk/>
          <pc:sldMk cId="0" sldId="271"/>
        </pc:sldMkLst>
        <pc:spChg chg="mod">
          <ac:chgData name="Byrd, Andrew M." userId="S::amby222@uky.edu::2d5836b5-4a72-4fdb-bd90-63723c1cd390" providerId="AD" clId="Web-{CCFE0070-80A5-A3CA-AA02-AF0DD54374F3}" dt="2024-08-15T16:43:41.036" v="9" actId="20577"/>
          <ac:spMkLst>
            <pc:docMk/>
            <pc:sldMk cId="0" sldId="271"/>
            <ac:spMk id="161" creationId="{00000000-0000-0000-0000-000000000000}"/>
          </ac:spMkLst>
        </pc:spChg>
        <pc:spChg chg="mod">
          <ac:chgData name="Byrd, Andrew M." userId="S::amby222@uky.edu::2d5836b5-4a72-4fdb-bd90-63723c1cd390" providerId="AD" clId="Web-{CCFE0070-80A5-A3CA-AA02-AF0DD54374F3}" dt="2024-08-15T17:01:54.549" v="190" actId="20577"/>
          <ac:spMkLst>
            <pc:docMk/>
            <pc:sldMk cId="0" sldId="271"/>
            <ac:spMk id="162" creationId="{00000000-0000-0000-0000-000000000000}"/>
          </ac:spMkLst>
        </pc:spChg>
      </pc:sldChg>
      <pc:sldChg chg="ord">
        <pc:chgData name="Byrd, Andrew M." userId="S::amby222@uky.edu::2d5836b5-4a72-4fdb-bd90-63723c1cd390" providerId="AD" clId="Web-{CCFE0070-80A5-A3CA-AA02-AF0DD54374F3}" dt="2024-08-15T16:56:49.630" v="121"/>
        <pc:sldMkLst>
          <pc:docMk/>
          <pc:sldMk cId="0" sldId="272"/>
        </pc:sldMkLst>
      </pc:sldChg>
      <pc:sldChg chg="del">
        <pc:chgData name="Byrd, Andrew M." userId="S::amby222@uky.edu::2d5836b5-4a72-4fdb-bd90-63723c1cd390" providerId="AD" clId="Web-{CCFE0070-80A5-A3CA-AA02-AF0DD54374F3}" dt="2024-08-15T17:04:12.976" v="218"/>
        <pc:sldMkLst>
          <pc:docMk/>
          <pc:sldMk cId="0" sldId="273"/>
        </pc:sldMkLst>
      </pc:sldChg>
      <pc:sldChg chg="ord">
        <pc:chgData name="Byrd, Andrew M." userId="S::amby222@uky.edu::2d5836b5-4a72-4fdb-bd90-63723c1cd390" providerId="AD" clId="Web-{CCFE0070-80A5-A3CA-AA02-AF0DD54374F3}" dt="2024-08-15T16:48:57.174" v="83"/>
        <pc:sldMkLst>
          <pc:docMk/>
          <pc:sldMk cId="0" sldId="274"/>
        </pc:sldMkLst>
      </pc:sldChg>
      <pc:sldChg chg="ord">
        <pc:chgData name="Byrd, Andrew M." userId="S::amby222@uky.edu::2d5836b5-4a72-4fdb-bd90-63723c1cd390" providerId="AD" clId="Web-{CCFE0070-80A5-A3CA-AA02-AF0DD54374F3}" dt="2024-08-15T16:48:57.174" v="82"/>
        <pc:sldMkLst>
          <pc:docMk/>
          <pc:sldMk cId="0" sldId="275"/>
        </pc:sldMkLst>
      </pc:sldChg>
      <pc:sldChg chg="del">
        <pc:chgData name="Byrd, Andrew M." userId="S::amby222@uky.edu::2d5836b5-4a72-4fdb-bd90-63723c1cd390" providerId="AD" clId="Web-{CCFE0070-80A5-A3CA-AA02-AF0DD54374F3}" dt="2024-08-15T16:43:16.957" v="8"/>
        <pc:sldMkLst>
          <pc:docMk/>
          <pc:sldMk cId="0" sldId="276"/>
        </pc:sldMkLst>
      </pc:sldChg>
      <pc:sldChg chg="modSp add del">
        <pc:chgData name="Byrd, Andrew M." userId="S::amby222@uky.edu::2d5836b5-4a72-4fdb-bd90-63723c1cd390" providerId="AD" clId="Web-{CCFE0070-80A5-A3CA-AA02-AF0DD54374F3}" dt="2024-08-15T17:03:48.350" v="213"/>
        <pc:sldMkLst>
          <pc:docMk/>
          <pc:sldMk cId="1409397259" sldId="277"/>
        </pc:sldMkLst>
        <pc:spChg chg="mod">
          <ac:chgData name="Byrd, Andrew M." userId="S::amby222@uky.edu::2d5836b5-4a72-4fdb-bd90-63723c1cd390" providerId="AD" clId="Web-{CCFE0070-80A5-A3CA-AA02-AF0DD54374F3}" dt="2024-08-15T17:01:17.735" v="180" actId="20577"/>
          <ac:spMkLst>
            <pc:docMk/>
            <pc:sldMk cId="1409397259" sldId="277"/>
            <ac:spMk id="2" creationId="{5F9E8045-05CF-2201-EF55-39694FE08EB4}"/>
          </ac:spMkLst>
        </pc:spChg>
      </pc:sldChg>
      <pc:sldChg chg="del">
        <pc:chgData name="Byrd, Andrew M." userId="S::amby222@uky.edu::2d5836b5-4a72-4fdb-bd90-63723c1cd390" providerId="AD" clId="Web-{CCFE0070-80A5-A3CA-AA02-AF0DD54374F3}" dt="2024-08-15T16:43:16.957" v="6"/>
        <pc:sldMkLst>
          <pc:docMk/>
          <pc:sldMk cId="0" sldId="278"/>
        </pc:sldMkLst>
      </pc:sldChg>
      <pc:sldChg chg="modSp add replId">
        <pc:chgData name="Byrd, Andrew M." userId="S::amby222@uky.edu::2d5836b5-4a72-4fdb-bd90-63723c1cd390" providerId="AD" clId="Web-{CCFE0070-80A5-A3CA-AA02-AF0DD54374F3}" dt="2024-08-15T16:48:26.422" v="64" actId="20577"/>
        <pc:sldMkLst>
          <pc:docMk/>
          <pc:sldMk cId="2578645967" sldId="279"/>
        </pc:sldMkLst>
        <pc:spChg chg="mod">
          <ac:chgData name="Byrd, Andrew M." userId="S::amby222@uky.edu::2d5836b5-4a72-4fdb-bd90-63723c1cd390" providerId="AD" clId="Web-{CCFE0070-80A5-A3CA-AA02-AF0DD54374F3}" dt="2024-08-15T16:48:26.422" v="64" actId="20577"/>
          <ac:spMkLst>
            <pc:docMk/>
            <pc:sldMk cId="2578645967" sldId="279"/>
            <ac:spMk id="67" creationId="{00000000-0000-0000-0000-000000000000}"/>
          </ac:spMkLst>
        </pc:spChg>
      </pc:sldChg>
      <pc:sldChg chg="modSp new ord">
        <pc:chgData name="Byrd, Andrew M." userId="S::amby222@uky.edu::2d5836b5-4a72-4fdb-bd90-63723c1cd390" providerId="AD" clId="Web-{CCFE0070-80A5-A3CA-AA02-AF0DD54374F3}" dt="2024-08-15T16:49:52.238" v="95" actId="20577"/>
        <pc:sldMkLst>
          <pc:docMk/>
          <pc:sldMk cId="2315594226" sldId="280"/>
        </pc:sldMkLst>
        <pc:spChg chg="mod">
          <ac:chgData name="Byrd, Andrew M." userId="S::amby222@uky.edu::2d5836b5-4a72-4fdb-bd90-63723c1cd390" providerId="AD" clId="Web-{CCFE0070-80A5-A3CA-AA02-AF0DD54374F3}" dt="2024-08-15T16:44:08.287" v="18" actId="20577"/>
          <ac:spMkLst>
            <pc:docMk/>
            <pc:sldMk cId="2315594226" sldId="280"/>
            <ac:spMk id="2" creationId="{A618E9D4-3F5D-C7B3-0669-DBA390D2488E}"/>
          </ac:spMkLst>
        </pc:spChg>
        <pc:spChg chg="mod">
          <ac:chgData name="Byrd, Andrew M." userId="S::amby222@uky.edu::2d5836b5-4a72-4fdb-bd90-63723c1cd390" providerId="AD" clId="Web-{CCFE0070-80A5-A3CA-AA02-AF0DD54374F3}" dt="2024-08-15T16:49:52.238" v="95" actId="20577"/>
          <ac:spMkLst>
            <pc:docMk/>
            <pc:sldMk cId="2315594226" sldId="280"/>
            <ac:spMk id="3" creationId="{A65135E2-45BE-6F28-03B3-DD4E5388EE41}"/>
          </ac:spMkLst>
        </pc:spChg>
      </pc:sldChg>
      <pc:sldChg chg="modSp add replId">
        <pc:chgData name="Byrd, Andrew M." userId="S::amby222@uky.edu::2d5836b5-4a72-4fdb-bd90-63723c1cd390" providerId="AD" clId="Web-{CCFE0070-80A5-A3CA-AA02-AF0DD54374F3}" dt="2024-08-15T16:50:22.505" v="120" actId="20577"/>
        <pc:sldMkLst>
          <pc:docMk/>
          <pc:sldMk cId="2689487386" sldId="281"/>
        </pc:sldMkLst>
        <pc:spChg chg="mod">
          <ac:chgData name="Byrd, Andrew M." userId="S::amby222@uky.edu::2d5836b5-4a72-4fdb-bd90-63723c1cd390" providerId="AD" clId="Web-{CCFE0070-80A5-A3CA-AA02-AF0DD54374F3}" dt="2024-08-15T16:50:22.505" v="120" actId="20577"/>
          <ac:spMkLst>
            <pc:docMk/>
            <pc:sldMk cId="2689487386" sldId="281"/>
            <ac:spMk id="3" creationId="{A65135E2-45BE-6F28-03B3-DD4E5388EE41}"/>
          </ac:spMkLst>
        </pc:spChg>
      </pc:sldChg>
      <pc:sldChg chg="modSp new ord">
        <pc:chgData name="Byrd, Andrew M." userId="S::amby222@uky.edu::2d5836b5-4a72-4fdb-bd90-63723c1cd390" providerId="AD" clId="Web-{CCFE0070-80A5-A3CA-AA02-AF0DD54374F3}" dt="2024-08-15T16:57:07.803" v="130"/>
        <pc:sldMkLst>
          <pc:docMk/>
          <pc:sldMk cId="2858066490" sldId="282"/>
        </pc:sldMkLst>
        <pc:spChg chg="mod">
          <ac:chgData name="Byrd, Andrew M." userId="S::amby222@uky.edu::2d5836b5-4a72-4fdb-bd90-63723c1cd390" providerId="AD" clId="Web-{CCFE0070-80A5-A3CA-AA02-AF0DD54374F3}" dt="2024-08-15T16:57:05.350" v="129" actId="20577"/>
          <ac:spMkLst>
            <pc:docMk/>
            <pc:sldMk cId="2858066490" sldId="282"/>
            <ac:spMk id="2" creationId="{C2C83006-393F-A43A-C5EB-AB27FA83A5A6}"/>
          </ac:spMkLst>
        </pc:spChg>
      </pc:sldChg>
      <pc:sldChg chg="new del">
        <pc:chgData name="Byrd, Andrew M." userId="S::amby222@uky.edu::2d5836b5-4a72-4fdb-bd90-63723c1cd390" providerId="AD" clId="Web-{CCFE0070-80A5-A3CA-AA02-AF0DD54374F3}" dt="2024-08-15T17:01:42.142" v="188"/>
        <pc:sldMkLst>
          <pc:docMk/>
          <pc:sldMk cId="2183340976" sldId="283"/>
        </pc:sldMkLst>
      </pc:sldChg>
      <pc:sldChg chg="modSp new">
        <pc:chgData name="Byrd, Andrew M." userId="S::amby222@uky.edu::2d5836b5-4a72-4fdb-bd90-63723c1cd390" providerId="AD" clId="Web-{CCFE0070-80A5-A3CA-AA02-AF0DD54374F3}" dt="2024-08-15T16:57:24.100" v="136" actId="20577"/>
        <pc:sldMkLst>
          <pc:docMk/>
          <pc:sldMk cId="1544467148" sldId="284"/>
        </pc:sldMkLst>
        <pc:spChg chg="mod">
          <ac:chgData name="Byrd, Andrew M." userId="S::amby222@uky.edu::2d5836b5-4a72-4fdb-bd90-63723c1cd390" providerId="AD" clId="Web-{CCFE0070-80A5-A3CA-AA02-AF0DD54374F3}" dt="2024-08-15T16:57:24.100" v="136" actId="20577"/>
          <ac:spMkLst>
            <pc:docMk/>
            <pc:sldMk cId="1544467148" sldId="284"/>
            <ac:spMk id="2" creationId="{F985504A-4DD3-831F-6EA0-BBC4D52943F8}"/>
          </ac:spMkLst>
        </pc:spChg>
      </pc:sldChg>
      <pc:sldChg chg="modSp new del">
        <pc:chgData name="Byrd, Andrew M." userId="S::amby222@uky.edu::2d5836b5-4a72-4fdb-bd90-63723c1cd390" providerId="AD" clId="Web-{CCFE0070-80A5-A3CA-AA02-AF0DD54374F3}" dt="2024-08-15T17:04:02.679" v="217"/>
        <pc:sldMkLst>
          <pc:docMk/>
          <pc:sldMk cId="556850052" sldId="285"/>
        </pc:sldMkLst>
        <pc:spChg chg="mod">
          <ac:chgData name="Byrd, Andrew M." userId="S::amby222@uky.edu::2d5836b5-4a72-4fdb-bd90-63723c1cd390" providerId="AD" clId="Web-{CCFE0070-80A5-A3CA-AA02-AF0DD54374F3}" dt="2024-08-15T16:57:53.914" v="138" actId="20577"/>
          <ac:spMkLst>
            <pc:docMk/>
            <pc:sldMk cId="556850052" sldId="285"/>
            <ac:spMk id="2" creationId="{D3D6C5A8-6F83-CFEC-0879-13746074CB9E}"/>
          </ac:spMkLst>
        </pc:spChg>
        <pc:spChg chg="mod">
          <ac:chgData name="Byrd, Andrew M." userId="S::amby222@uky.edu::2d5836b5-4a72-4fdb-bd90-63723c1cd390" providerId="AD" clId="Web-{CCFE0070-80A5-A3CA-AA02-AF0DD54374F3}" dt="2024-08-15T16:58:09.227" v="158" actId="14100"/>
          <ac:spMkLst>
            <pc:docMk/>
            <pc:sldMk cId="556850052" sldId="285"/>
            <ac:spMk id="3" creationId="{BFCAF91E-887A-1C6F-BD35-3A786595E480}"/>
          </ac:spMkLst>
        </pc:spChg>
      </pc:sldChg>
      <pc:sldChg chg="modSp add replId">
        <pc:chgData name="Byrd, Andrew M." userId="S::amby222@uky.edu::2d5836b5-4a72-4fdb-bd90-63723c1cd390" providerId="AD" clId="Web-{CCFE0070-80A5-A3CA-AA02-AF0DD54374F3}" dt="2024-08-15T17:06:38.154" v="369" actId="20577"/>
        <pc:sldMkLst>
          <pc:docMk/>
          <pc:sldMk cId="762185887" sldId="285"/>
        </pc:sldMkLst>
        <pc:spChg chg="mod">
          <ac:chgData name="Byrd, Andrew M." userId="S::amby222@uky.edu::2d5836b5-4a72-4fdb-bd90-63723c1cd390" providerId="AD" clId="Web-{CCFE0070-80A5-A3CA-AA02-AF0DD54374F3}" dt="2024-08-15T17:04:39.712" v="228" actId="20577"/>
          <ac:spMkLst>
            <pc:docMk/>
            <pc:sldMk cId="762185887" sldId="285"/>
            <ac:spMk id="167" creationId="{00000000-0000-0000-0000-000000000000}"/>
          </ac:spMkLst>
        </pc:spChg>
        <pc:spChg chg="mod">
          <ac:chgData name="Byrd, Andrew M." userId="S::amby222@uky.edu::2d5836b5-4a72-4fdb-bd90-63723c1cd390" providerId="AD" clId="Web-{CCFE0070-80A5-A3CA-AA02-AF0DD54374F3}" dt="2024-08-15T17:06:38.154" v="369" actId="20577"/>
          <ac:spMkLst>
            <pc:docMk/>
            <pc:sldMk cId="762185887" sldId="285"/>
            <ac:spMk id="168" creationId="{00000000-0000-0000-0000-000000000000}"/>
          </ac:spMkLst>
        </pc:spChg>
      </pc:sldChg>
      <pc:sldChg chg="new del">
        <pc:chgData name="Byrd, Andrew M." userId="S::amby222@uky.edu::2d5836b5-4a72-4fdb-bd90-63723c1cd390" providerId="AD" clId="Web-{CCFE0070-80A5-A3CA-AA02-AF0DD54374F3}" dt="2024-08-15T17:04:24.852" v="220"/>
        <pc:sldMkLst>
          <pc:docMk/>
          <pc:sldMk cId="2402291258" sldId="285"/>
        </pc:sldMkLst>
      </pc:sldChg>
      <pc:sldChg chg="add del">
        <pc:chgData name="Byrd, Andrew M." userId="S::amby222@uky.edu::2d5836b5-4a72-4fdb-bd90-63723c1cd390" providerId="AD" clId="Web-{CCFE0070-80A5-A3CA-AA02-AF0DD54374F3}" dt="2024-08-15T17:01:34.907" v="186"/>
        <pc:sldMkLst>
          <pc:docMk/>
          <pc:sldMk cId="3512024426" sldId="286"/>
        </pc:sldMkLst>
      </pc:sldChg>
      <pc:sldMasterChg chg="addSldLayout delSldLayout">
        <pc:chgData name="Byrd, Andrew M." userId="S::amby222@uky.edu::2d5836b5-4a72-4fdb-bd90-63723c1cd390" providerId="AD" clId="Web-{CCFE0070-80A5-A3CA-AA02-AF0DD54374F3}" dt="2024-08-15T17:03:44.850" v="211"/>
        <pc:sldMasterMkLst>
          <pc:docMk/>
          <pc:sldMasterMk cId="0" sldId="2147483659"/>
        </pc:sldMasterMkLst>
        <pc:sldLayoutChg chg="add del replId">
          <pc:chgData name="Byrd, Andrew M." userId="S::amby222@uky.edu::2d5836b5-4a72-4fdb-bd90-63723c1cd390" providerId="AD" clId="Web-{CCFE0070-80A5-A3CA-AA02-AF0DD54374F3}" dt="2024-08-15T16:58:54.401" v="162"/>
          <pc:sldLayoutMkLst>
            <pc:docMk/>
            <pc:sldMasterMk cId="0" sldId="2147483659"/>
            <pc:sldLayoutMk cId="2122699330" sldId="2147483660"/>
          </pc:sldLayoutMkLst>
        </pc:sldLayoutChg>
        <pc:sldLayoutChg chg="add del replId">
          <pc:chgData name="Byrd, Andrew M." userId="S::amby222@uky.edu::2d5836b5-4a72-4fdb-bd90-63723c1cd390" providerId="AD" clId="Web-{CCFE0070-80A5-A3CA-AA02-AF0DD54374F3}" dt="2024-08-15T17:03:44.850" v="211"/>
          <pc:sldLayoutMkLst>
            <pc:docMk/>
            <pc:sldMasterMk cId="0" sldId="2147483659"/>
            <pc:sldLayoutMk cId="2505569125" sldId="2147483678"/>
          </pc:sldLayoutMkLst>
        </pc:sldLayoutChg>
        <pc:sldLayoutChg chg="add del replId">
          <pc:chgData name="Byrd, Andrew M." userId="S::amby222@uky.edu::2d5836b5-4a72-4fdb-bd90-63723c1cd390" providerId="AD" clId="Web-{CCFE0070-80A5-A3CA-AA02-AF0DD54374F3}" dt="2024-08-15T17:03:38.225" v="203"/>
          <pc:sldLayoutMkLst>
            <pc:docMk/>
            <pc:sldMasterMk cId="0" sldId="2147483659"/>
            <pc:sldLayoutMk cId="3009124132" sldId="2147483678"/>
          </pc:sldLayoutMkLst>
        </pc:sldLayoutChg>
      </pc:sldMasterChg>
      <pc:sldMasterChg chg="add addSldLayout">
        <pc:chgData name="Byrd, Andrew M." userId="S::amby222@uky.edu::2d5836b5-4a72-4fdb-bd90-63723c1cd390" providerId="AD" clId="Web-{CCFE0070-80A5-A3CA-AA02-AF0DD54374F3}" dt="2024-08-15T16:58:58.682" v="163"/>
        <pc:sldMasterMkLst>
          <pc:docMk/>
          <pc:sldMasterMk cId="1654523573" sldId="2147483660"/>
        </pc:sldMasterMkLst>
        <pc:sldLayoutChg chg="add">
          <pc:chgData name="Byrd, Andrew M." userId="S::amby222@uky.edu::2d5836b5-4a72-4fdb-bd90-63723c1cd390" providerId="AD" clId="Web-{CCFE0070-80A5-A3CA-AA02-AF0DD54374F3}" dt="2024-08-15T16:58:58.682" v="163"/>
          <pc:sldLayoutMkLst>
            <pc:docMk/>
            <pc:sldMasterMk cId="1654523573" sldId="2147483660"/>
            <pc:sldLayoutMk cId="4067711722" sldId="2147483661"/>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1895287316" sldId="2147483662"/>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1166800957" sldId="2147483663"/>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1751957647" sldId="2147483664"/>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2387940408" sldId="2147483665"/>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4033316438" sldId="2147483666"/>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3417473364" sldId="2147483667"/>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3400789276" sldId="2147483668"/>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2034926451" sldId="2147483669"/>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1156202374" sldId="2147483670"/>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3587990852" sldId="2147483671"/>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2448777468" sldId="2147483672"/>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585671165" sldId="2147483673"/>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1542879263" sldId="2147483674"/>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4119217270" sldId="2147483675"/>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3081908691" sldId="2147483676"/>
          </pc:sldLayoutMkLst>
        </pc:sldLayoutChg>
        <pc:sldLayoutChg chg="add">
          <pc:chgData name="Byrd, Andrew M." userId="S::amby222@uky.edu::2d5836b5-4a72-4fdb-bd90-63723c1cd390" providerId="AD" clId="Web-{CCFE0070-80A5-A3CA-AA02-AF0DD54374F3}" dt="2024-08-15T16:58:58.682" v="163"/>
          <pc:sldLayoutMkLst>
            <pc:docMk/>
            <pc:sldMasterMk cId="1654523573" sldId="2147483660"/>
            <pc:sldLayoutMk cId="2717979549" sldId="2147483677"/>
          </pc:sldLayoutMkLst>
        </pc:sldLayoutChg>
      </pc:sldMasterChg>
    </pc:docChg>
  </pc:docChgLst>
  <pc:docChgLst>
    <pc:chgData name="Byrd, Andrew M." userId="S::amby222@uky.edu::2d5836b5-4a72-4fdb-bd90-63723c1cd390" providerId="AD" clId="Web-{12A6D4F5-0243-E066-45CE-30D029C21F09}"/>
    <pc:docChg chg="addSld delSld modSld">
      <pc:chgData name="Byrd, Andrew M." userId="S::amby222@uky.edu::2d5836b5-4a72-4fdb-bd90-63723c1cd390" providerId="AD" clId="Web-{12A6D4F5-0243-E066-45CE-30D029C21F09}" dt="2024-09-09T10:39:06.861" v="388"/>
      <pc:docMkLst>
        <pc:docMk/>
      </pc:docMkLst>
      <pc:sldChg chg="add del">
        <pc:chgData name="Byrd, Andrew M." userId="S::amby222@uky.edu::2d5836b5-4a72-4fdb-bd90-63723c1cd390" providerId="AD" clId="Web-{12A6D4F5-0243-E066-45CE-30D029C21F09}" dt="2024-09-09T10:24:04.177" v="136"/>
        <pc:sldMkLst>
          <pc:docMk/>
          <pc:sldMk cId="0" sldId="260"/>
        </pc:sldMkLst>
      </pc:sldChg>
      <pc:sldChg chg="add del">
        <pc:chgData name="Byrd, Andrew M." userId="S::amby222@uky.edu::2d5836b5-4a72-4fdb-bd90-63723c1cd390" providerId="AD" clId="Web-{12A6D4F5-0243-E066-45CE-30D029C21F09}" dt="2024-09-09T10:24:04.193" v="137"/>
        <pc:sldMkLst>
          <pc:docMk/>
          <pc:sldMk cId="0" sldId="261"/>
        </pc:sldMkLst>
      </pc:sldChg>
      <pc:sldChg chg="add del">
        <pc:chgData name="Byrd, Andrew M." userId="S::amby222@uky.edu::2d5836b5-4a72-4fdb-bd90-63723c1cd390" providerId="AD" clId="Web-{12A6D4F5-0243-E066-45CE-30D029C21F09}" dt="2024-09-09T10:24:18.068" v="139"/>
        <pc:sldMkLst>
          <pc:docMk/>
          <pc:sldMk cId="0" sldId="267"/>
        </pc:sldMkLst>
      </pc:sldChg>
      <pc:sldChg chg="modSp add del">
        <pc:chgData name="Byrd, Andrew M." userId="S::amby222@uky.edu::2d5836b5-4a72-4fdb-bd90-63723c1cd390" providerId="AD" clId="Web-{12A6D4F5-0243-E066-45CE-30D029C21F09}" dt="2024-09-09T10:38:57.611" v="386" actId="14100"/>
        <pc:sldMkLst>
          <pc:docMk/>
          <pc:sldMk cId="3537249576" sldId="268"/>
        </pc:sldMkLst>
        <pc:spChg chg="mod">
          <ac:chgData name="Byrd, Andrew M." userId="S::amby222@uky.edu::2d5836b5-4a72-4fdb-bd90-63723c1cd390" providerId="AD" clId="Web-{12A6D4F5-0243-E066-45CE-30D029C21F09}" dt="2024-09-09T10:38:50.501" v="383" actId="1076"/>
          <ac:spMkLst>
            <pc:docMk/>
            <pc:sldMk cId="3537249576" sldId="268"/>
            <ac:spMk id="2" creationId="{E186DDB9-76AF-9EB7-78EB-E89F8FC31A82}"/>
          </ac:spMkLst>
        </pc:spChg>
        <pc:spChg chg="mod">
          <ac:chgData name="Byrd, Andrew M." userId="S::amby222@uky.edu::2d5836b5-4a72-4fdb-bd90-63723c1cd390" providerId="AD" clId="Web-{12A6D4F5-0243-E066-45CE-30D029C21F09}" dt="2024-09-09T10:38:57.611" v="386" actId="14100"/>
          <ac:spMkLst>
            <pc:docMk/>
            <pc:sldMk cId="3537249576" sldId="268"/>
            <ac:spMk id="5" creationId="{C3664D75-AD56-07D7-AB32-00F837526714}"/>
          </ac:spMkLst>
        </pc:spChg>
      </pc:sldChg>
      <pc:sldChg chg="modSp">
        <pc:chgData name="Byrd, Andrew M." userId="S::amby222@uky.edu::2d5836b5-4a72-4fdb-bd90-63723c1cd390" providerId="AD" clId="Web-{12A6D4F5-0243-E066-45CE-30D029C21F09}" dt="2024-09-08T19:04:30.589" v="30" actId="14100"/>
        <pc:sldMkLst>
          <pc:docMk/>
          <pc:sldMk cId="3821475406" sldId="270"/>
        </pc:sldMkLst>
        <pc:spChg chg="mod">
          <ac:chgData name="Byrd, Andrew M." userId="S::amby222@uky.edu::2d5836b5-4a72-4fdb-bd90-63723c1cd390" providerId="AD" clId="Web-{12A6D4F5-0243-E066-45CE-30D029C21F09}" dt="2024-09-08T19:04:30.589" v="30" actId="14100"/>
          <ac:spMkLst>
            <pc:docMk/>
            <pc:sldMk cId="3821475406" sldId="270"/>
            <ac:spMk id="3" creationId="{42F7CF6B-8CD6-F2F6-2E87-C4CD36A9637F}"/>
          </ac:spMkLst>
        </pc:spChg>
      </pc:sldChg>
      <pc:sldChg chg="modSp add del">
        <pc:chgData name="Byrd, Andrew M." userId="S::amby222@uky.edu::2d5836b5-4a72-4fdb-bd90-63723c1cd390" providerId="AD" clId="Web-{12A6D4F5-0243-E066-45CE-30D029C21F09}" dt="2024-09-09T10:24:04.162" v="134"/>
        <pc:sldMkLst>
          <pc:docMk/>
          <pc:sldMk cId="0" sldId="272"/>
        </pc:sldMkLst>
        <pc:spChg chg="mod">
          <ac:chgData name="Byrd, Andrew M." userId="S::amby222@uky.edu::2d5836b5-4a72-4fdb-bd90-63723c1cd390" providerId="AD" clId="Web-{12A6D4F5-0243-E066-45CE-30D029C21F09}" dt="2024-09-08T19:01:13.430" v="9" actId="20577"/>
          <ac:spMkLst>
            <pc:docMk/>
            <pc:sldMk cId="0" sldId="272"/>
            <ac:spMk id="167" creationId="{00000000-0000-0000-0000-000000000000}"/>
          </ac:spMkLst>
        </pc:spChg>
      </pc:sldChg>
      <pc:sldChg chg="add del">
        <pc:chgData name="Byrd, Andrew M." userId="S::amby222@uky.edu::2d5836b5-4a72-4fdb-bd90-63723c1cd390" providerId="AD" clId="Web-{12A6D4F5-0243-E066-45CE-30D029C21F09}" dt="2024-09-09T10:24:28.475" v="141"/>
        <pc:sldMkLst>
          <pc:docMk/>
          <pc:sldMk cId="0" sldId="274"/>
        </pc:sldMkLst>
      </pc:sldChg>
      <pc:sldChg chg="modSp">
        <pc:chgData name="Byrd, Andrew M." userId="S::amby222@uky.edu::2d5836b5-4a72-4fdb-bd90-63723c1cd390" providerId="AD" clId="Web-{12A6D4F5-0243-E066-45CE-30D029C21F09}" dt="2024-09-08T19:04:18.651" v="29" actId="20577"/>
        <pc:sldMkLst>
          <pc:docMk/>
          <pc:sldMk cId="1409397259" sldId="277"/>
        </pc:sldMkLst>
        <pc:spChg chg="mod">
          <ac:chgData name="Byrd, Andrew M." userId="S::amby222@uky.edu::2d5836b5-4a72-4fdb-bd90-63723c1cd390" providerId="AD" clId="Web-{12A6D4F5-0243-E066-45CE-30D029C21F09}" dt="2024-09-08T19:04:18.651" v="29" actId="20577"/>
          <ac:spMkLst>
            <pc:docMk/>
            <pc:sldMk cId="1409397259" sldId="277"/>
            <ac:spMk id="3" creationId="{7BB036EC-FB24-5D17-811A-705ABFC2A672}"/>
          </ac:spMkLst>
        </pc:spChg>
      </pc:sldChg>
      <pc:sldChg chg="modSp">
        <pc:chgData name="Byrd, Andrew M." userId="S::amby222@uky.edu::2d5836b5-4a72-4fdb-bd90-63723c1cd390" providerId="AD" clId="Web-{12A6D4F5-0243-E066-45CE-30D029C21F09}" dt="2024-09-09T10:30:23.391" v="274" actId="20577"/>
        <pc:sldMkLst>
          <pc:docMk/>
          <pc:sldMk cId="2315594226" sldId="280"/>
        </pc:sldMkLst>
        <pc:spChg chg="mod">
          <ac:chgData name="Byrd, Andrew M." userId="S::amby222@uky.edu::2d5836b5-4a72-4fdb-bd90-63723c1cd390" providerId="AD" clId="Web-{12A6D4F5-0243-E066-45CE-30D029C21F09}" dt="2024-09-08T23:37:43.062" v="33" actId="20577"/>
          <ac:spMkLst>
            <pc:docMk/>
            <pc:sldMk cId="2315594226" sldId="280"/>
            <ac:spMk id="2" creationId="{A618E9D4-3F5D-C7B3-0669-DBA390D2488E}"/>
          </ac:spMkLst>
        </pc:spChg>
        <pc:spChg chg="mod">
          <ac:chgData name="Byrd, Andrew M." userId="S::amby222@uky.edu::2d5836b5-4a72-4fdb-bd90-63723c1cd390" providerId="AD" clId="Web-{12A6D4F5-0243-E066-45CE-30D029C21F09}" dt="2024-09-09T10:30:23.391" v="274" actId="20577"/>
          <ac:spMkLst>
            <pc:docMk/>
            <pc:sldMk cId="2315594226" sldId="280"/>
            <ac:spMk id="3" creationId="{A65135E2-45BE-6F28-03B3-DD4E5388EE41}"/>
          </ac:spMkLst>
        </pc:spChg>
      </pc:sldChg>
      <pc:sldChg chg="del">
        <pc:chgData name="Byrd, Andrew M." userId="S::amby222@uky.edu::2d5836b5-4a72-4fdb-bd90-63723c1cd390" providerId="AD" clId="Web-{12A6D4F5-0243-E066-45CE-30D029C21F09}" dt="2024-09-09T10:39:03.361" v="387"/>
        <pc:sldMkLst>
          <pc:docMk/>
          <pc:sldMk cId="2689487386" sldId="281"/>
        </pc:sldMkLst>
      </pc:sldChg>
      <pc:sldChg chg="modSp">
        <pc:chgData name="Byrd, Andrew M." userId="S::amby222@uky.edu::2d5836b5-4a72-4fdb-bd90-63723c1cd390" providerId="AD" clId="Web-{12A6D4F5-0243-E066-45CE-30D029C21F09}" dt="2024-09-09T10:34:44.211" v="343" actId="20577"/>
        <pc:sldMkLst>
          <pc:docMk/>
          <pc:sldMk cId="2858066490" sldId="282"/>
        </pc:sldMkLst>
        <pc:spChg chg="mod">
          <ac:chgData name="Byrd, Andrew M." userId="S::amby222@uky.edu::2d5836b5-4a72-4fdb-bd90-63723c1cd390" providerId="AD" clId="Web-{12A6D4F5-0243-E066-45CE-30D029C21F09}" dt="2024-09-09T10:34:44.211" v="343" actId="20577"/>
          <ac:spMkLst>
            <pc:docMk/>
            <pc:sldMk cId="2858066490" sldId="282"/>
            <ac:spMk id="3" creationId="{B8A64FC5-93AC-191B-6769-2C13B8D0B562}"/>
          </ac:spMkLst>
        </pc:spChg>
      </pc:sldChg>
      <pc:sldChg chg="del">
        <pc:chgData name="Byrd, Andrew M." userId="S::amby222@uky.edu::2d5836b5-4a72-4fdb-bd90-63723c1cd390" providerId="AD" clId="Web-{12A6D4F5-0243-E066-45CE-30D029C21F09}" dt="2024-09-09T10:39:06.861" v="388"/>
        <pc:sldMkLst>
          <pc:docMk/>
          <pc:sldMk cId="1544467148" sldId="284"/>
        </pc:sldMkLst>
      </pc:sldChg>
      <pc:sldChg chg="modSp new">
        <pc:chgData name="Byrd, Andrew M." userId="S::amby222@uky.edu::2d5836b5-4a72-4fdb-bd90-63723c1cd390" providerId="AD" clId="Web-{12A6D4F5-0243-E066-45CE-30D029C21F09}" dt="2024-09-09T10:26:47.276" v="197" actId="20577"/>
        <pc:sldMkLst>
          <pc:docMk/>
          <pc:sldMk cId="80324609" sldId="286"/>
        </pc:sldMkLst>
        <pc:spChg chg="mod">
          <ac:chgData name="Byrd, Andrew M." userId="S::amby222@uky.edu::2d5836b5-4a72-4fdb-bd90-63723c1cd390" providerId="AD" clId="Web-{12A6D4F5-0243-E066-45CE-30D029C21F09}" dt="2024-09-09T10:24:58.757" v="158" actId="20577"/>
          <ac:spMkLst>
            <pc:docMk/>
            <pc:sldMk cId="80324609" sldId="286"/>
            <ac:spMk id="2" creationId="{23C43811-88B3-2B73-3C8B-8B03FC7AA1CA}"/>
          </ac:spMkLst>
        </pc:spChg>
        <pc:spChg chg="mod">
          <ac:chgData name="Byrd, Andrew M." userId="S::amby222@uky.edu::2d5836b5-4a72-4fdb-bd90-63723c1cd390" providerId="AD" clId="Web-{12A6D4F5-0243-E066-45CE-30D029C21F09}" dt="2024-09-09T10:26:47.276" v="197" actId="20577"/>
          <ac:spMkLst>
            <pc:docMk/>
            <pc:sldMk cId="80324609" sldId="286"/>
            <ac:spMk id="3" creationId="{A221CA90-0618-86C0-EBF9-DAC9B8A2B14B}"/>
          </ac:spMkLst>
        </pc:spChg>
      </pc:sldChg>
      <pc:sldChg chg="add del replId">
        <pc:chgData name="Byrd, Andrew M." userId="S::amby222@uky.edu::2d5836b5-4a72-4fdb-bd90-63723c1cd390" providerId="AD" clId="Web-{12A6D4F5-0243-E066-45CE-30D029C21F09}" dt="2024-09-09T10:23:54.474" v="129"/>
        <pc:sldMkLst>
          <pc:docMk/>
          <pc:sldMk cId="3605840326" sldId="286"/>
        </pc:sldMkLst>
      </pc:sldChg>
      <pc:sldChg chg="addSp modSp add replId">
        <pc:chgData name="Byrd, Andrew M." userId="S::amby222@uky.edu::2d5836b5-4a72-4fdb-bd90-63723c1cd390" providerId="AD" clId="Web-{12A6D4F5-0243-E066-45CE-30D029C21F09}" dt="2024-09-09T10:27:35.543" v="227" actId="14100"/>
        <pc:sldMkLst>
          <pc:docMk/>
          <pc:sldMk cId="63804264" sldId="287"/>
        </pc:sldMkLst>
        <pc:spChg chg="mod">
          <ac:chgData name="Byrd, Andrew M." userId="S::amby222@uky.edu::2d5836b5-4a72-4fdb-bd90-63723c1cd390" providerId="AD" clId="Web-{12A6D4F5-0243-E066-45CE-30D029C21F09}" dt="2024-09-09T10:27:16.542" v="226" actId="1076"/>
          <ac:spMkLst>
            <pc:docMk/>
            <pc:sldMk cId="63804264" sldId="287"/>
            <ac:spMk id="2" creationId="{23C43811-88B3-2B73-3C8B-8B03FC7AA1CA}"/>
          </ac:spMkLst>
        </pc:spChg>
        <pc:spChg chg="mod">
          <ac:chgData name="Byrd, Andrew M." userId="S::amby222@uky.edu::2d5836b5-4a72-4fdb-bd90-63723c1cd390" providerId="AD" clId="Web-{12A6D4F5-0243-E066-45CE-30D029C21F09}" dt="2024-09-09T10:27:35.543" v="227" actId="14100"/>
          <ac:spMkLst>
            <pc:docMk/>
            <pc:sldMk cId="63804264" sldId="287"/>
            <ac:spMk id="3" creationId="{A221CA90-0618-86C0-EBF9-DAC9B8A2B14B}"/>
          </ac:spMkLst>
        </pc:spChg>
        <pc:picChg chg="add mod">
          <ac:chgData name="Byrd, Andrew M." userId="S::amby222@uky.edu::2d5836b5-4a72-4fdb-bd90-63723c1cd390" providerId="AD" clId="Web-{12A6D4F5-0243-E066-45CE-30D029C21F09}" dt="2024-09-09T10:27:08.432" v="223" actId="1076"/>
          <ac:picMkLst>
            <pc:docMk/>
            <pc:sldMk cId="63804264" sldId="287"/>
            <ac:picMk id="4" creationId="{913724AD-8ED0-CAFC-2EA1-8B73C803CA7F}"/>
          </ac:picMkLst>
        </pc:picChg>
      </pc:sldChg>
      <pc:sldChg chg="addSp delSp modSp add replId">
        <pc:chgData name="Byrd, Andrew M." userId="S::amby222@uky.edu::2d5836b5-4a72-4fdb-bd90-63723c1cd390" providerId="AD" clId="Web-{12A6D4F5-0243-E066-45CE-30D029C21F09}" dt="2024-09-09T10:28:25.950" v="246" actId="14100"/>
        <pc:sldMkLst>
          <pc:docMk/>
          <pc:sldMk cId="3811423436" sldId="288"/>
        </pc:sldMkLst>
        <pc:spChg chg="mod">
          <ac:chgData name="Byrd, Andrew M." userId="S::amby222@uky.edu::2d5836b5-4a72-4fdb-bd90-63723c1cd390" providerId="AD" clId="Web-{12A6D4F5-0243-E066-45CE-30D029C21F09}" dt="2024-09-09T10:28:25.950" v="246" actId="14100"/>
          <ac:spMkLst>
            <pc:docMk/>
            <pc:sldMk cId="3811423436" sldId="288"/>
            <ac:spMk id="2" creationId="{23C43811-88B3-2B73-3C8B-8B03FC7AA1CA}"/>
          </ac:spMkLst>
        </pc:spChg>
        <pc:spChg chg="mod">
          <ac:chgData name="Byrd, Andrew M." userId="S::amby222@uky.edu::2d5836b5-4a72-4fdb-bd90-63723c1cd390" providerId="AD" clId="Web-{12A6D4F5-0243-E066-45CE-30D029C21F09}" dt="2024-09-09T10:28:23.106" v="245" actId="14100"/>
          <ac:spMkLst>
            <pc:docMk/>
            <pc:sldMk cId="3811423436" sldId="288"/>
            <ac:spMk id="3" creationId="{A221CA90-0618-86C0-EBF9-DAC9B8A2B14B}"/>
          </ac:spMkLst>
        </pc:spChg>
        <pc:picChg chg="del">
          <ac:chgData name="Byrd, Andrew M." userId="S::amby222@uky.edu::2d5836b5-4a72-4fdb-bd90-63723c1cd390" providerId="AD" clId="Web-{12A6D4F5-0243-E066-45CE-30D029C21F09}" dt="2024-09-09T10:28:03.606" v="229"/>
          <ac:picMkLst>
            <pc:docMk/>
            <pc:sldMk cId="3811423436" sldId="288"/>
            <ac:picMk id="4" creationId="{913724AD-8ED0-CAFC-2EA1-8B73C803CA7F}"/>
          </ac:picMkLst>
        </pc:picChg>
        <pc:picChg chg="add mod">
          <ac:chgData name="Byrd, Andrew M." userId="S::amby222@uky.edu::2d5836b5-4a72-4fdb-bd90-63723c1cd390" providerId="AD" clId="Web-{12A6D4F5-0243-E066-45CE-30D029C21F09}" dt="2024-09-09T10:28:15.637" v="234" actId="1076"/>
          <ac:picMkLst>
            <pc:docMk/>
            <pc:sldMk cId="3811423436" sldId="288"/>
            <ac:picMk id="5" creationId="{1B48FD57-A02F-80DF-4527-84CE492A4733}"/>
          </ac:picMkLst>
        </pc:picChg>
      </pc:sldChg>
      <pc:sldChg chg="add del replId">
        <pc:chgData name="Byrd, Andrew M." userId="S::amby222@uky.edu::2d5836b5-4a72-4fdb-bd90-63723c1cd390" providerId="AD" clId="Web-{12A6D4F5-0243-E066-45CE-30D029C21F09}" dt="2024-09-09T10:33:39.224" v="291"/>
        <pc:sldMkLst>
          <pc:docMk/>
          <pc:sldMk cId="2319593095" sldId="289"/>
        </pc:sldMkLst>
      </pc:sldChg>
      <pc:sldChg chg="delSp modSp add replId">
        <pc:chgData name="Byrd, Andrew M." userId="S::amby222@uky.edu::2d5836b5-4a72-4fdb-bd90-63723c1cd390" providerId="AD" clId="Web-{12A6D4F5-0243-E066-45CE-30D029C21F09}" dt="2024-09-09T10:34:05.944" v="327" actId="20577"/>
        <pc:sldMkLst>
          <pc:docMk/>
          <pc:sldMk cId="298653736" sldId="290"/>
        </pc:sldMkLst>
        <pc:spChg chg="mod">
          <ac:chgData name="Byrd, Andrew M." userId="S::amby222@uky.edu::2d5836b5-4a72-4fdb-bd90-63723c1cd390" providerId="AD" clId="Web-{12A6D4F5-0243-E066-45CE-30D029C21F09}" dt="2024-09-09T10:34:05.944" v="327" actId="20577"/>
          <ac:spMkLst>
            <pc:docMk/>
            <pc:sldMk cId="298653736" sldId="290"/>
            <ac:spMk id="3" creationId="{A221CA90-0618-86C0-EBF9-DAC9B8A2B14B}"/>
          </ac:spMkLst>
        </pc:spChg>
        <pc:picChg chg="del">
          <ac:chgData name="Byrd, Andrew M." userId="S::amby222@uky.edu::2d5836b5-4a72-4fdb-bd90-63723c1cd390" providerId="AD" clId="Web-{12A6D4F5-0243-E066-45CE-30D029C21F09}" dt="2024-09-09T10:29:42.624" v="267"/>
          <ac:picMkLst>
            <pc:docMk/>
            <pc:sldMk cId="298653736" sldId="290"/>
            <ac:picMk id="5" creationId="{1B48FD57-A02F-80DF-4527-84CE492A4733}"/>
          </ac:picMkLst>
        </pc:picChg>
      </pc:sldChg>
      <pc:sldChg chg="modSp new">
        <pc:chgData name="Byrd, Andrew M." userId="S::amby222@uky.edu::2d5836b5-4a72-4fdb-bd90-63723c1cd390" providerId="AD" clId="Web-{12A6D4F5-0243-E066-45CE-30D029C21F09}" dt="2024-09-09T10:34:25.132" v="335" actId="20577"/>
        <pc:sldMkLst>
          <pc:docMk/>
          <pc:sldMk cId="3855319729" sldId="291"/>
        </pc:sldMkLst>
        <pc:spChg chg="mod">
          <ac:chgData name="Byrd, Andrew M." userId="S::amby222@uky.edu::2d5836b5-4a72-4fdb-bd90-63723c1cd390" providerId="AD" clId="Web-{12A6D4F5-0243-E066-45CE-30D029C21F09}" dt="2024-09-09T10:34:25.132" v="335" actId="20577"/>
          <ac:spMkLst>
            <pc:docMk/>
            <pc:sldMk cId="3855319729" sldId="291"/>
            <ac:spMk id="2" creationId="{34551222-503D-F56E-8E4F-1CE017E6E3FE}"/>
          </ac:spMkLst>
        </pc:spChg>
        <pc:spChg chg="mod">
          <ac:chgData name="Byrd, Andrew M." userId="S::amby222@uky.edu::2d5836b5-4a72-4fdb-bd90-63723c1cd390" providerId="AD" clId="Web-{12A6D4F5-0243-E066-45CE-30D029C21F09}" dt="2024-09-09T10:33:05.552" v="290" actId="20577"/>
          <ac:spMkLst>
            <pc:docMk/>
            <pc:sldMk cId="3855319729" sldId="291"/>
            <ac:spMk id="3" creationId="{2F97A7BB-7B86-4655-4D27-A081E5FCD590}"/>
          </ac:spMkLst>
        </pc:spChg>
      </pc:sldChg>
      <pc:sldChg chg="modSp add">
        <pc:chgData name="Byrd, Andrew M." userId="S::amby222@uky.edu::2d5836b5-4a72-4fdb-bd90-63723c1cd390" providerId="AD" clId="Web-{12A6D4F5-0243-E066-45CE-30D029C21F09}" dt="2024-09-09T10:37:56.844" v="364" actId="20577"/>
        <pc:sldMkLst>
          <pc:docMk/>
          <pc:sldMk cId="2864357828" sldId="292"/>
        </pc:sldMkLst>
        <pc:spChg chg="mod">
          <ac:chgData name="Byrd, Andrew M." userId="S::amby222@uky.edu::2d5836b5-4a72-4fdb-bd90-63723c1cd390" providerId="AD" clId="Web-{12A6D4F5-0243-E066-45CE-30D029C21F09}" dt="2024-09-09T10:37:56.844" v="364" actId="20577"/>
          <ac:spMkLst>
            <pc:docMk/>
            <pc:sldMk cId="2864357828" sldId="292"/>
            <ac:spMk id="102" creationId="{00000000-0000-0000-0000-000000000000}"/>
          </ac:spMkLst>
        </pc:spChg>
        <pc:spChg chg="mod">
          <ac:chgData name="Byrd, Andrew M." userId="S::amby222@uky.edu::2d5836b5-4a72-4fdb-bd90-63723c1cd390" providerId="AD" clId="Web-{12A6D4F5-0243-E066-45CE-30D029C21F09}" dt="2024-09-09T10:37:17.012" v="347" actId="20577"/>
          <ac:spMkLst>
            <pc:docMk/>
            <pc:sldMk cId="2864357828" sldId="292"/>
            <ac:spMk id="103" creationId="{00000000-0000-0000-0000-000000000000}"/>
          </ac:spMkLst>
        </pc:spChg>
      </pc:sldChg>
      <pc:sldChg chg="add del">
        <pc:chgData name="Byrd, Andrew M." userId="S::amby222@uky.edu::2d5836b5-4a72-4fdb-bd90-63723c1cd390" providerId="AD" clId="Web-{12A6D4F5-0243-E066-45CE-30D029C21F09}" dt="2024-09-09T10:38:12.407" v="366"/>
        <pc:sldMkLst>
          <pc:docMk/>
          <pc:sldMk cId="4289640294" sldId="293"/>
        </pc:sldMkLst>
      </pc:sldChg>
      <pc:sldMasterChg chg="addSldLayout">
        <pc:chgData name="Byrd, Andrew M." userId="S::amby222@uky.edu::2d5836b5-4a72-4fdb-bd90-63723c1cd390" providerId="AD" clId="Web-{12A6D4F5-0243-E066-45CE-30D029C21F09}" dt="2024-09-09T10:24:04.193" v="137"/>
        <pc:sldMasterMkLst>
          <pc:docMk/>
          <pc:sldMasterMk cId="0" sldId="2147483659"/>
        </pc:sldMasterMkLst>
        <pc:sldLayoutChg chg="add replId">
          <pc:chgData name="Byrd, Andrew M." userId="S::amby222@uky.edu::2d5836b5-4a72-4fdb-bd90-63723c1cd390" providerId="AD" clId="Web-{12A6D4F5-0243-E066-45CE-30D029C21F09}" dt="2024-09-09T10:24:04.162" v="135"/>
          <pc:sldLayoutMkLst>
            <pc:docMk/>
            <pc:sldMasterMk cId="0" sldId="2147483659"/>
            <pc:sldLayoutMk cId="1135369218" sldId="2147483678"/>
          </pc:sldLayoutMkLst>
        </pc:sldLayoutChg>
        <pc:sldLayoutChg chg="add">
          <pc:chgData name="Byrd, Andrew M." userId="S::amby222@uky.edu::2d5836b5-4a72-4fdb-bd90-63723c1cd390" providerId="AD" clId="Web-{12A6D4F5-0243-E066-45CE-30D029C21F09}" dt="2024-09-09T10:24:04.193" v="137"/>
          <pc:sldLayoutMkLst>
            <pc:docMk/>
            <pc:sldMasterMk cId="0" sldId="2147483659"/>
            <pc:sldLayoutMk cId="787524024" sldId="2147483679"/>
          </pc:sldLayoutMkLst>
        </pc:sldLayoutChg>
      </pc:sldMasterChg>
    </pc:docChg>
  </pc:docChgLst>
  <pc:docChgLst>
    <pc:chgData name="Byrd, Andrew M." userId="S::amby222@uky.edu::2d5836b5-4a72-4fdb-bd90-63723c1cd390" providerId="AD" clId="Web-{EF96EADC-967F-44D9-DABC-A8972ABFB936}"/>
    <pc:docChg chg="delSld">
      <pc:chgData name="Byrd, Andrew M." userId="S::amby222@uky.edu::2d5836b5-4a72-4fdb-bd90-63723c1cd390" providerId="AD" clId="Web-{EF96EADC-967F-44D9-DABC-A8972ABFB936}" dt="2024-07-28T21:07:55.779" v="2"/>
      <pc:docMkLst>
        <pc:docMk/>
      </pc:docMkLst>
      <pc:sldChg chg="del">
        <pc:chgData name="Byrd, Andrew M." userId="S::amby222@uky.edu::2d5836b5-4a72-4fdb-bd90-63723c1cd390" providerId="AD" clId="Web-{EF96EADC-967F-44D9-DABC-A8972ABFB936}" dt="2024-07-28T21:07:55.779" v="2"/>
        <pc:sldMkLst>
          <pc:docMk/>
          <pc:sldMk cId="0" sldId="257"/>
        </pc:sldMkLst>
      </pc:sldChg>
      <pc:sldChg chg="del">
        <pc:chgData name="Byrd, Andrew M." userId="S::amby222@uky.edu::2d5836b5-4a72-4fdb-bd90-63723c1cd390" providerId="AD" clId="Web-{EF96EADC-967F-44D9-DABC-A8972ABFB936}" dt="2024-07-28T21:07:55.779" v="1"/>
        <pc:sldMkLst>
          <pc:docMk/>
          <pc:sldMk cId="0" sldId="258"/>
        </pc:sldMkLst>
      </pc:sldChg>
      <pc:sldChg chg="del">
        <pc:chgData name="Byrd, Andrew M." userId="S::amby222@uky.edu::2d5836b5-4a72-4fdb-bd90-63723c1cd390" providerId="AD" clId="Web-{EF96EADC-967F-44D9-DABC-A8972ABFB936}" dt="2024-07-28T21:07:55.779" v="0"/>
        <pc:sldMkLst>
          <pc:docMk/>
          <pc:sldMk cId="0" sldId="259"/>
        </pc:sldMkLst>
      </pc:sldChg>
    </pc:docChg>
  </pc:docChgLst>
  <pc:docChgLst>
    <pc:chgData name="Byrd, Andrew M." userId="S::amby222@uky.edu::2d5836b5-4a72-4fdb-bd90-63723c1cd390" providerId="AD" clId="Web-{6BA38B3A-9235-580C-D8E2-E141E160B24D}"/>
    <pc:docChg chg="addSld modSld sldOrd">
      <pc:chgData name="Byrd, Andrew M." userId="S::amby222@uky.edu::2d5836b5-4a72-4fdb-bd90-63723c1cd390" providerId="AD" clId="Web-{6BA38B3A-9235-580C-D8E2-E141E160B24D}" dt="2024-09-10T15:18:45.595" v="176" actId="1076"/>
      <pc:docMkLst>
        <pc:docMk/>
      </pc:docMkLst>
      <pc:sldChg chg="modSp">
        <pc:chgData name="Byrd, Andrew M." userId="S::amby222@uky.edu::2d5836b5-4a72-4fdb-bd90-63723c1cd390" providerId="AD" clId="Web-{6BA38B3A-9235-580C-D8E2-E141E160B24D}" dt="2024-09-10T14:28:46.239" v="28" actId="14100"/>
        <pc:sldMkLst>
          <pc:docMk/>
          <pc:sldMk cId="0" sldId="261"/>
        </pc:sldMkLst>
        <pc:spChg chg="mod">
          <ac:chgData name="Byrd, Andrew M." userId="S::amby222@uky.edu::2d5836b5-4a72-4fdb-bd90-63723c1cd390" providerId="AD" clId="Web-{6BA38B3A-9235-580C-D8E2-E141E160B24D}" dt="2024-09-10T14:28:46.239" v="28" actId="14100"/>
          <ac:spMkLst>
            <pc:docMk/>
            <pc:sldMk cId="0" sldId="261"/>
            <ac:spMk id="191" creationId="{00000000-0000-0000-0000-000000000000}"/>
          </ac:spMkLst>
        </pc:spChg>
      </pc:sldChg>
      <pc:sldChg chg="modSp ord">
        <pc:chgData name="Byrd, Andrew M." userId="S::amby222@uky.edu::2d5836b5-4a72-4fdb-bd90-63723c1cd390" providerId="AD" clId="Web-{6BA38B3A-9235-580C-D8E2-E141E160B24D}" dt="2024-09-10T14:37:36.088" v="157" actId="20577"/>
        <pc:sldMkLst>
          <pc:docMk/>
          <pc:sldMk cId="3595147784" sldId="262"/>
        </pc:sldMkLst>
        <pc:spChg chg="mod">
          <ac:chgData name="Byrd, Andrew M." userId="S::amby222@uky.edu::2d5836b5-4a72-4fdb-bd90-63723c1cd390" providerId="AD" clId="Web-{6BA38B3A-9235-580C-D8E2-E141E160B24D}" dt="2024-09-10T14:37:36.088" v="157" actId="20577"/>
          <ac:spMkLst>
            <pc:docMk/>
            <pc:sldMk cId="3595147784" sldId="262"/>
            <ac:spMk id="3" creationId="{D31EDB0D-FD6A-1EC0-B838-AB6552C1B902}"/>
          </ac:spMkLst>
        </pc:spChg>
      </pc:sldChg>
      <pc:sldChg chg="modSp ord">
        <pc:chgData name="Byrd, Andrew M." userId="S::amby222@uky.edu::2d5836b5-4a72-4fdb-bd90-63723c1cd390" providerId="AD" clId="Web-{6BA38B3A-9235-580C-D8E2-E141E160B24D}" dt="2024-09-10T14:29:38.897" v="40" actId="14100"/>
        <pc:sldMkLst>
          <pc:docMk/>
          <pc:sldMk cId="1888706591" sldId="265"/>
        </pc:sldMkLst>
        <pc:spChg chg="mod">
          <ac:chgData name="Byrd, Andrew M." userId="S::amby222@uky.edu::2d5836b5-4a72-4fdb-bd90-63723c1cd390" providerId="AD" clId="Web-{6BA38B3A-9235-580C-D8E2-E141E160B24D}" dt="2024-09-10T14:29:38.897" v="40" actId="14100"/>
          <ac:spMkLst>
            <pc:docMk/>
            <pc:sldMk cId="1888706591" sldId="265"/>
            <ac:spMk id="3" creationId="{8AE4BBEF-01F3-F96B-B9E6-1B5CCD9641B8}"/>
          </ac:spMkLst>
        </pc:spChg>
      </pc:sldChg>
      <pc:sldChg chg="modSp">
        <pc:chgData name="Byrd, Andrew M." userId="S::amby222@uky.edu::2d5836b5-4a72-4fdb-bd90-63723c1cd390" providerId="AD" clId="Web-{6BA38B3A-9235-580C-D8E2-E141E160B24D}" dt="2024-09-10T14:27:47.596" v="11" actId="20577"/>
        <pc:sldMkLst>
          <pc:docMk/>
          <pc:sldMk cId="3537249576" sldId="268"/>
        </pc:sldMkLst>
        <pc:spChg chg="mod">
          <ac:chgData name="Byrd, Andrew M." userId="S::amby222@uky.edu::2d5836b5-4a72-4fdb-bd90-63723c1cd390" providerId="AD" clId="Web-{6BA38B3A-9235-580C-D8E2-E141E160B24D}" dt="2024-09-10T14:27:47.596" v="11" actId="20577"/>
          <ac:spMkLst>
            <pc:docMk/>
            <pc:sldMk cId="3537249576" sldId="268"/>
            <ac:spMk id="5" creationId="{C3664D75-AD56-07D7-AB32-00F837526714}"/>
          </ac:spMkLst>
        </pc:spChg>
      </pc:sldChg>
      <pc:sldChg chg="modSp">
        <pc:chgData name="Byrd, Andrew M." userId="S::amby222@uky.edu::2d5836b5-4a72-4fdb-bd90-63723c1cd390" providerId="AD" clId="Web-{6BA38B3A-9235-580C-D8E2-E141E160B24D}" dt="2024-09-10T14:35:01.035" v="82" actId="20577"/>
        <pc:sldMkLst>
          <pc:docMk/>
          <pc:sldMk cId="3821475406" sldId="270"/>
        </pc:sldMkLst>
        <pc:spChg chg="mod">
          <ac:chgData name="Byrd, Andrew M." userId="S::amby222@uky.edu::2d5836b5-4a72-4fdb-bd90-63723c1cd390" providerId="AD" clId="Web-{6BA38B3A-9235-580C-D8E2-E141E160B24D}" dt="2024-09-10T14:30:26.790" v="56" actId="20577"/>
          <ac:spMkLst>
            <pc:docMk/>
            <pc:sldMk cId="3821475406" sldId="270"/>
            <ac:spMk id="2" creationId="{A63E738E-E38F-0F63-07D2-C2F6CE3D4E4F}"/>
          </ac:spMkLst>
        </pc:spChg>
        <pc:spChg chg="mod">
          <ac:chgData name="Byrd, Andrew M." userId="S::amby222@uky.edu::2d5836b5-4a72-4fdb-bd90-63723c1cd390" providerId="AD" clId="Web-{6BA38B3A-9235-580C-D8E2-E141E160B24D}" dt="2024-09-10T14:35:01.035" v="82" actId="20577"/>
          <ac:spMkLst>
            <pc:docMk/>
            <pc:sldMk cId="3821475406" sldId="270"/>
            <ac:spMk id="3" creationId="{42F7CF6B-8CD6-F2F6-2E87-C4CD36A9637F}"/>
          </ac:spMkLst>
        </pc:spChg>
      </pc:sldChg>
      <pc:sldChg chg="modSp">
        <pc:chgData name="Byrd, Andrew M." userId="S::amby222@uky.edu::2d5836b5-4a72-4fdb-bd90-63723c1cd390" providerId="AD" clId="Web-{6BA38B3A-9235-580C-D8E2-E141E160B24D}" dt="2024-09-10T14:36:14.053" v="129" actId="14100"/>
        <pc:sldMkLst>
          <pc:docMk/>
          <pc:sldMk cId="0" sldId="271"/>
        </pc:sldMkLst>
        <pc:spChg chg="mod">
          <ac:chgData name="Byrd, Andrew M." userId="S::amby222@uky.edu::2d5836b5-4a72-4fdb-bd90-63723c1cd390" providerId="AD" clId="Web-{6BA38B3A-9235-580C-D8E2-E141E160B24D}" dt="2024-09-10T14:36:14.053" v="129" actId="14100"/>
          <ac:spMkLst>
            <pc:docMk/>
            <pc:sldMk cId="0" sldId="271"/>
            <ac:spMk id="162" creationId="{00000000-0000-0000-0000-000000000000}"/>
          </ac:spMkLst>
        </pc:spChg>
      </pc:sldChg>
      <pc:sldChg chg="modSp">
        <pc:chgData name="Byrd, Andrew M." userId="S::amby222@uky.edu::2d5836b5-4a72-4fdb-bd90-63723c1cd390" providerId="AD" clId="Web-{6BA38B3A-9235-580C-D8E2-E141E160B24D}" dt="2024-09-10T14:28:12.347" v="19" actId="14100"/>
        <pc:sldMkLst>
          <pc:docMk/>
          <pc:sldMk cId="0" sldId="272"/>
        </pc:sldMkLst>
        <pc:spChg chg="mod">
          <ac:chgData name="Byrd, Andrew M." userId="S::amby222@uky.edu::2d5836b5-4a72-4fdb-bd90-63723c1cd390" providerId="AD" clId="Web-{6BA38B3A-9235-580C-D8E2-E141E160B24D}" dt="2024-09-10T14:28:12.347" v="19" actId="14100"/>
          <ac:spMkLst>
            <pc:docMk/>
            <pc:sldMk cId="0" sldId="272"/>
            <ac:spMk id="168" creationId="{00000000-0000-0000-0000-000000000000}"/>
          </ac:spMkLst>
        </pc:spChg>
      </pc:sldChg>
      <pc:sldChg chg="modSp">
        <pc:chgData name="Byrd, Andrew M." userId="S::amby222@uky.edu::2d5836b5-4a72-4fdb-bd90-63723c1cd390" providerId="AD" clId="Web-{6BA38B3A-9235-580C-D8E2-E141E160B24D}" dt="2024-09-10T14:30:04.836" v="47" actId="14100"/>
        <pc:sldMkLst>
          <pc:docMk/>
          <pc:sldMk cId="1409397259" sldId="277"/>
        </pc:sldMkLst>
        <pc:spChg chg="mod">
          <ac:chgData name="Byrd, Andrew M." userId="S::amby222@uky.edu::2d5836b5-4a72-4fdb-bd90-63723c1cd390" providerId="AD" clId="Web-{6BA38B3A-9235-580C-D8E2-E141E160B24D}" dt="2024-09-10T14:30:04.836" v="47" actId="14100"/>
          <ac:spMkLst>
            <pc:docMk/>
            <pc:sldMk cId="1409397259" sldId="277"/>
            <ac:spMk id="3" creationId="{7BB036EC-FB24-5D17-811A-705ABFC2A672}"/>
          </ac:spMkLst>
        </pc:spChg>
      </pc:sldChg>
      <pc:sldChg chg="ord">
        <pc:chgData name="Byrd, Andrew M." userId="S::amby222@uky.edu::2d5836b5-4a72-4fdb-bd90-63723c1cd390" providerId="AD" clId="Web-{6BA38B3A-9235-580C-D8E2-E141E160B24D}" dt="2024-09-10T14:27:04.328" v="1"/>
        <pc:sldMkLst>
          <pc:docMk/>
          <pc:sldMk cId="2858066490" sldId="282"/>
        </pc:sldMkLst>
      </pc:sldChg>
      <pc:sldChg chg="modSp">
        <pc:chgData name="Byrd, Andrew M." userId="S::amby222@uky.edu::2d5836b5-4a72-4fdb-bd90-63723c1cd390" providerId="AD" clId="Web-{6BA38B3A-9235-580C-D8E2-E141E160B24D}" dt="2024-09-10T14:35:52.506" v="114" actId="20577"/>
        <pc:sldMkLst>
          <pc:docMk/>
          <pc:sldMk cId="762185887" sldId="285"/>
        </pc:sldMkLst>
        <pc:spChg chg="mod">
          <ac:chgData name="Byrd, Andrew M." userId="S::amby222@uky.edu::2d5836b5-4a72-4fdb-bd90-63723c1cd390" providerId="AD" clId="Web-{6BA38B3A-9235-580C-D8E2-E141E160B24D}" dt="2024-09-10T14:35:34.286" v="88" actId="20577"/>
          <ac:spMkLst>
            <pc:docMk/>
            <pc:sldMk cId="762185887" sldId="285"/>
            <ac:spMk id="167" creationId="{00000000-0000-0000-0000-000000000000}"/>
          </ac:spMkLst>
        </pc:spChg>
        <pc:spChg chg="mod">
          <ac:chgData name="Byrd, Andrew M." userId="S::amby222@uky.edu::2d5836b5-4a72-4fdb-bd90-63723c1cd390" providerId="AD" clId="Web-{6BA38B3A-9235-580C-D8E2-E141E160B24D}" dt="2024-09-10T14:35:52.506" v="114" actId="20577"/>
          <ac:spMkLst>
            <pc:docMk/>
            <pc:sldMk cId="762185887" sldId="285"/>
            <ac:spMk id="168" creationId="{00000000-0000-0000-0000-000000000000}"/>
          </ac:spMkLst>
        </pc:spChg>
      </pc:sldChg>
      <pc:sldChg chg="modSp add replId">
        <pc:chgData name="Byrd, Andrew M." userId="S::amby222@uky.edu::2d5836b5-4a72-4fdb-bd90-63723c1cd390" providerId="AD" clId="Web-{6BA38B3A-9235-580C-D8E2-E141E160B24D}" dt="2024-09-10T14:37:11.025" v="155" actId="20577"/>
        <pc:sldMkLst>
          <pc:docMk/>
          <pc:sldMk cId="1598821509" sldId="293"/>
        </pc:sldMkLst>
        <pc:spChg chg="mod">
          <ac:chgData name="Byrd, Andrew M." userId="S::amby222@uky.edu::2d5836b5-4a72-4fdb-bd90-63723c1cd390" providerId="AD" clId="Web-{6BA38B3A-9235-580C-D8E2-E141E160B24D}" dt="2024-09-10T14:37:11.025" v="155" actId="20577"/>
          <ac:spMkLst>
            <pc:docMk/>
            <pc:sldMk cId="1598821509" sldId="293"/>
            <ac:spMk id="5" creationId="{C3664D75-AD56-07D7-AB32-00F837526714}"/>
          </ac:spMkLst>
        </pc:spChg>
      </pc:sldChg>
      <pc:sldChg chg="addSp modSp add replId">
        <pc:chgData name="Byrd, Andrew M." userId="S::amby222@uky.edu::2d5836b5-4a72-4fdb-bd90-63723c1cd390" providerId="AD" clId="Web-{6BA38B3A-9235-580C-D8E2-E141E160B24D}" dt="2024-09-10T14:36:27.101" v="142" actId="20577"/>
        <pc:sldMkLst>
          <pc:docMk/>
          <pc:sldMk cId="3648841869" sldId="294"/>
        </pc:sldMkLst>
        <pc:spChg chg="mod">
          <ac:chgData name="Byrd, Andrew M." userId="S::amby222@uky.edu::2d5836b5-4a72-4fdb-bd90-63723c1cd390" providerId="AD" clId="Web-{6BA38B3A-9235-580C-D8E2-E141E160B24D}" dt="2024-09-10T14:36:27.101" v="142" actId="20577"/>
          <ac:spMkLst>
            <pc:docMk/>
            <pc:sldMk cId="3648841869" sldId="294"/>
            <ac:spMk id="2" creationId="{A63E738E-E38F-0F63-07D2-C2F6CE3D4E4F}"/>
          </ac:spMkLst>
        </pc:spChg>
        <pc:spChg chg="mod">
          <ac:chgData name="Byrd, Andrew M." userId="S::amby222@uky.edu::2d5836b5-4a72-4fdb-bd90-63723c1cd390" providerId="AD" clId="Web-{6BA38B3A-9235-580C-D8E2-E141E160B24D}" dt="2024-09-10T14:35:05.488" v="86" actId="20577"/>
          <ac:spMkLst>
            <pc:docMk/>
            <pc:sldMk cId="3648841869" sldId="294"/>
            <ac:spMk id="3" creationId="{42F7CF6B-8CD6-F2F6-2E87-C4CD36A9637F}"/>
          </ac:spMkLst>
        </pc:spChg>
        <pc:picChg chg="add mod">
          <ac:chgData name="Byrd, Andrew M." userId="S::amby222@uky.edu::2d5836b5-4a72-4fdb-bd90-63723c1cd390" providerId="AD" clId="Web-{6BA38B3A-9235-580C-D8E2-E141E160B24D}" dt="2024-09-10T14:34:36.346" v="76" actId="1076"/>
          <ac:picMkLst>
            <pc:docMk/>
            <pc:sldMk cId="3648841869" sldId="294"/>
            <ac:picMk id="4" creationId="{086751A1-D6DA-0A82-DF89-38305145E07E}"/>
          </ac:picMkLst>
        </pc:picChg>
      </pc:sldChg>
      <pc:sldChg chg="addSp delSp modSp add replId">
        <pc:chgData name="Byrd, Andrew M." userId="S::amby222@uky.edu::2d5836b5-4a72-4fdb-bd90-63723c1cd390" providerId="AD" clId="Web-{6BA38B3A-9235-580C-D8E2-E141E160B24D}" dt="2024-09-10T15:18:45.595" v="176" actId="1076"/>
        <pc:sldMkLst>
          <pc:docMk/>
          <pc:sldMk cId="1608488754" sldId="295"/>
        </pc:sldMkLst>
        <pc:spChg chg="mod">
          <ac:chgData name="Byrd, Andrew M." userId="S::amby222@uky.edu::2d5836b5-4a72-4fdb-bd90-63723c1cd390" providerId="AD" clId="Web-{6BA38B3A-9235-580C-D8E2-E141E160B24D}" dt="2024-09-10T14:38:01.198" v="165" actId="20577"/>
          <ac:spMkLst>
            <pc:docMk/>
            <pc:sldMk cId="1608488754" sldId="295"/>
            <ac:spMk id="2" creationId="{4A6EBA25-D226-68C9-C2D5-F7CF6279193B}"/>
          </ac:spMkLst>
        </pc:spChg>
        <pc:spChg chg="del">
          <ac:chgData name="Byrd, Andrew M." userId="S::amby222@uky.edu::2d5836b5-4a72-4fdb-bd90-63723c1cd390" providerId="AD" clId="Web-{6BA38B3A-9235-580C-D8E2-E141E160B24D}" dt="2024-09-10T14:38:03.480" v="166"/>
          <ac:spMkLst>
            <pc:docMk/>
            <pc:sldMk cId="1608488754" sldId="295"/>
            <ac:spMk id="3" creationId="{8AE4BBEF-01F3-F96B-B9E6-1B5CCD9641B8}"/>
          </ac:spMkLst>
        </pc:spChg>
        <pc:spChg chg="add del mod">
          <ac:chgData name="Byrd, Andrew M." userId="S::amby222@uky.edu::2d5836b5-4a72-4fdb-bd90-63723c1cd390" providerId="AD" clId="Web-{6BA38B3A-9235-580C-D8E2-E141E160B24D}" dt="2024-09-10T14:38:07.902" v="167"/>
          <ac:spMkLst>
            <pc:docMk/>
            <pc:sldMk cId="1608488754" sldId="295"/>
            <ac:spMk id="5" creationId="{5F5DB88C-069E-3922-4A56-23A127D86419}"/>
          </ac:spMkLst>
        </pc:spChg>
        <pc:picChg chg="add mod">
          <ac:chgData name="Byrd, Andrew M." userId="S::amby222@uky.edu::2d5836b5-4a72-4fdb-bd90-63723c1cd390" providerId="AD" clId="Web-{6BA38B3A-9235-580C-D8E2-E141E160B24D}" dt="2024-09-10T15:18:02.671" v="169" actId="1076"/>
          <ac:picMkLst>
            <pc:docMk/>
            <pc:sldMk cId="1608488754" sldId="295"/>
            <ac:picMk id="3" creationId="{FE9F2C8A-0DB1-6AA4-8A36-39AADBBAB9A3}"/>
          </ac:picMkLst>
        </pc:picChg>
        <pc:picChg chg="add mod">
          <ac:chgData name="Byrd, Andrew M." userId="S::amby222@uky.edu::2d5836b5-4a72-4fdb-bd90-63723c1cd390" providerId="AD" clId="Web-{6BA38B3A-9235-580C-D8E2-E141E160B24D}" dt="2024-09-10T15:18:13.953" v="171" actId="1076"/>
          <ac:picMkLst>
            <pc:docMk/>
            <pc:sldMk cId="1608488754" sldId="295"/>
            <ac:picMk id="4" creationId="{7312CA91-9451-4480-9578-F74BC3836556}"/>
          </ac:picMkLst>
        </pc:picChg>
        <pc:picChg chg="add del mod">
          <ac:chgData name="Byrd, Andrew M." userId="S::amby222@uky.edu::2d5836b5-4a72-4fdb-bd90-63723c1cd390" providerId="AD" clId="Web-{6BA38B3A-9235-580C-D8E2-E141E160B24D}" dt="2024-09-10T15:18:34" v="174"/>
          <ac:picMkLst>
            <pc:docMk/>
            <pc:sldMk cId="1608488754" sldId="295"/>
            <ac:picMk id="5" creationId="{95BD96D3-2DCE-00A4-ED8E-6CAE3DBEC543}"/>
          </ac:picMkLst>
        </pc:picChg>
        <pc:picChg chg="add mod">
          <ac:chgData name="Byrd, Andrew M." userId="S::amby222@uky.edu::2d5836b5-4a72-4fdb-bd90-63723c1cd390" providerId="AD" clId="Web-{6BA38B3A-9235-580C-D8E2-E141E160B24D}" dt="2024-09-10T15:18:45.595" v="176" actId="1076"/>
          <ac:picMkLst>
            <pc:docMk/>
            <pc:sldMk cId="1608488754" sldId="295"/>
            <ac:picMk id="6" creationId="{C91092CE-67BD-7092-9F29-C1298A67E42A}"/>
          </ac:picMkLst>
        </pc:picChg>
      </pc:sldChg>
    </pc:docChg>
  </pc:docChgLst>
  <pc:docChgLst>
    <pc:chgData name="Byrd, Andrew M." userId="S::amby222@uky.edu::2d5836b5-4a72-4fdb-bd90-63723c1cd390" providerId="AD" clId="Web-{EFB50332-E96D-F1BE-7FE8-9929C8EC4006}"/>
    <pc:docChg chg="modSld">
      <pc:chgData name="Byrd, Andrew M." userId="S::amby222@uky.edu::2d5836b5-4a72-4fdb-bd90-63723c1cd390" providerId="AD" clId="Web-{EFB50332-E96D-F1BE-7FE8-9929C8EC4006}" dt="2024-09-09T10:56:38.604" v="35" actId="20577"/>
      <pc:docMkLst>
        <pc:docMk/>
      </pc:docMkLst>
      <pc:sldChg chg="modSp">
        <pc:chgData name="Byrd, Andrew M." userId="S::amby222@uky.edu::2d5836b5-4a72-4fdb-bd90-63723c1cd390" providerId="AD" clId="Web-{EFB50332-E96D-F1BE-7FE8-9929C8EC4006}" dt="2024-09-09T10:56:38.604" v="35" actId="20577"/>
        <pc:sldMkLst>
          <pc:docMk/>
          <pc:sldMk cId="298653736" sldId="290"/>
        </pc:sldMkLst>
        <pc:spChg chg="mod">
          <ac:chgData name="Byrd, Andrew M." userId="S::amby222@uky.edu::2d5836b5-4a72-4fdb-bd90-63723c1cd390" providerId="AD" clId="Web-{EFB50332-E96D-F1BE-7FE8-9929C8EC4006}" dt="2024-09-09T10:56:38.604" v="35" actId="20577"/>
          <ac:spMkLst>
            <pc:docMk/>
            <pc:sldMk cId="298653736" sldId="290"/>
            <ac:spMk id="3" creationId="{A221CA90-0618-86C0-EBF9-DAC9B8A2B1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ee6718a78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ee6718a78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c997047dc3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c997047dc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c997047dc3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c997047dc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0898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f01b827ca9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f01b827ca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https://medium.com/@allisonooo/a-conversation-with-david-j-peterson-d585a14589d1 interview with Peterson</a:t>
            </a:r>
          </a:p>
        </p:txBody>
      </p:sp>
      <p:sp>
        <p:nvSpPr>
          <p:cNvPr id="4" name="Slide Number Placeholder 3"/>
          <p:cNvSpPr>
            <a:spLocks noGrp="1"/>
          </p:cNvSpPr>
          <p:nvPr>
            <p:ph type="sldNum" sz="quarter" idx="5"/>
          </p:nvPr>
        </p:nvSpPr>
        <p:spPr/>
        <p:txBody>
          <a:bodyPr/>
          <a:lstStyle/>
          <a:p>
            <a:fld id="{FDA516FA-8FFC-4C83-A7AE-4DEE1715A4D9}" type="slidenum">
              <a:rPr lang="en-US" smtClean="0"/>
              <a:t>18</a:t>
            </a:fld>
            <a:endParaRPr lang="en-US"/>
          </a:p>
        </p:txBody>
      </p:sp>
    </p:spTree>
    <p:extLst>
      <p:ext uri="{BB962C8B-B14F-4D97-AF65-F5344CB8AC3E}">
        <p14:creationId xmlns:p14="http://schemas.microsoft.com/office/powerpoint/2010/main" val="1626235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c997047dc3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c997047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ee6718a78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ee6718a78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f01b827ca9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f01b827ca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5815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66216" y="1952625"/>
            <a:ext cx="661924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353692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15" y="1952625"/>
            <a:ext cx="3618869" cy="25622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6535" y="1952625"/>
            <a:ext cx="3618869" cy="25622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787524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866216" y="1574800"/>
            <a:ext cx="6619244" cy="2008236"/>
          </a:xfrm>
        </p:spPr>
        <p:txBody>
          <a:bodyPr anchor="b"/>
          <a:lstStyle>
            <a:lvl1pPr>
              <a:defRPr sz="4050"/>
            </a:lvl1pPr>
          </a:lstStyle>
          <a:p>
            <a:r>
              <a:rPr lang="en-US"/>
              <a:t>Click to edit Master title style</a:t>
            </a:r>
            <a:endParaRPr lang="en-US" dirty="0"/>
          </a:p>
        </p:txBody>
      </p:sp>
      <p:sp>
        <p:nvSpPr>
          <p:cNvPr id="3" name="Subtitle 2"/>
          <p:cNvSpPr>
            <a:spLocks noGrp="1"/>
          </p:cNvSpPr>
          <p:nvPr>
            <p:ph type="subTitle" idx="1"/>
          </p:nvPr>
        </p:nvSpPr>
        <p:spPr bwMode="gray">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619239" y="1344169"/>
            <a:ext cx="742949" cy="228599"/>
          </a:xfrm>
        </p:spPr>
        <p:txBody>
          <a:bodyPr anchor="t"/>
          <a:lstStyle>
            <a:lvl1pPr algn="l">
              <a:defRPr b="0" i="0">
                <a:solidFill>
                  <a:schemeClr val="bg1">
                    <a:alpha val="60000"/>
                  </a:schemeClr>
                </a:solidFill>
              </a:defRPr>
            </a:lvl1pPr>
          </a:lstStyle>
          <a:p>
            <a:endParaRPr lang="en-US"/>
          </a:p>
        </p:txBody>
      </p:sp>
      <p:sp>
        <p:nvSpPr>
          <p:cNvPr id="5" name="Footer Placeholder 4"/>
          <p:cNvSpPr>
            <a:spLocks noGrp="1"/>
          </p:cNvSpPr>
          <p:nvPr>
            <p:ph type="ftr" sz="quarter" idx="11"/>
          </p:nvPr>
        </p:nvSpPr>
        <p:spPr bwMode="gray">
          <a:xfrm rot="5400000">
            <a:off x="6713982" y="2420874"/>
            <a:ext cx="2894846" cy="228601"/>
          </a:xfrm>
        </p:spPr>
        <p:txBody>
          <a:bodyPr/>
          <a:lstStyle>
            <a:lvl1pPr>
              <a:defRPr b="0" i="0">
                <a:solidFill>
                  <a:schemeClr val="bg1">
                    <a:alpha val="60000"/>
                  </a:schemeClr>
                </a:solidFill>
              </a:defRPr>
            </a:lvl1pPr>
          </a:lstStyle>
          <a:p>
            <a:endParaRPr lang="en-US"/>
          </a:p>
        </p:txBody>
      </p:sp>
      <p:sp>
        <p:nvSpPr>
          <p:cNvPr id="11" name="Rectangle 1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764406" y="221797"/>
            <a:ext cx="628649" cy="575765"/>
          </a:xfrm>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067711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66216" y="1952625"/>
            <a:ext cx="661924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895287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2008234"/>
            <a:ext cx="3263269" cy="1712868"/>
          </a:xfrm>
        </p:spPr>
        <p:txBody>
          <a:bodyPr anchor="ctr"/>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171670" y="2008233"/>
            <a:ext cx="2818159" cy="1712868"/>
          </a:xfrm>
        </p:spPr>
        <p:txBody>
          <a:bodyPr anchor="ctr"/>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66800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15" y="1952625"/>
            <a:ext cx="3618869" cy="25622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6535" y="1952625"/>
            <a:ext cx="3618869" cy="25622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7519576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216" y="1952625"/>
            <a:ext cx="361886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66215" y="2384822"/>
            <a:ext cx="3618869" cy="213002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6535" y="1952625"/>
            <a:ext cx="3618869"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56535" y="2384822"/>
            <a:ext cx="3618869" cy="2130029"/>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387940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866216" y="730251"/>
            <a:ext cx="6571060" cy="530223"/>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0333164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4174733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971550"/>
            <a:ext cx="2094869" cy="12001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4335859" y="1085850"/>
            <a:ext cx="3892550" cy="3429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215" y="2346961"/>
            <a:ext cx="2094869" cy="2171699"/>
          </a:xfrm>
        </p:spPr>
        <p:txBody>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400789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270000"/>
            <a:ext cx="2898851" cy="1301750"/>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10903" y="857250"/>
            <a:ext cx="2420395"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866216" y="2743200"/>
            <a:ext cx="2894409" cy="1028700"/>
          </a:xfrm>
        </p:spPr>
        <p:txBody>
          <a:bodyPr>
            <a:normAutofit/>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03492645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3727445"/>
            <a:ext cx="6619244"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57175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5" y="4152499"/>
            <a:ext cx="6619244" cy="370284"/>
          </a:xfrm>
        </p:spPr>
        <p:txBody>
          <a:bodyPr>
            <a:normAutofit/>
          </a:bodyPr>
          <a:lstStyle>
            <a:lvl1pPr marL="0" indent="0">
              <a:buNone/>
              <a:defRPr sz="90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5620237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1598" y="797563"/>
            <a:ext cx="6623862" cy="1029740"/>
          </a:xfrm>
        </p:spPr>
        <p:txBody>
          <a:bodyPr/>
          <a:lstStyle>
            <a:lvl1pPr>
              <a:defRPr sz="3000"/>
            </a:lvl1pPr>
          </a:lstStyle>
          <a:p>
            <a:r>
              <a:rPr lang="en-US"/>
              <a:t>Click to edit Master title style</a:t>
            </a:r>
            <a:endParaRPr lang="en-US" dirty="0"/>
          </a:p>
        </p:txBody>
      </p:sp>
      <p:sp>
        <p:nvSpPr>
          <p:cNvPr id="8" name="Text Placeholder 3"/>
          <p:cNvSpPr>
            <a:spLocks noGrp="1"/>
          </p:cNvSpPr>
          <p:nvPr>
            <p:ph type="body" sz="half" idx="2"/>
          </p:nvPr>
        </p:nvSpPr>
        <p:spPr>
          <a:xfrm>
            <a:off x="866216" y="2657475"/>
            <a:ext cx="6619244" cy="1857375"/>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58799085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51435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661175" y="455502"/>
            <a:ext cx="601434"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13" name="TextBox 12"/>
          <p:cNvSpPr txBox="1"/>
          <p:nvPr/>
        </p:nvSpPr>
        <p:spPr bwMode="gray">
          <a:xfrm>
            <a:off x="7413344" y="1960340"/>
            <a:ext cx="489572"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86408" y="736600"/>
            <a:ext cx="6340430" cy="2022474"/>
          </a:xfrm>
        </p:spPr>
        <p:txBody>
          <a:bodyPr/>
          <a:lstStyle>
            <a:lvl1pPr>
              <a:defRPr sz="3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459459" y="2759074"/>
            <a:ext cx="5798414" cy="256631"/>
          </a:xfrm>
        </p:spPr>
        <p:txBody>
          <a:bodyPr anchor="t">
            <a:normAutofit/>
          </a:bodyPr>
          <a:lstStyle>
            <a:lvl1pPr marL="0" indent="0">
              <a:buNone/>
              <a:defRPr lang="en-US" sz="1050" b="0" i="0" kern="1200" cap="small" dirty="0">
                <a:solidFill>
                  <a:schemeClr val="accent1">
                    <a:lumMod val="60000"/>
                    <a:lumOff val="40000"/>
                  </a:schemeClr>
                </a:solidFill>
                <a:latin typeface="+mn-lt"/>
                <a:ea typeface="+mn-ea"/>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771899"/>
            <a:ext cx="6933673" cy="748393"/>
          </a:xfrm>
        </p:spPr>
        <p:txBody>
          <a:bodyPr anchor="ct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44877746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778000"/>
            <a:ext cx="6619245" cy="136688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768725"/>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585671165"/>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1952626"/>
            <a:ext cx="235640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866215" y="2384823"/>
            <a:ext cx="2356409"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384541" y="1952625"/>
            <a:ext cx="2360257"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3384541" y="2384823"/>
            <a:ext cx="2360257"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16101" y="1952626"/>
            <a:ext cx="2359298"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916247" y="2384822"/>
            <a:ext cx="2359152"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3302978"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29301"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54287926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3399633"/>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Picture Placeholder 2"/>
          <p:cNvSpPr>
            <a:spLocks noGrp="1" noChangeAspect="1"/>
          </p:cNvSpPr>
          <p:nvPr>
            <p:ph type="pic" idx="15"/>
          </p:nvPr>
        </p:nvSpPr>
        <p:spPr>
          <a:xfrm>
            <a:off x="1000915"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866215" y="3831830"/>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426649" y="3399634"/>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1" name="Picture Placeholder 2"/>
          <p:cNvSpPr>
            <a:spLocks noGrp="1" noChangeAspect="1"/>
          </p:cNvSpPr>
          <p:nvPr>
            <p:ph type="pic" idx="21"/>
          </p:nvPr>
        </p:nvSpPr>
        <p:spPr>
          <a:xfrm>
            <a:off x="3561347"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3427629" y="3831829"/>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87082" y="3399634"/>
            <a:ext cx="228832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2" name="Picture Placeholder 2"/>
          <p:cNvSpPr>
            <a:spLocks noGrp="1" noChangeAspect="1"/>
          </p:cNvSpPr>
          <p:nvPr>
            <p:ph type="pic" idx="22"/>
          </p:nvPr>
        </p:nvSpPr>
        <p:spPr>
          <a:xfrm>
            <a:off x="6122273"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987081" y="3831828"/>
            <a:ext cx="2288322"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43" name="Straight Connector 42"/>
          <p:cNvCxnSpPr/>
          <p:nvPr/>
        </p:nvCxnSpPr>
        <p:spPr>
          <a:xfrm>
            <a:off x="3304373"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5848352"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a:xfrm>
            <a:off x="420833" y="4793879"/>
            <a:ext cx="2733212" cy="228601"/>
          </a:xfrm>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119217270"/>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216" y="1952625"/>
            <a:ext cx="6619244" cy="2562225"/>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21580" y="4793879"/>
            <a:ext cx="742949" cy="228599"/>
          </a:xfr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081908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6438927" y="958850"/>
            <a:ext cx="1057474" cy="3561443"/>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216" y="958850"/>
            <a:ext cx="4692019" cy="35614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989829" y="4793879"/>
            <a:ext cx="744101" cy="228599"/>
          </a:xfr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717979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1.jpe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78" r:id="rId12"/>
    <p:sldLayoutId id="214748367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866216" y="730251"/>
            <a:ext cx="6571060" cy="53022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216" y="1952625"/>
            <a:ext cx="6571060" cy="25622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89829" y="4793879"/>
            <a:ext cx="742949" cy="228599"/>
          </a:xfrm>
          <a:prstGeom prst="rect">
            <a:avLst/>
          </a:prstGeom>
        </p:spPr>
        <p:txBody>
          <a:bodyPr vert="horz" lIns="91440" tIns="45720" rIns="91440" bIns="45720" rtlCol="0" anchor="ctr"/>
          <a:lstStyle>
            <a:lvl1pPr algn="r">
              <a:defRPr sz="750" b="1" i="0">
                <a:solidFill>
                  <a:schemeClr val="accent1"/>
                </a:solidFill>
              </a:defRPr>
            </a:lvl1pPr>
          </a:lstStyle>
          <a:p>
            <a:endParaRPr lang="en-US"/>
          </a:p>
        </p:txBody>
      </p:sp>
      <p:sp>
        <p:nvSpPr>
          <p:cNvPr id="5" name="Footer Placeholder 4"/>
          <p:cNvSpPr>
            <a:spLocks noGrp="1"/>
          </p:cNvSpPr>
          <p:nvPr>
            <p:ph type="ftr" sz="quarter" idx="3"/>
          </p:nvPr>
        </p:nvSpPr>
        <p:spPr>
          <a:xfrm>
            <a:off x="420833" y="4793879"/>
            <a:ext cx="2894846" cy="228601"/>
          </a:xfrm>
          <a:prstGeom prst="rect">
            <a:avLst/>
          </a:prstGeom>
        </p:spPr>
        <p:txBody>
          <a:bodyPr vert="horz" lIns="91440" tIns="45720" rIns="91440" bIns="45720" rtlCol="0" anchor="ctr"/>
          <a:lstStyle>
            <a:lvl1pPr algn="l">
              <a:defRPr sz="750" b="1" i="0">
                <a:solidFill>
                  <a:schemeClr val="accent1"/>
                </a:solidFill>
              </a:defRPr>
            </a:lvl1pPr>
          </a:lstStyle>
          <a:p>
            <a:endParaRPr lang="en-US"/>
          </a:p>
        </p:txBody>
      </p:sp>
      <p:sp>
        <p:nvSpPr>
          <p:cNvPr id="21" name="Rectangle 2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bg1"/>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6545235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inkarnate.com/signup" TargetMode="External"/><Relationship Id="rId2" Type="http://schemas.openxmlformats.org/officeDocument/2006/relationships/hyperlink" Target="https://azgaar.github.io/Fantasy-Map-Generator/" TargetMode="External"/><Relationship Id="rId1" Type="http://schemas.openxmlformats.org/officeDocument/2006/relationships/slideLayout" Target="../slideLayouts/slideLayout3.xml"/><Relationship Id="rId5" Type="http://schemas.openxmlformats.org/officeDocument/2006/relationships/hyperlink" Target="https://www.kassoon.com/dnd/world-map/" TargetMode="External"/><Relationship Id="rId4" Type="http://schemas.openxmlformats.org/officeDocument/2006/relationships/hyperlink" Target="https://donjon.bin.sh/worl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medium.com/@allisonooo/do-we-judge-languages-by-their-sounds-exploring-linguistic-bias-in-entertainment-13da8300ae83" TargetMode="External"/><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5.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Linguistics 200, Week 3</a:t>
            </a:r>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Culture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r>
              <a:rPr lang="en"/>
              <a:t>Warm-up Questions: Episode #1 recap</a:t>
            </a:r>
            <a:endParaRPr/>
          </a:p>
        </p:txBody>
      </p:sp>
      <p:sp>
        <p:nvSpPr>
          <p:cNvPr id="103" name="Google Shape;103;p1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30200" algn="l" rtl="0">
              <a:lnSpc>
                <a:spcPct val="150000"/>
              </a:lnSpc>
              <a:spcBef>
                <a:spcPts val="120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Select the qualities of spoken language that makes a conlang feel “legit”.</a:t>
            </a:r>
            <a:endParaRPr sz="1600">
              <a:solidFill>
                <a:srgbClr val="000000"/>
              </a:solidFill>
              <a:latin typeface="Arial"/>
              <a:ea typeface="Arial"/>
              <a:cs typeface="Arial"/>
              <a:sym typeface="Arial"/>
            </a:endParaRPr>
          </a:p>
          <a:p>
            <a:pPr marL="914400" lvl="1" indent="-330200" algn="l" rtl="0">
              <a:lnSpc>
                <a:spcPct val="150000"/>
              </a:lnSpc>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A writing system with many different symbols</a:t>
            </a:r>
            <a:endParaRPr sz="1600">
              <a:solidFill>
                <a:srgbClr val="000000"/>
              </a:solidFill>
              <a:latin typeface="Arial"/>
              <a:ea typeface="Arial"/>
              <a:cs typeface="Arial"/>
              <a:sym typeface="Arial"/>
            </a:endParaRPr>
          </a:p>
          <a:p>
            <a:pPr marL="914400" lvl="1" indent="-330200" algn="l" rtl="0">
              <a:lnSpc>
                <a:spcPct val="150000"/>
              </a:lnSpc>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Having its own acoustic “brand”, a particular rhythm in speech</a:t>
            </a:r>
            <a:endParaRPr sz="1600">
              <a:solidFill>
                <a:srgbClr val="000000"/>
              </a:solidFill>
              <a:latin typeface="Arial"/>
              <a:ea typeface="Arial"/>
              <a:cs typeface="Arial"/>
              <a:sym typeface="Arial"/>
            </a:endParaRPr>
          </a:p>
          <a:p>
            <a:pPr marL="914400" lvl="1" indent="-330200" algn="l" rtl="0">
              <a:lnSpc>
                <a:spcPct val="150000"/>
              </a:lnSpc>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Having variable sentence lengths</a:t>
            </a:r>
            <a:endParaRPr sz="1600">
              <a:solidFill>
                <a:srgbClr val="000000"/>
              </a:solidFill>
              <a:latin typeface="Arial"/>
              <a:ea typeface="Arial"/>
              <a:cs typeface="Arial"/>
              <a:sym typeface="Arial"/>
            </a:endParaRPr>
          </a:p>
          <a:p>
            <a:pPr marL="914400" lvl="1" indent="-330200" algn="l" rtl="0">
              <a:lnSpc>
                <a:spcPct val="150000"/>
              </a:lnSpc>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Producing words that carry distinct meanings</a:t>
            </a:r>
            <a:endParaRPr sz="1600">
              <a:solidFill>
                <a:srgbClr val="000000"/>
              </a:solidFill>
              <a:latin typeface="Arial"/>
              <a:ea typeface="Arial"/>
              <a:cs typeface="Arial"/>
              <a:sym typeface="Arial"/>
            </a:endParaRPr>
          </a:p>
          <a:p>
            <a:pPr marL="914400" lvl="1" indent="-330200" algn="l" rtl="0">
              <a:lnSpc>
                <a:spcPct val="150000"/>
              </a:lnSpc>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The Tolkien estate’s seal of approval</a:t>
            </a:r>
            <a:endParaRPr sz="1600">
              <a:solidFill>
                <a:srgbClr val="000000"/>
              </a:solidFill>
              <a:latin typeface="Arial"/>
              <a:ea typeface="Arial"/>
              <a:cs typeface="Arial"/>
              <a:sym typeface="Arial"/>
            </a:endParaRPr>
          </a:p>
          <a:p>
            <a:pPr marL="457200" lvl="0" indent="-330200" algn="l" rtl="0">
              <a:lnSpc>
                <a:spcPct val="150000"/>
              </a:lnSpc>
              <a:spcBef>
                <a:spcPts val="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What is Ubese? And why do many not consider it a conlang?</a:t>
            </a:r>
            <a:endParaRPr sz="1600">
              <a:solidFill>
                <a:srgbClr val="000000"/>
              </a:solidFill>
              <a:latin typeface="Arial"/>
              <a:ea typeface="Arial"/>
              <a:cs typeface="Arial"/>
              <a:sym typeface="Arial"/>
            </a:endParaRPr>
          </a:p>
          <a:p>
            <a:pPr marL="457200" lvl="0" indent="-330200" algn="l" rtl="0">
              <a:lnSpc>
                <a:spcPct val="150000"/>
              </a:lnSpc>
              <a:spcBef>
                <a:spcPts val="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What is another language in media? Search for an example of a conlang we have not discussed and consider what is “good” or “bad” about it.</a:t>
            </a:r>
            <a:endParaRPr sz="2300"/>
          </a:p>
        </p:txBody>
      </p:sp>
    </p:spTree>
    <p:extLst>
      <p:ext uri="{BB962C8B-B14F-4D97-AF65-F5344CB8AC3E}">
        <p14:creationId xmlns:p14="http://schemas.microsoft.com/office/powerpoint/2010/main" val="2864357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8E9D4-3F5D-C7B3-0669-DBA390D2488E}"/>
              </a:ext>
            </a:extLst>
          </p:cNvPr>
          <p:cNvSpPr>
            <a:spLocks noGrp="1"/>
          </p:cNvSpPr>
          <p:nvPr>
            <p:ph type="title"/>
          </p:nvPr>
        </p:nvSpPr>
        <p:spPr/>
        <p:txBody>
          <a:bodyPr/>
          <a:lstStyle/>
          <a:p>
            <a:r>
              <a:rPr lang="en-US" dirty="0"/>
              <a:t>This Week</a:t>
            </a:r>
          </a:p>
        </p:txBody>
      </p:sp>
      <p:sp>
        <p:nvSpPr>
          <p:cNvPr id="3" name="Text Placeholder 2">
            <a:extLst>
              <a:ext uri="{FF2B5EF4-FFF2-40B4-BE49-F238E27FC236}">
                <a16:creationId xmlns:a16="http://schemas.microsoft.com/office/drawing/2014/main" id="{A65135E2-45BE-6F28-03B3-DD4E5388EE41}"/>
              </a:ext>
            </a:extLst>
          </p:cNvPr>
          <p:cNvSpPr>
            <a:spLocks noGrp="1"/>
          </p:cNvSpPr>
          <p:nvPr>
            <p:ph type="body" idx="1"/>
          </p:nvPr>
        </p:nvSpPr>
        <p:spPr/>
        <p:txBody>
          <a:bodyPr/>
          <a:lstStyle/>
          <a:p>
            <a:pPr>
              <a:lnSpc>
                <a:spcPct val="150000"/>
              </a:lnSpc>
            </a:pPr>
            <a:r>
              <a:rPr lang="en-US" dirty="0"/>
              <a:t>Monday:</a:t>
            </a:r>
            <a:endParaRPr lang="en-US"/>
          </a:p>
          <a:p>
            <a:pPr lvl="1">
              <a:lnSpc>
                <a:spcPct val="150000"/>
              </a:lnSpc>
              <a:spcBef>
                <a:spcPts val="0"/>
              </a:spcBef>
            </a:pPr>
            <a:r>
              <a:rPr lang="en-US" dirty="0"/>
              <a:t>Share your composition with your groupmates</a:t>
            </a:r>
          </a:p>
          <a:p>
            <a:pPr lvl="1">
              <a:lnSpc>
                <a:spcPct val="150000"/>
              </a:lnSpc>
              <a:spcBef>
                <a:spcPts val="0"/>
              </a:spcBef>
            </a:pPr>
            <a:r>
              <a:rPr lang="en-US"/>
              <a:t>Cultural features that may affect structure</a:t>
            </a:r>
            <a:endParaRPr lang="en-US" dirty="0"/>
          </a:p>
          <a:p>
            <a:pPr lvl="1">
              <a:lnSpc>
                <a:spcPct val="150000"/>
              </a:lnSpc>
              <a:spcBef>
                <a:spcPts val="0"/>
              </a:spcBef>
            </a:pPr>
            <a:r>
              <a:rPr lang="en-US"/>
              <a:t>Map</a:t>
            </a:r>
          </a:p>
          <a:p>
            <a:pPr>
              <a:lnSpc>
                <a:spcPct val="150000"/>
              </a:lnSpc>
            </a:pPr>
            <a:r>
              <a:rPr lang="en-US" dirty="0"/>
              <a:t>Wednesday:</a:t>
            </a:r>
          </a:p>
          <a:p>
            <a:pPr lvl="1">
              <a:lnSpc>
                <a:spcPct val="150000"/>
              </a:lnSpc>
              <a:spcBef>
                <a:spcPts val="0"/>
              </a:spcBef>
              <a:buSzPts val="1800"/>
            </a:pPr>
            <a:r>
              <a:rPr lang="en-US" dirty="0"/>
              <a:t>Linguistic Bias</a:t>
            </a:r>
          </a:p>
          <a:p>
            <a:pPr>
              <a:lnSpc>
                <a:spcPct val="150000"/>
              </a:lnSpc>
            </a:pPr>
            <a:r>
              <a:rPr lang="en-US" dirty="0"/>
              <a:t>Friday:</a:t>
            </a:r>
          </a:p>
          <a:p>
            <a:pPr lvl="1">
              <a:lnSpc>
                <a:spcPct val="150000"/>
              </a:lnSpc>
              <a:spcBef>
                <a:spcPts val="0"/>
              </a:spcBef>
              <a:buSzPts val="1800"/>
            </a:pPr>
            <a:r>
              <a:rPr lang="en-US" dirty="0"/>
              <a:t>Share your complete cultures with your groupmates</a:t>
            </a:r>
          </a:p>
          <a:p>
            <a:pPr lvl="1">
              <a:lnSpc>
                <a:spcPct val="150000"/>
              </a:lnSpc>
              <a:spcBef>
                <a:spcPts val="0"/>
              </a:spcBef>
              <a:buSzPts val="1800"/>
            </a:pPr>
            <a:r>
              <a:rPr lang="en-US" dirty="0"/>
              <a:t>Finish any parts that need to be finished</a:t>
            </a:r>
          </a:p>
        </p:txBody>
      </p:sp>
    </p:spTree>
    <p:extLst>
      <p:ext uri="{BB962C8B-B14F-4D97-AF65-F5344CB8AC3E}">
        <p14:creationId xmlns:p14="http://schemas.microsoft.com/office/powerpoint/2010/main" val="2315594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body" idx="1"/>
          </p:nvPr>
        </p:nvSpPr>
        <p:spPr>
          <a:xfrm>
            <a:off x="3904525" y="306325"/>
            <a:ext cx="5239500" cy="45606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n" sz="1200" b="1">
                <a:solidFill>
                  <a:srgbClr val="000000"/>
                </a:solidFill>
                <a:latin typeface="Arial"/>
                <a:ea typeface="Arial"/>
                <a:cs typeface="Arial"/>
                <a:sym typeface="Arial"/>
              </a:rPr>
              <a:t>4. </a:t>
            </a:r>
            <a:r>
              <a:rPr lang="en" sz="1200">
                <a:solidFill>
                  <a:srgbClr val="000000"/>
                </a:solidFill>
                <a:latin typeface="Arial"/>
                <a:ea typeface="Arial"/>
                <a:cs typeface="Arial"/>
                <a:sym typeface="Arial"/>
              </a:rPr>
              <a:t>What kinds of structures are in place in your culture that could potentially affect how the language is structured? Considerations include, but are not limited to, the following:</a:t>
            </a:r>
            <a:endParaRPr sz="1200">
              <a:solidFill>
                <a:srgbClr val="000000"/>
              </a:solidFill>
              <a:latin typeface="Arial"/>
              <a:ea typeface="Arial"/>
              <a:cs typeface="Arial"/>
              <a:sym typeface="Arial"/>
            </a:endParaRPr>
          </a:p>
          <a:p>
            <a:pPr marL="698500" lvl="0" indent="-304800" algn="l" rtl="0">
              <a:spcBef>
                <a:spcPts val="900"/>
              </a:spcBef>
              <a:spcAft>
                <a:spcPts val="0"/>
              </a:spcAft>
              <a:buClr>
                <a:srgbClr val="000000"/>
              </a:buClr>
              <a:buSzPts val="1200"/>
              <a:buFont typeface="Arial"/>
              <a:buChar char="●"/>
            </a:pPr>
            <a:r>
              <a:rPr lang="en" sz="1200">
                <a:solidFill>
                  <a:srgbClr val="000000"/>
                </a:solidFill>
                <a:latin typeface="Arial"/>
                <a:ea typeface="Arial"/>
                <a:cs typeface="Arial"/>
                <a:sym typeface="Arial"/>
              </a:rPr>
              <a:t>Is your language exceptionally focused on politeness and proper titles (like, say Korean or Japanese)?</a:t>
            </a:r>
            <a:endParaRPr sz="1200">
              <a:solidFill>
                <a:srgbClr val="000000"/>
              </a:solidFill>
              <a:latin typeface="Arial"/>
              <a:ea typeface="Arial"/>
              <a:cs typeface="Arial"/>
              <a:sym typeface="Arial"/>
            </a:endParaRPr>
          </a:p>
          <a:p>
            <a:pPr marL="698500" lvl="0" indent="-304800" algn="l" rtl="0">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Is the culture structured towards family units?</a:t>
            </a:r>
            <a:endParaRPr sz="1200">
              <a:solidFill>
                <a:srgbClr val="000000"/>
              </a:solidFill>
              <a:latin typeface="Arial"/>
              <a:ea typeface="Arial"/>
              <a:cs typeface="Arial"/>
              <a:sym typeface="Arial"/>
            </a:endParaRPr>
          </a:p>
          <a:p>
            <a:pPr marL="698500" lvl="0" indent="-304800" algn="l" rtl="0">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Or is the culture primarily focused on civic duty and government loyalty? </a:t>
            </a:r>
            <a:endParaRPr sz="1200">
              <a:solidFill>
                <a:srgbClr val="000000"/>
              </a:solidFill>
              <a:latin typeface="Arial"/>
              <a:ea typeface="Arial"/>
              <a:cs typeface="Arial"/>
              <a:sym typeface="Arial"/>
            </a:endParaRPr>
          </a:p>
          <a:p>
            <a:pPr marL="698500" lvl="0" indent="-304800" algn="l" rtl="0">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Is your culture individualistic and even anarchic? </a:t>
            </a:r>
            <a:endParaRPr sz="1200">
              <a:solidFill>
                <a:srgbClr val="000000"/>
              </a:solidFill>
              <a:latin typeface="Arial"/>
              <a:ea typeface="Arial"/>
              <a:cs typeface="Arial"/>
              <a:sym typeface="Arial"/>
            </a:endParaRPr>
          </a:p>
          <a:p>
            <a:pPr marL="698500" lvl="0" indent="-304800" algn="l" rtl="0">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Is language something freely shared between different groups (such as those based in socio-economics, gender, nationality, etc.), or is a hierarchy strictly enforced?  </a:t>
            </a:r>
            <a:endParaRPr sz="1200">
              <a:solidFill>
                <a:srgbClr val="000000"/>
              </a:solidFill>
              <a:latin typeface="Arial"/>
              <a:ea typeface="Arial"/>
              <a:cs typeface="Arial"/>
              <a:sym typeface="Arial"/>
            </a:endParaRPr>
          </a:p>
          <a:p>
            <a:pPr marL="0" lvl="0" indent="0" algn="l" rtl="0">
              <a:spcBef>
                <a:spcPts val="1000"/>
              </a:spcBef>
              <a:spcAft>
                <a:spcPts val="900"/>
              </a:spcAft>
              <a:buNone/>
            </a:pPr>
            <a:r>
              <a:rPr lang="en" sz="1200">
                <a:solidFill>
                  <a:srgbClr val="000000"/>
                </a:solidFill>
                <a:latin typeface="Arial"/>
                <a:ea typeface="Arial"/>
                <a:cs typeface="Arial"/>
                <a:sym typeface="Arial"/>
              </a:rPr>
              <a:t>You don't need to have </a:t>
            </a:r>
            <a:r>
              <a:rPr lang="en" sz="1200" i="1">
                <a:solidFill>
                  <a:srgbClr val="000000"/>
                </a:solidFill>
                <a:latin typeface="Arial"/>
                <a:ea typeface="Arial"/>
                <a:cs typeface="Arial"/>
                <a:sym typeface="Arial"/>
              </a:rPr>
              <a:t>everything </a:t>
            </a:r>
            <a:r>
              <a:rPr lang="en" sz="1200">
                <a:solidFill>
                  <a:srgbClr val="000000"/>
                </a:solidFill>
                <a:latin typeface="Arial"/>
                <a:ea typeface="Arial"/>
                <a:cs typeface="Arial"/>
                <a:sym typeface="Arial"/>
              </a:rPr>
              <a:t>nailed down, but pick </a:t>
            </a:r>
            <a:r>
              <a:rPr lang="en" sz="1200" b="1">
                <a:solidFill>
                  <a:srgbClr val="000000"/>
                </a:solidFill>
                <a:latin typeface="Arial"/>
                <a:ea typeface="Arial"/>
                <a:cs typeface="Arial"/>
                <a:sym typeface="Arial"/>
              </a:rPr>
              <a:t>three</a:t>
            </a:r>
            <a:r>
              <a:rPr lang="en" sz="1200">
                <a:solidFill>
                  <a:srgbClr val="000000"/>
                </a:solidFill>
                <a:latin typeface="Arial"/>
                <a:ea typeface="Arial"/>
                <a:cs typeface="Arial"/>
                <a:sym typeface="Arial"/>
              </a:rPr>
              <a:t> of the ideas above (you may discuss other areas of culture, as long as you do so thoughtfully) and expand on them. Please be careful in your cultural choices; offensive depictions of cultures (fictional or otherwise) will not be tolerated. Remember that you will be sharing your ideas with other classmates throughout the semester.</a:t>
            </a:r>
            <a:endParaRPr/>
          </a:p>
        </p:txBody>
      </p:sp>
      <p:pic>
        <p:nvPicPr>
          <p:cNvPr id="180" name="Google Shape;180;p31"/>
          <p:cNvPicPr preferRelativeResize="0"/>
          <p:nvPr/>
        </p:nvPicPr>
        <p:blipFill>
          <a:blip r:embed="rId3">
            <a:alphaModFix/>
          </a:blip>
          <a:stretch>
            <a:fillRect/>
          </a:stretch>
        </p:blipFill>
        <p:spPr>
          <a:xfrm>
            <a:off x="226350" y="1611175"/>
            <a:ext cx="3469149" cy="19508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43811-88B3-2B73-3C8B-8B03FC7AA1CA}"/>
              </a:ext>
            </a:extLst>
          </p:cNvPr>
          <p:cNvSpPr>
            <a:spLocks noGrp="1"/>
          </p:cNvSpPr>
          <p:nvPr>
            <p:ph type="title"/>
          </p:nvPr>
        </p:nvSpPr>
        <p:spPr/>
        <p:txBody>
          <a:bodyPr/>
          <a:lstStyle/>
          <a:p>
            <a:r>
              <a:rPr lang="en-US" dirty="0"/>
              <a:t>Why does this matter?</a:t>
            </a:r>
          </a:p>
        </p:txBody>
      </p:sp>
      <p:sp>
        <p:nvSpPr>
          <p:cNvPr id="3" name="Text Placeholder 2">
            <a:extLst>
              <a:ext uri="{FF2B5EF4-FFF2-40B4-BE49-F238E27FC236}">
                <a16:creationId xmlns:a16="http://schemas.microsoft.com/office/drawing/2014/main" id="{A221CA90-0618-86C0-EBF9-DAC9B8A2B14B}"/>
              </a:ext>
            </a:extLst>
          </p:cNvPr>
          <p:cNvSpPr>
            <a:spLocks noGrp="1"/>
          </p:cNvSpPr>
          <p:nvPr>
            <p:ph type="body" idx="1"/>
          </p:nvPr>
        </p:nvSpPr>
        <p:spPr/>
        <p:txBody>
          <a:bodyPr/>
          <a:lstStyle/>
          <a:p>
            <a:r>
              <a:rPr lang="en-US"/>
              <a:t>Example: English pronouns</a:t>
            </a:r>
            <a:endParaRPr lang="en-US" dirty="0"/>
          </a:p>
          <a:p>
            <a:pPr marL="596900" lvl="1" indent="0">
              <a:lnSpc>
                <a:spcPct val="114999"/>
              </a:lnSpc>
              <a:buNone/>
            </a:pPr>
            <a:endParaRPr lang="en-US" dirty="0"/>
          </a:p>
        </p:txBody>
      </p:sp>
    </p:spTree>
    <p:extLst>
      <p:ext uri="{BB962C8B-B14F-4D97-AF65-F5344CB8AC3E}">
        <p14:creationId xmlns:p14="http://schemas.microsoft.com/office/powerpoint/2010/main" val="80324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43811-88B3-2B73-3C8B-8B03FC7AA1CA}"/>
              </a:ext>
            </a:extLst>
          </p:cNvPr>
          <p:cNvSpPr>
            <a:spLocks noGrp="1"/>
          </p:cNvSpPr>
          <p:nvPr>
            <p:ph type="title"/>
          </p:nvPr>
        </p:nvSpPr>
        <p:spPr>
          <a:xfrm>
            <a:off x="311700" y="106955"/>
            <a:ext cx="2998784" cy="707400"/>
          </a:xfrm>
        </p:spPr>
        <p:txBody>
          <a:bodyPr/>
          <a:lstStyle/>
          <a:p>
            <a:r>
              <a:rPr lang="en-US" dirty="0"/>
              <a:t>Why does this matter?</a:t>
            </a:r>
          </a:p>
        </p:txBody>
      </p:sp>
      <p:sp>
        <p:nvSpPr>
          <p:cNvPr id="3" name="Text Placeholder 2">
            <a:extLst>
              <a:ext uri="{FF2B5EF4-FFF2-40B4-BE49-F238E27FC236}">
                <a16:creationId xmlns:a16="http://schemas.microsoft.com/office/drawing/2014/main" id="{A221CA90-0618-86C0-EBF9-DAC9B8A2B14B}"/>
              </a:ext>
            </a:extLst>
          </p:cNvPr>
          <p:cNvSpPr>
            <a:spLocks noGrp="1"/>
          </p:cNvSpPr>
          <p:nvPr>
            <p:ph type="body" idx="1"/>
          </p:nvPr>
        </p:nvSpPr>
        <p:spPr>
          <a:xfrm>
            <a:off x="311700" y="1612444"/>
            <a:ext cx="2676812" cy="2956581"/>
          </a:xfrm>
        </p:spPr>
        <p:txBody>
          <a:bodyPr/>
          <a:lstStyle/>
          <a:p>
            <a:r>
              <a:rPr lang="en-US"/>
              <a:t>Example: Japanese pronouns</a:t>
            </a:r>
            <a:endParaRPr lang="en-US" dirty="0"/>
          </a:p>
        </p:txBody>
      </p:sp>
      <p:pic>
        <p:nvPicPr>
          <p:cNvPr id="4" name="Picture 3" descr="A screenshot of a computer&#10;&#10;Description automatically generated">
            <a:extLst>
              <a:ext uri="{FF2B5EF4-FFF2-40B4-BE49-F238E27FC236}">
                <a16:creationId xmlns:a16="http://schemas.microsoft.com/office/drawing/2014/main" id="{913724AD-8ED0-CAFC-2EA1-8B73C803CA7F}"/>
              </a:ext>
            </a:extLst>
          </p:cNvPr>
          <p:cNvPicPr>
            <a:picLocks noChangeAspect="1"/>
          </p:cNvPicPr>
          <p:nvPr/>
        </p:nvPicPr>
        <p:blipFill>
          <a:blip r:embed="rId2"/>
          <a:stretch>
            <a:fillRect/>
          </a:stretch>
        </p:blipFill>
        <p:spPr>
          <a:xfrm>
            <a:off x="3433829" y="197085"/>
            <a:ext cx="5713390" cy="4741281"/>
          </a:xfrm>
          <a:prstGeom prst="rect">
            <a:avLst/>
          </a:prstGeom>
        </p:spPr>
      </p:pic>
    </p:spTree>
    <p:extLst>
      <p:ext uri="{BB962C8B-B14F-4D97-AF65-F5344CB8AC3E}">
        <p14:creationId xmlns:p14="http://schemas.microsoft.com/office/powerpoint/2010/main" val="6380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43811-88B3-2B73-3C8B-8B03FC7AA1CA}"/>
              </a:ext>
            </a:extLst>
          </p:cNvPr>
          <p:cNvSpPr>
            <a:spLocks noGrp="1"/>
          </p:cNvSpPr>
          <p:nvPr>
            <p:ph type="title"/>
          </p:nvPr>
        </p:nvSpPr>
        <p:spPr>
          <a:xfrm>
            <a:off x="311700" y="106955"/>
            <a:ext cx="3924453" cy="707400"/>
          </a:xfrm>
        </p:spPr>
        <p:txBody>
          <a:bodyPr/>
          <a:lstStyle/>
          <a:p>
            <a:r>
              <a:rPr lang="en-US" dirty="0"/>
              <a:t>Why does this matter?</a:t>
            </a:r>
          </a:p>
        </p:txBody>
      </p:sp>
      <p:sp>
        <p:nvSpPr>
          <p:cNvPr id="3" name="Text Placeholder 2">
            <a:extLst>
              <a:ext uri="{FF2B5EF4-FFF2-40B4-BE49-F238E27FC236}">
                <a16:creationId xmlns:a16="http://schemas.microsoft.com/office/drawing/2014/main" id="{A221CA90-0618-86C0-EBF9-DAC9B8A2B14B}"/>
              </a:ext>
            </a:extLst>
          </p:cNvPr>
          <p:cNvSpPr>
            <a:spLocks noGrp="1"/>
          </p:cNvSpPr>
          <p:nvPr>
            <p:ph type="body" idx="1"/>
          </p:nvPr>
        </p:nvSpPr>
        <p:spPr>
          <a:xfrm>
            <a:off x="311700" y="1612444"/>
            <a:ext cx="3924452" cy="2956581"/>
          </a:xfrm>
        </p:spPr>
        <p:txBody>
          <a:bodyPr/>
          <a:lstStyle/>
          <a:p>
            <a:r>
              <a:rPr lang="en-US"/>
              <a:t>Example: Th'anthk pronouns</a:t>
            </a:r>
            <a:endParaRPr lang="en-US" dirty="0"/>
          </a:p>
        </p:txBody>
      </p:sp>
      <p:pic>
        <p:nvPicPr>
          <p:cNvPr id="5" name="Picture 4" descr="Flintlock: The Siege of Dawn - Wikipedia">
            <a:extLst>
              <a:ext uri="{FF2B5EF4-FFF2-40B4-BE49-F238E27FC236}">
                <a16:creationId xmlns:a16="http://schemas.microsoft.com/office/drawing/2014/main" id="{1B48FD57-A02F-80DF-4527-84CE492A4733}"/>
              </a:ext>
            </a:extLst>
          </p:cNvPr>
          <p:cNvPicPr>
            <a:picLocks noChangeAspect="1"/>
          </p:cNvPicPr>
          <p:nvPr/>
        </p:nvPicPr>
        <p:blipFill>
          <a:blip r:embed="rId2"/>
          <a:stretch>
            <a:fillRect/>
          </a:stretch>
        </p:blipFill>
        <p:spPr>
          <a:xfrm>
            <a:off x="4802210" y="190574"/>
            <a:ext cx="3588376" cy="4762353"/>
          </a:xfrm>
          <a:prstGeom prst="rect">
            <a:avLst/>
          </a:prstGeom>
        </p:spPr>
      </p:pic>
    </p:spTree>
    <p:extLst>
      <p:ext uri="{BB962C8B-B14F-4D97-AF65-F5344CB8AC3E}">
        <p14:creationId xmlns:p14="http://schemas.microsoft.com/office/powerpoint/2010/main" val="3811423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43811-88B3-2B73-3C8B-8B03FC7AA1CA}"/>
              </a:ext>
            </a:extLst>
          </p:cNvPr>
          <p:cNvSpPr>
            <a:spLocks noGrp="1"/>
          </p:cNvSpPr>
          <p:nvPr>
            <p:ph type="title"/>
          </p:nvPr>
        </p:nvSpPr>
        <p:spPr>
          <a:xfrm>
            <a:off x="311700" y="106955"/>
            <a:ext cx="3924453" cy="707400"/>
          </a:xfrm>
        </p:spPr>
        <p:txBody>
          <a:bodyPr/>
          <a:lstStyle/>
          <a:p>
            <a:r>
              <a:rPr lang="en-US" dirty="0"/>
              <a:t>Why does this matter?</a:t>
            </a:r>
          </a:p>
        </p:txBody>
      </p:sp>
      <p:sp>
        <p:nvSpPr>
          <p:cNvPr id="3" name="Text Placeholder 2">
            <a:extLst>
              <a:ext uri="{FF2B5EF4-FFF2-40B4-BE49-F238E27FC236}">
                <a16:creationId xmlns:a16="http://schemas.microsoft.com/office/drawing/2014/main" id="{A221CA90-0618-86C0-EBF9-DAC9B8A2B14B}"/>
              </a:ext>
            </a:extLst>
          </p:cNvPr>
          <p:cNvSpPr>
            <a:spLocks noGrp="1"/>
          </p:cNvSpPr>
          <p:nvPr>
            <p:ph type="body" idx="1"/>
          </p:nvPr>
        </p:nvSpPr>
        <p:spPr>
          <a:xfrm>
            <a:off x="311700" y="1612444"/>
            <a:ext cx="6105811" cy="2956581"/>
          </a:xfrm>
        </p:spPr>
        <p:txBody>
          <a:bodyPr/>
          <a:lstStyle/>
          <a:p>
            <a:r>
              <a:rPr lang="en-US" dirty="0"/>
              <a:t>Example: gender</a:t>
            </a:r>
          </a:p>
          <a:p>
            <a:pPr lvl="1">
              <a:lnSpc>
                <a:spcPct val="114999"/>
              </a:lnSpc>
            </a:pPr>
            <a:r>
              <a:rPr lang="en-US" dirty="0"/>
              <a:t>Indo-European</a:t>
            </a:r>
          </a:p>
          <a:p>
            <a:pPr lvl="1">
              <a:lnSpc>
                <a:spcPct val="114999"/>
              </a:lnSpc>
            </a:pPr>
            <a:endParaRPr lang="en-US" dirty="0"/>
          </a:p>
          <a:p>
            <a:pPr>
              <a:lnSpc>
                <a:spcPct val="114999"/>
              </a:lnSpc>
            </a:pPr>
            <a:r>
              <a:rPr lang="en-US" dirty="0"/>
              <a:t>Note: grammar is not determinative!</a:t>
            </a:r>
          </a:p>
          <a:p>
            <a:pPr lvl="1">
              <a:lnSpc>
                <a:spcPct val="114999"/>
              </a:lnSpc>
              <a:buSzPts val="1800"/>
            </a:pPr>
            <a:r>
              <a:rPr lang="en-US" dirty="0"/>
              <a:t>Turkish &amp; Chinese gender</a:t>
            </a:r>
          </a:p>
          <a:p>
            <a:pPr lvl="1">
              <a:lnSpc>
                <a:spcPct val="114999"/>
              </a:lnSpc>
              <a:buSzPts val="1800"/>
            </a:pPr>
            <a:r>
              <a:rPr lang="en-US" dirty="0"/>
              <a:t>Chinese &amp; Hopi tense</a:t>
            </a:r>
          </a:p>
        </p:txBody>
      </p:sp>
    </p:spTree>
    <p:extLst>
      <p:ext uri="{BB962C8B-B14F-4D97-AF65-F5344CB8AC3E}">
        <p14:creationId xmlns:p14="http://schemas.microsoft.com/office/powerpoint/2010/main" val="29865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24"/>
          <p:cNvPicPr preferRelativeResize="0"/>
          <p:nvPr/>
        </p:nvPicPr>
        <p:blipFill>
          <a:blip r:embed="rId3">
            <a:alphaModFix/>
          </a:blip>
          <a:stretch>
            <a:fillRect/>
          </a:stretch>
        </p:blipFill>
        <p:spPr>
          <a:xfrm>
            <a:off x="1281900" y="517825"/>
            <a:ext cx="6696075" cy="638175"/>
          </a:xfrm>
          <a:prstGeom prst="rect">
            <a:avLst/>
          </a:prstGeom>
          <a:noFill/>
          <a:ln>
            <a:noFill/>
          </a:ln>
        </p:spPr>
      </p:pic>
      <p:pic>
        <p:nvPicPr>
          <p:cNvPr id="137" name="Google Shape;137;p24"/>
          <p:cNvPicPr preferRelativeResize="0"/>
          <p:nvPr/>
        </p:nvPicPr>
        <p:blipFill>
          <a:blip r:embed="rId4">
            <a:alphaModFix/>
          </a:blip>
          <a:stretch>
            <a:fillRect/>
          </a:stretch>
        </p:blipFill>
        <p:spPr>
          <a:xfrm>
            <a:off x="1597600" y="1156000"/>
            <a:ext cx="6181352" cy="3682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51222-503D-F56E-8E4F-1CE017E6E3FE}"/>
              </a:ext>
            </a:extLst>
          </p:cNvPr>
          <p:cNvSpPr>
            <a:spLocks noGrp="1"/>
          </p:cNvSpPr>
          <p:nvPr>
            <p:ph type="title"/>
          </p:nvPr>
        </p:nvSpPr>
        <p:spPr/>
        <p:txBody>
          <a:bodyPr/>
          <a:lstStyle/>
          <a:p>
            <a:r>
              <a:rPr lang="en-US"/>
              <a:t>Possible places to generate maps</a:t>
            </a:r>
          </a:p>
        </p:txBody>
      </p:sp>
      <p:sp>
        <p:nvSpPr>
          <p:cNvPr id="3" name="Text Placeholder 2">
            <a:extLst>
              <a:ext uri="{FF2B5EF4-FFF2-40B4-BE49-F238E27FC236}">
                <a16:creationId xmlns:a16="http://schemas.microsoft.com/office/drawing/2014/main" id="{2F97A7BB-7B86-4655-4D27-A081E5FCD590}"/>
              </a:ext>
            </a:extLst>
          </p:cNvPr>
          <p:cNvSpPr>
            <a:spLocks noGrp="1"/>
          </p:cNvSpPr>
          <p:nvPr>
            <p:ph type="body" idx="1"/>
          </p:nvPr>
        </p:nvSpPr>
        <p:spPr/>
        <p:txBody>
          <a:bodyPr/>
          <a:lstStyle/>
          <a:p>
            <a:r>
              <a:rPr lang="en-US" dirty="0">
                <a:hlinkClick r:id="rId2"/>
              </a:rPr>
              <a:t>https://azgaar.github.io/Fantasy-Map-Generator/</a:t>
            </a:r>
            <a:r>
              <a:rPr lang="en-US" dirty="0"/>
              <a:t> </a:t>
            </a:r>
            <a:endParaRPr lang="en-US"/>
          </a:p>
          <a:p>
            <a:pPr>
              <a:lnSpc>
                <a:spcPct val="114999"/>
              </a:lnSpc>
            </a:pPr>
            <a:endParaRPr lang="en-US" dirty="0"/>
          </a:p>
          <a:p>
            <a:pPr>
              <a:lnSpc>
                <a:spcPct val="114999"/>
              </a:lnSpc>
            </a:pPr>
            <a:r>
              <a:rPr lang="en-US" dirty="0">
                <a:hlinkClick r:id="rId3"/>
              </a:rPr>
              <a:t>https://inkarnate.com/signup</a:t>
            </a:r>
          </a:p>
          <a:p>
            <a:pPr marL="114300" indent="0">
              <a:lnSpc>
                <a:spcPct val="114999"/>
              </a:lnSpc>
              <a:buNone/>
            </a:pPr>
            <a:endParaRPr lang="en-US" dirty="0"/>
          </a:p>
          <a:p>
            <a:pPr>
              <a:lnSpc>
                <a:spcPct val="114999"/>
              </a:lnSpc>
            </a:pPr>
            <a:r>
              <a:rPr lang="en-US" dirty="0">
                <a:hlinkClick r:id="rId4"/>
              </a:rPr>
              <a:t>https://donjon.bin.sh/world/</a:t>
            </a:r>
            <a:r>
              <a:rPr lang="en-US" dirty="0"/>
              <a:t> </a:t>
            </a:r>
          </a:p>
          <a:p>
            <a:pPr>
              <a:lnSpc>
                <a:spcPct val="114999"/>
              </a:lnSpc>
            </a:pPr>
            <a:endParaRPr lang="en-US" dirty="0"/>
          </a:p>
          <a:p>
            <a:pPr>
              <a:lnSpc>
                <a:spcPct val="114999"/>
              </a:lnSpc>
            </a:pPr>
            <a:r>
              <a:rPr lang="en-US" dirty="0">
                <a:hlinkClick r:id="rId5"/>
              </a:rPr>
              <a:t>https://www.kassoon.com/dnd/world-map/</a:t>
            </a:r>
            <a:r>
              <a:rPr lang="en-US" dirty="0"/>
              <a:t> </a:t>
            </a:r>
          </a:p>
        </p:txBody>
      </p:sp>
    </p:spTree>
    <p:extLst>
      <p:ext uri="{BB962C8B-B14F-4D97-AF65-F5344CB8AC3E}">
        <p14:creationId xmlns:p14="http://schemas.microsoft.com/office/powerpoint/2010/main" val="3855319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83006-393F-A43A-C5EB-AB27FA83A5A6}"/>
              </a:ext>
            </a:extLst>
          </p:cNvPr>
          <p:cNvSpPr>
            <a:spLocks noGrp="1"/>
          </p:cNvSpPr>
          <p:nvPr>
            <p:ph type="title"/>
          </p:nvPr>
        </p:nvSpPr>
        <p:spPr/>
        <p:txBody>
          <a:bodyPr/>
          <a:lstStyle/>
          <a:p>
            <a:r>
              <a:rPr lang="en-US" dirty="0"/>
              <a:t>Share Compositions!</a:t>
            </a:r>
          </a:p>
        </p:txBody>
      </p:sp>
      <p:sp>
        <p:nvSpPr>
          <p:cNvPr id="3" name="Text Placeholder 2">
            <a:extLst>
              <a:ext uri="{FF2B5EF4-FFF2-40B4-BE49-F238E27FC236}">
                <a16:creationId xmlns:a16="http://schemas.microsoft.com/office/drawing/2014/main" id="{B8A64FC5-93AC-191B-6769-2C13B8D0B56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5806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Linguistics 200, Week 3</a:t>
            </a:r>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indent="0"/>
            <a:r>
              <a:rPr lang="en" dirty="0"/>
              <a:t>Linguistic Bias</a:t>
            </a:r>
            <a:endParaRPr dirty="0"/>
          </a:p>
        </p:txBody>
      </p:sp>
    </p:spTree>
    <p:extLst>
      <p:ext uri="{BB962C8B-B14F-4D97-AF65-F5344CB8AC3E}">
        <p14:creationId xmlns:p14="http://schemas.microsoft.com/office/powerpoint/2010/main" val="2578645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r>
              <a:rPr lang="en" dirty="0"/>
              <a:t>With your neighbors: Episode #3 Recap</a:t>
            </a:r>
            <a:endParaRPr dirty="0"/>
          </a:p>
        </p:txBody>
      </p:sp>
      <p:sp>
        <p:nvSpPr>
          <p:cNvPr id="168" name="Google Shape;168;p29"/>
          <p:cNvSpPr txBox="1">
            <a:spLocks noGrp="1"/>
          </p:cNvSpPr>
          <p:nvPr>
            <p:ph type="body" idx="1"/>
          </p:nvPr>
        </p:nvSpPr>
        <p:spPr>
          <a:xfrm>
            <a:off x="311700" y="1627325"/>
            <a:ext cx="8520600" cy="2941850"/>
          </a:xfrm>
          <a:prstGeom prst="rect">
            <a:avLst/>
          </a:prstGeom>
        </p:spPr>
        <p:txBody>
          <a:bodyPr spcFirstLastPara="1" wrap="square" lIns="91425" tIns="91425" rIns="91425" bIns="91425" anchor="t" anchorCtr="0">
            <a:noAutofit/>
          </a:bodyPr>
          <a:lstStyle/>
          <a:p>
            <a:pPr marL="457200" lvl="0" indent="-349250" algn="l" rtl="0">
              <a:lnSpc>
                <a:spcPct val="150000"/>
              </a:lnSpc>
              <a:spcBef>
                <a:spcPts val="1200"/>
              </a:spcBef>
              <a:spcAft>
                <a:spcPts val="0"/>
              </a:spcAft>
              <a:buClr>
                <a:srgbClr val="000000"/>
              </a:buClr>
              <a:buSzPts val="1900"/>
              <a:buFont typeface="Arial"/>
              <a:buAutoNum type="arabicPeriod"/>
            </a:pPr>
            <a:r>
              <a:rPr lang="en" sz="1900" dirty="0">
                <a:solidFill>
                  <a:srgbClr val="000000"/>
                </a:solidFill>
                <a:latin typeface="Arial"/>
                <a:ea typeface="Arial"/>
                <a:cs typeface="Arial"/>
                <a:sym typeface="Arial"/>
              </a:rPr>
              <a:t>What does it mean to have a negative language ideology?</a:t>
            </a:r>
            <a:endParaRPr sz="1900" dirty="0">
              <a:solidFill>
                <a:srgbClr val="000000"/>
              </a:solidFill>
              <a:latin typeface="Arial"/>
              <a:ea typeface="Arial"/>
              <a:cs typeface="Arial"/>
              <a:sym typeface="Arial"/>
            </a:endParaRPr>
          </a:p>
          <a:p>
            <a:pPr marL="457200" lvl="0" indent="-349250" algn="l" rtl="0">
              <a:lnSpc>
                <a:spcPct val="150000"/>
              </a:lnSpc>
              <a:spcBef>
                <a:spcPts val="0"/>
              </a:spcBef>
              <a:spcAft>
                <a:spcPts val="0"/>
              </a:spcAft>
              <a:buClr>
                <a:srgbClr val="000000"/>
              </a:buClr>
              <a:buSzPts val="1900"/>
              <a:buFont typeface="Arial"/>
              <a:buAutoNum type="arabicPeriod"/>
            </a:pPr>
            <a:r>
              <a:rPr lang="en" sz="1900" dirty="0">
                <a:solidFill>
                  <a:srgbClr val="000000"/>
                </a:solidFill>
                <a:latin typeface="Arial"/>
                <a:ea typeface="Arial"/>
                <a:cs typeface="Arial"/>
                <a:sym typeface="Arial"/>
              </a:rPr>
              <a:t>What influenced J.R.R. Tolkien in the creation of the languages of Middle Earth? What sorts of problems arise from these influences?</a:t>
            </a:r>
            <a:endParaRPr sz="1900" dirty="0">
              <a:solidFill>
                <a:srgbClr val="000000"/>
              </a:solidFill>
              <a:latin typeface="Arial"/>
              <a:ea typeface="Arial"/>
              <a:cs typeface="Arial"/>
              <a:sym typeface="Arial"/>
            </a:endParaRPr>
          </a:p>
          <a:p>
            <a:pPr marL="457200" lvl="0" indent="-349250" algn="l" rtl="0">
              <a:lnSpc>
                <a:spcPct val="150000"/>
              </a:lnSpc>
              <a:spcBef>
                <a:spcPts val="0"/>
              </a:spcBef>
              <a:spcAft>
                <a:spcPts val="0"/>
              </a:spcAft>
              <a:buClr>
                <a:srgbClr val="000000"/>
              </a:buClr>
              <a:buSzPts val="1900"/>
              <a:buFont typeface="Arial"/>
              <a:buAutoNum type="arabicPeriod"/>
            </a:pPr>
            <a:r>
              <a:rPr lang="en" sz="1900" dirty="0">
                <a:solidFill>
                  <a:srgbClr val="000000"/>
                </a:solidFill>
                <a:latin typeface="Arial"/>
                <a:ea typeface="Arial"/>
                <a:cs typeface="Arial"/>
                <a:sym typeface="Arial"/>
              </a:rPr>
              <a:t>What’s one way the Drs. Byrd avoided enforcing negative stereotypes in their conlangs, Wenja &amp; </a:t>
            </a:r>
            <a:r>
              <a:rPr lang="en" sz="1900" dirty="0" err="1">
                <a:solidFill>
                  <a:srgbClr val="000000"/>
                </a:solidFill>
                <a:latin typeface="Arial"/>
                <a:ea typeface="Arial"/>
                <a:cs typeface="Arial"/>
                <a:sym typeface="Arial"/>
              </a:rPr>
              <a:t>Izila</a:t>
            </a:r>
            <a:r>
              <a:rPr lang="en" sz="1900" dirty="0">
                <a:solidFill>
                  <a:srgbClr val="000000"/>
                </a:solidFill>
                <a:latin typeface="Arial"/>
                <a:ea typeface="Arial"/>
                <a:cs typeface="Arial"/>
                <a:sym typeface="Arial"/>
              </a:rPr>
              <a:t>?</a:t>
            </a:r>
            <a:endParaRPr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6DDB9-76AF-9EB7-78EB-E89F8FC31A82}"/>
              </a:ext>
            </a:extLst>
          </p:cNvPr>
          <p:cNvSpPr>
            <a:spLocks noGrp="1"/>
          </p:cNvSpPr>
          <p:nvPr>
            <p:ph type="title"/>
          </p:nvPr>
        </p:nvSpPr>
        <p:spPr>
          <a:xfrm>
            <a:off x="299518" y="231327"/>
            <a:ext cx="4545836" cy="889629"/>
          </a:xfrm>
        </p:spPr>
        <p:txBody>
          <a:bodyPr anchor="ctr">
            <a:norm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2400">
                <a:solidFill>
                  <a:schemeClr val="accent1"/>
                </a:solidFill>
              </a:rPr>
              <a:t>What is linguistic bias?</a:t>
            </a:r>
            <a:endParaRPr lang="en-US" sz="2400">
              <a:solidFill>
                <a:schemeClr val="accent1"/>
              </a:solidFill>
              <a:cs typeface="Arial"/>
            </a:endParaRPr>
          </a:p>
        </p:txBody>
      </p:sp>
      <p:sp>
        <p:nvSpPr>
          <p:cNvPr id="5" name="Content Placeholder 4">
            <a:extLst>
              <a:ext uri="{FF2B5EF4-FFF2-40B4-BE49-F238E27FC236}">
                <a16:creationId xmlns:a16="http://schemas.microsoft.com/office/drawing/2014/main" id="{C3664D75-AD56-07D7-AB32-00F837526714}"/>
              </a:ext>
            </a:extLst>
          </p:cNvPr>
          <p:cNvSpPr>
            <a:spLocks noGrp="1"/>
          </p:cNvSpPr>
          <p:nvPr>
            <p:ph idx="1"/>
          </p:nvPr>
        </p:nvSpPr>
        <p:spPr>
          <a:xfrm>
            <a:off x="377642" y="1285276"/>
            <a:ext cx="7550528" cy="3554963"/>
          </a:xfrm>
        </p:spPr>
        <p:txBody>
          <a:bodyPr anchor="ctr">
            <a:norm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1600" b="1" dirty="0">
                <a:solidFill>
                  <a:schemeClr val="bg2"/>
                </a:solidFill>
              </a:rPr>
              <a:t>Bias</a:t>
            </a:r>
            <a:r>
              <a:rPr lang="en-US" sz="1600" dirty="0">
                <a:solidFill>
                  <a:schemeClr val="bg2"/>
                </a:solidFill>
              </a:rPr>
              <a:t> = a tendency for prejudice towards a person or certain groups of people</a:t>
            </a:r>
            <a:endParaRPr lang="en-US" sz="1600">
              <a:solidFill>
                <a:schemeClr val="bg2"/>
              </a:solidFill>
              <a:cs typeface="Arial"/>
            </a:endParaRPr>
          </a:p>
          <a:p>
            <a:pPr lvl="2">
              <a:buFont typeface="Wingdings"/>
              <a:buChar char="§"/>
            </a:pPr>
            <a:r>
              <a:rPr lang="en-US" sz="1600" dirty="0">
                <a:solidFill>
                  <a:schemeClr val="bg2"/>
                </a:solidFill>
              </a:rPr>
              <a:t>Can result in unfair treatment, such as exclusion or discrimination</a:t>
            </a:r>
            <a:endParaRPr lang="en-US" sz="1600">
              <a:solidFill>
                <a:schemeClr val="bg2"/>
              </a:solidFill>
              <a:cs typeface="Arial"/>
            </a:endParaRPr>
          </a:p>
          <a:p>
            <a:pPr lvl="2">
              <a:buFont typeface="Wingdings"/>
              <a:buChar char="§"/>
            </a:pPr>
            <a:r>
              <a:rPr lang="en-US" sz="1600" dirty="0">
                <a:solidFill>
                  <a:schemeClr val="bg2"/>
                </a:solidFill>
              </a:rPr>
              <a:t>Can be conscious or unconscious as well as positive or negative</a:t>
            </a:r>
            <a:endParaRPr lang="en-US" sz="1600">
              <a:solidFill>
                <a:schemeClr val="bg2"/>
              </a:solidFill>
              <a:cs typeface="Arial"/>
            </a:endParaRPr>
          </a:p>
          <a:p>
            <a:pPr marL="368300" lvl="2" indent="0">
              <a:lnSpc>
                <a:spcPct val="114999"/>
              </a:lnSpc>
              <a:buNone/>
            </a:pPr>
            <a:endParaRPr lang="en-US" sz="1600" dirty="0">
              <a:solidFill>
                <a:schemeClr val="bg2"/>
              </a:solidFill>
            </a:endParaRPr>
          </a:p>
          <a:p>
            <a:pPr indent="0">
              <a:buNone/>
            </a:pPr>
            <a:endParaRPr lang="en-US" sz="1600" dirty="0">
              <a:solidFill>
                <a:schemeClr val="bg2"/>
              </a:solidFill>
              <a:cs typeface="Arial"/>
            </a:endParaRPr>
          </a:p>
        </p:txBody>
      </p:sp>
    </p:spTree>
    <p:extLst>
      <p:ext uri="{BB962C8B-B14F-4D97-AF65-F5344CB8AC3E}">
        <p14:creationId xmlns:p14="http://schemas.microsoft.com/office/powerpoint/2010/main" val="3537249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6DDB9-76AF-9EB7-78EB-E89F8FC31A82}"/>
              </a:ext>
            </a:extLst>
          </p:cNvPr>
          <p:cNvSpPr>
            <a:spLocks noGrp="1"/>
          </p:cNvSpPr>
          <p:nvPr>
            <p:ph type="title"/>
          </p:nvPr>
        </p:nvSpPr>
        <p:spPr>
          <a:xfrm>
            <a:off x="299518" y="231327"/>
            <a:ext cx="4545836" cy="889629"/>
          </a:xfrm>
        </p:spPr>
        <p:txBody>
          <a:bodyPr anchor="ctr">
            <a:norm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2400">
                <a:solidFill>
                  <a:schemeClr val="accent1"/>
                </a:solidFill>
              </a:rPr>
              <a:t>What is linguistic bias?</a:t>
            </a:r>
            <a:endParaRPr lang="en-US" sz="2400">
              <a:solidFill>
                <a:schemeClr val="accent1"/>
              </a:solidFill>
              <a:cs typeface="Arial"/>
            </a:endParaRPr>
          </a:p>
        </p:txBody>
      </p:sp>
      <p:sp>
        <p:nvSpPr>
          <p:cNvPr id="5" name="Content Placeholder 4">
            <a:extLst>
              <a:ext uri="{FF2B5EF4-FFF2-40B4-BE49-F238E27FC236}">
                <a16:creationId xmlns:a16="http://schemas.microsoft.com/office/drawing/2014/main" id="{C3664D75-AD56-07D7-AB32-00F837526714}"/>
              </a:ext>
            </a:extLst>
          </p:cNvPr>
          <p:cNvSpPr>
            <a:spLocks noGrp="1"/>
          </p:cNvSpPr>
          <p:nvPr>
            <p:ph idx="1"/>
          </p:nvPr>
        </p:nvSpPr>
        <p:spPr>
          <a:xfrm>
            <a:off x="377642" y="1285276"/>
            <a:ext cx="7550528" cy="3554963"/>
          </a:xfrm>
        </p:spPr>
        <p:txBody>
          <a:bodyPr anchor="ctr">
            <a:norm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1600" b="1" dirty="0">
                <a:solidFill>
                  <a:schemeClr val="bg2"/>
                </a:solidFill>
              </a:rPr>
              <a:t>Linguistic bias </a:t>
            </a:r>
            <a:r>
              <a:rPr lang="en-US" sz="1600" dirty="0">
                <a:solidFill>
                  <a:schemeClr val="bg2"/>
                </a:solidFill>
              </a:rPr>
              <a:t>= all that, but about language!</a:t>
            </a:r>
            <a:endParaRPr lang="en-US" sz="1600" dirty="0">
              <a:solidFill>
                <a:schemeClr val="bg2"/>
              </a:solidFill>
              <a:cs typeface="Arial"/>
            </a:endParaRPr>
          </a:p>
          <a:p>
            <a:pPr lvl="2">
              <a:buFont typeface="Wingdings"/>
              <a:buChar char="§"/>
            </a:pPr>
            <a:r>
              <a:rPr lang="en-US" sz="1600" dirty="0">
                <a:solidFill>
                  <a:schemeClr val="bg2"/>
                </a:solidFill>
              </a:rPr>
              <a:t>Echos existing stereotypes that are held about particular groups of people</a:t>
            </a:r>
            <a:endParaRPr lang="en-US" sz="1600">
              <a:solidFill>
                <a:schemeClr val="bg2"/>
              </a:solidFill>
              <a:cs typeface="Arial"/>
            </a:endParaRPr>
          </a:p>
          <a:p>
            <a:pPr lvl="2">
              <a:buFont typeface="Wingdings"/>
              <a:buChar char="§"/>
            </a:pPr>
            <a:r>
              <a:rPr lang="en-US" sz="1600" dirty="0">
                <a:solidFill>
                  <a:schemeClr val="bg2"/>
                </a:solidFill>
              </a:rPr>
              <a:t>These are judgments embedded within a language that reflect stereotypes and often disfavor certain groups of people</a:t>
            </a:r>
            <a:endParaRPr lang="en-US" sz="1600">
              <a:solidFill>
                <a:schemeClr val="bg2"/>
              </a:solidFill>
              <a:cs typeface="Arial"/>
            </a:endParaRPr>
          </a:p>
          <a:p>
            <a:pPr lvl="2">
              <a:buFont typeface="Wingdings"/>
              <a:buChar char="§"/>
            </a:pPr>
            <a:r>
              <a:rPr lang="en-US" sz="1600" dirty="0">
                <a:solidFill>
                  <a:schemeClr val="bg2"/>
                </a:solidFill>
              </a:rPr>
              <a:t>What are some examples of linguistic bias?</a:t>
            </a:r>
            <a:endParaRPr lang="en-US" sz="1600" dirty="0">
              <a:solidFill>
                <a:schemeClr val="bg2"/>
              </a:solidFill>
              <a:cs typeface="Arial"/>
            </a:endParaRPr>
          </a:p>
          <a:p>
            <a:pPr lvl="3">
              <a:lnSpc>
                <a:spcPct val="114999"/>
              </a:lnSpc>
            </a:pPr>
            <a:r>
              <a:rPr lang="en-US" sz="1600" dirty="0">
                <a:solidFill>
                  <a:schemeClr val="bg2"/>
                </a:solidFill>
                <a:cs typeface="Arial"/>
              </a:rPr>
              <a:t>Have you personally experienced any?</a:t>
            </a:r>
          </a:p>
        </p:txBody>
      </p:sp>
    </p:spTree>
    <p:extLst>
      <p:ext uri="{BB962C8B-B14F-4D97-AF65-F5344CB8AC3E}">
        <p14:creationId xmlns:p14="http://schemas.microsoft.com/office/powerpoint/2010/main" val="1598821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3"/>
        <p:cNvGrpSpPr/>
        <p:nvPr/>
      </p:nvGrpSpPr>
      <p:grpSpPr>
        <a:xfrm>
          <a:off x="0" y="0"/>
          <a:ext cx="0" cy="0"/>
          <a:chOff x="0" y="0"/>
          <a:chExt cx="0" cy="0"/>
        </a:xfrm>
      </p:grpSpPr>
      <p:sp>
        <p:nvSpPr>
          <p:cNvPr id="175" name="Google Shape;175;p5"/>
          <p:cNvSpPr txBox="1">
            <a:spLocks noGrp="1"/>
          </p:cNvSpPr>
          <p:nvPr>
            <p:ph type="title"/>
          </p:nvPr>
        </p:nvSpPr>
        <p:spPr>
          <a:prstGeom prst="rect">
            <a:avLst/>
          </a:prstGeom>
          <a:noFill/>
          <a:ln>
            <a:noFill/>
          </a:ln>
        </p:spPr>
        <p:txBody>
          <a:bodyPr spcFirstLastPara="1" wrap="square" lIns="68569" tIns="34275" rIns="68569" bIns="34275" anchor="ctr" anchorCtr="0">
            <a:normAutofit fontScale="90000"/>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lvl="0" indent="0" algn="ctr" rtl="0">
              <a:lnSpc>
                <a:spcPct val="100000"/>
              </a:lnSpc>
              <a:spcBef>
                <a:spcPts val="0"/>
              </a:spcBef>
              <a:spcAft>
                <a:spcPts val="0"/>
              </a:spcAft>
              <a:buClr>
                <a:schemeClr val="dk1"/>
              </a:buClr>
              <a:buSzPts val="4800"/>
              <a:buFont typeface="Sorts Mill Goudy"/>
              <a:buNone/>
            </a:pPr>
            <a:r>
              <a:rPr lang="en-US" sz="3600" dirty="0"/>
              <a:t>Linguistic bias</a:t>
            </a:r>
            <a:endParaRPr dirty="0"/>
          </a:p>
        </p:txBody>
      </p:sp>
      <p:sp>
        <p:nvSpPr>
          <p:cNvPr id="2" name="Content Placeholder 1">
            <a:extLst>
              <a:ext uri="{FF2B5EF4-FFF2-40B4-BE49-F238E27FC236}">
                <a16:creationId xmlns:a16="http://schemas.microsoft.com/office/drawing/2014/main" id="{25FD1619-B591-8F44-3190-773135B83723}"/>
              </a:ext>
            </a:extLst>
          </p:cNvPr>
          <p:cNvSpPr>
            <a:spLocks noGrp="1"/>
          </p:cNvSpPr>
          <p:nvPr>
            <p:ph idx="1"/>
          </p:nvPr>
        </p:nvSpPr>
        <p:spPr>
          <a:xfrm>
            <a:off x="866216" y="3359426"/>
            <a:ext cx="6619244" cy="1652444"/>
          </a:xfr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dirty="0"/>
              <a:t>Saying “like”</a:t>
            </a:r>
          </a:p>
          <a:p>
            <a:r>
              <a:rPr lang="en-US" dirty="0"/>
              <a:t>Saying “y’all”</a:t>
            </a:r>
          </a:p>
          <a:p>
            <a:r>
              <a:rPr lang="en-US" dirty="0"/>
              <a:t>Uptalk &amp; Vocal Fry (High Rising Terminal, Creaky Voice)</a:t>
            </a:r>
          </a:p>
          <a:p>
            <a:endParaRPr lang="en-US" dirty="0"/>
          </a:p>
          <a:p>
            <a:pPr marL="0" indent="0">
              <a:buNone/>
            </a:pPr>
            <a:r>
              <a:rPr lang="en-US" dirty="0"/>
              <a:t>What biases do you think people have about these?</a:t>
            </a:r>
          </a:p>
        </p:txBody>
      </p:sp>
      <p:grpSp>
        <p:nvGrpSpPr>
          <p:cNvPr id="177" name="Google Shape;177;p5"/>
          <p:cNvGrpSpPr/>
          <p:nvPr/>
        </p:nvGrpSpPr>
        <p:grpSpPr>
          <a:xfrm>
            <a:off x="753217" y="2180897"/>
            <a:ext cx="7524568" cy="2232352"/>
            <a:chOff x="221" y="126381"/>
            <a:chExt cx="10032757" cy="2673000"/>
          </a:xfrm>
        </p:grpSpPr>
        <p:sp>
          <p:nvSpPr>
            <p:cNvPr id="178" name="Google Shape;178;p5"/>
            <p:cNvSpPr/>
            <p:nvPr/>
          </p:nvSpPr>
          <p:spPr>
            <a:xfrm>
              <a:off x="221" y="126381"/>
              <a:ext cx="5124378" cy="1188000"/>
            </a:xfrm>
            <a:prstGeom prst="chevron">
              <a:avLst>
                <a:gd name="adj" fmla="val 50000"/>
              </a:avLst>
            </a:prstGeom>
            <a:solidFill>
              <a:srgbClr val="C24C73"/>
            </a:solidFill>
            <a:ln>
              <a:noFill/>
            </a:ln>
          </p:spPr>
          <p:txBody>
            <a:bodyPr spcFirstLastPara="1" wrap="square" lIns="68569" tIns="68569" rIns="68569" bIns="68569" anchor="ctr" anchorCtr="0">
              <a:no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lvl="0" indent="0" algn="l" rtl="0">
                <a:spcBef>
                  <a:spcPts val="0"/>
                </a:spcBef>
                <a:spcAft>
                  <a:spcPts val="0"/>
                </a:spcAft>
                <a:buNone/>
              </a:pPr>
              <a:endParaRPr sz="1013"/>
            </a:p>
          </p:txBody>
        </p:sp>
        <p:sp>
          <p:nvSpPr>
            <p:cNvPr id="179" name="Google Shape;179;p5"/>
            <p:cNvSpPr txBox="1"/>
            <p:nvPr/>
          </p:nvSpPr>
          <p:spPr>
            <a:xfrm>
              <a:off x="594221" y="126381"/>
              <a:ext cx="3936378" cy="1188000"/>
            </a:xfrm>
            <a:prstGeom prst="rect">
              <a:avLst/>
            </a:prstGeom>
            <a:noFill/>
            <a:ln>
              <a:noFill/>
            </a:ln>
          </p:spPr>
          <p:txBody>
            <a:bodyPr spcFirstLastPara="1" wrap="square" lIns="66000" tIns="21994" rIns="21994" bIns="21994" anchor="ctr" anchorCtr="0">
              <a:no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marR="0" lvl="0" indent="0" algn="ctr" rtl="0">
                <a:lnSpc>
                  <a:spcPct val="90000"/>
                </a:lnSpc>
                <a:spcBef>
                  <a:spcPts val="0"/>
                </a:spcBef>
                <a:spcAft>
                  <a:spcPts val="0"/>
                </a:spcAft>
                <a:buClr>
                  <a:schemeClr val="lt1"/>
                </a:buClr>
                <a:buSzPts val="2200"/>
                <a:buFont typeface="Avenir"/>
                <a:buNone/>
              </a:pPr>
              <a:r>
                <a:rPr lang="en-US" sz="1650" dirty="0">
                  <a:solidFill>
                    <a:schemeClr val="lt1"/>
                  </a:solidFill>
                  <a:latin typeface="Avenir"/>
                  <a:ea typeface="Avenir"/>
                  <a:cs typeface="Avenir"/>
                  <a:sym typeface="Avenir"/>
                </a:rPr>
                <a:t>Every language evokes some sort of bias</a:t>
              </a:r>
              <a:endParaRPr sz="1013" dirty="0"/>
            </a:p>
          </p:txBody>
        </p:sp>
        <p:sp>
          <p:nvSpPr>
            <p:cNvPr id="180" name="Google Shape;180;p5"/>
            <p:cNvSpPr/>
            <p:nvPr/>
          </p:nvSpPr>
          <p:spPr>
            <a:xfrm>
              <a:off x="221" y="1462881"/>
              <a:ext cx="4099502" cy="1336500"/>
            </a:xfrm>
            <a:prstGeom prst="rect">
              <a:avLst/>
            </a:prstGeom>
            <a:noFill/>
            <a:ln>
              <a:noFill/>
            </a:ln>
          </p:spPr>
          <p:txBody>
            <a:bodyPr spcFirstLastPara="1" wrap="square" lIns="68569" tIns="68569" rIns="68569" bIns="68569" anchor="ctr" anchorCtr="0">
              <a:no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lvl="0" indent="0" algn="l" rtl="0">
                <a:spcBef>
                  <a:spcPts val="0"/>
                </a:spcBef>
                <a:spcAft>
                  <a:spcPts val="0"/>
                </a:spcAft>
                <a:buNone/>
              </a:pPr>
              <a:endParaRPr sz="1013"/>
            </a:p>
          </p:txBody>
        </p:sp>
        <p:sp>
          <p:nvSpPr>
            <p:cNvPr id="182" name="Google Shape;182;p5"/>
            <p:cNvSpPr/>
            <p:nvPr/>
          </p:nvSpPr>
          <p:spPr>
            <a:xfrm>
              <a:off x="4908600" y="126381"/>
              <a:ext cx="5124378" cy="1188000"/>
            </a:xfrm>
            <a:prstGeom prst="chevron">
              <a:avLst>
                <a:gd name="adj" fmla="val 50000"/>
              </a:avLst>
            </a:prstGeom>
            <a:solidFill>
              <a:srgbClr val="C24C73"/>
            </a:solidFill>
            <a:ln>
              <a:noFill/>
            </a:ln>
          </p:spPr>
          <p:txBody>
            <a:bodyPr spcFirstLastPara="1" wrap="square" lIns="68569" tIns="68569" rIns="68569" bIns="68569" anchor="ctr" anchorCtr="0">
              <a:no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lvl="0" indent="0" algn="l" rtl="0">
                <a:spcBef>
                  <a:spcPts val="0"/>
                </a:spcBef>
                <a:spcAft>
                  <a:spcPts val="0"/>
                </a:spcAft>
                <a:buNone/>
              </a:pPr>
              <a:endParaRPr sz="1013"/>
            </a:p>
          </p:txBody>
        </p:sp>
        <p:sp>
          <p:nvSpPr>
            <p:cNvPr id="183" name="Google Shape;183;p5"/>
            <p:cNvSpPr txBox="1"/>
            <p:nvPr/>
          </p:nvSpPr>
          <p:spPr>
            <a:xfrm>
              <a:off x="5502600" y="126381"/>
              <a:ext cx="3936378" cy="1188000"/>
            </a:xfrm>
            <a:prstGeom prst="rect">
              <a:avLst/>
            </a:prstGeom>
            <a:noFill/>
            <a:ln>
              <a:noFill/>
            </a:ln>
          </p:spPr>
          <p:txBody>
            <a:bodyPr spcFirstLastPara="1" wrap="square" lIns="66000" tIns="21994" rIns="21994" bIns="21994" anchor="ctr" anchorCtr="0">
              <a:no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marR="0" lvl="0" indent="0" algn="ctr" rtl="0">
                <a:lnSpc>
                  <a:spcPct val="90000"/>
                </a:lnSpc>
                <a:spcBef>
                  <a:spcPts val="0"/>
                </a:spcBef>
                <a:spcAft>
                  <a:spcPts val="0"/>
                </a:spcAft>
                <a:buClr>
                  <a:schemeClr val="lt1"/>
                </a:buClr>
                <a:buSzPts val="2200"/>
                <a:buFont typeface="Avenir"/>
                <a:buNone/>
              </a:pPr>
              <a:r>
                <a:rPr lang="en-US" sz="1650" dirty="0">
                  <a:solidFill>
                    <a:schemeClr val="lt1"/>
                  </a:solidFill>
                  <a:latin typeface="Avenir"/>
                  <a:ea typeface="Avenir"/>
                  <a:cs typeface="Avenir"/>
                  <a:sym typeface="Avenir"/>
                </a:rPr>
                <a:t>With conlangs, we choose the bias that we evoke</a:t>
              </a:r>
              <a:endParaRPr sz="1013" dirty="0">
                <a:solidFill>
                  <a:schemeClr val="lt1"/>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7"/>
        <p:cNvGrpSpPr/>
        <p:nvPr/>
      </p:nvGrpSpPr>
      <p:grpSpPr>
        <a:xfrm>
          <a:off x="0" y="0"/>
          <a:ext cx="0" cy="0"/>
          <a:chOff x="0" y="0"/>
          <a:chExt cx="0" cy="0"/>
        </a:xfrm>
      </p:grpSpPr>
      <p:sp>
        <p:nvSpPr>
          <p:cNvPr id="189" name="Google Shape;189;p6"/>
          <p:cNvSpPr txBox="1">
            <a:spLocks noGrp="1"/>
          </p:cNvSpPr>
          <p:nvPr>
            <p:ph type="title"/>
          </p:nvPr>
        </p:nvSpPr>
        <p:spPr>
          <a:xfrm>
            <a:off x="532164" y="411102"/>
            <a:ext cx="3133400" cy="1043769"/>
          </a:xfrm>
          <a:prstGeom prst="rect">
            <a:avLst/>
          </a:prstGeom>
        </p:spPr>
        <p:txBody>
          <a:bodyPr spcFirstLastPara="1" vert="horz" lIns="68580" tIns="34290" rIns="68580" bIns="34290" rtlCol="0" anchor="ctr" anchorCtr="0">
            <a:norm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0" lvl="0" indent="0">
              <a:lnSpc>
                <a:spcPct val="90000"/>
              </a:lnSpc>
              <a:spcAft>
                <a:spcPts val="0"/>
              </a:spcAft>
              <a:buClr>
                <a:schemeClr val="dk1"/>
              </a:buClr>
              <a:buSzPts val="3200"/>
            </a:pPr>
            <a:r>
              <a:rPr lang="en-US" sz="2300" dirty="0">
                <a:solidFill>
                  <a:schemeClr val="bg1"/>
                </a:solidFill>
              </a:rPr>
              <a:t>If every language evokes bias, what can we do?</a:t>
            </a:r>
          </a:p>
        </p:txBody>
      </p:sp>
      <p:sp>
        <p:nvSpPr>
          <p:cNvPr id="191" name="Google Shape;191;p6"/>
          <p:cNvSpPr txBox="1">
            <a:spLocks noGrp="1"/>
          </p:cNvSpPr>
          <p:nvPr>
            <p:ph sz="half" idx="1"/>
          </p:nvPr>
        </p:nvSpPr>
        <p:spPr>
          <a:xfrm>
            <a:off x="420833" y="1016000"/>
            <a:ext cx="3054505" cy="3498850"/>
          </a:xfrm>
          <a:prstGeom prst="rect">
            <a:avLst/>
          </a:prstGeom>
        </p:spPr>
        <p:txBody>
          <a:bodyPr spcFirstLastPara="1" vert="horz" wrap="square" lIns="68580" tIns="34290" rIns="68580" bIns="34290" rtlCol="0" anchor="t" anchorCtr="0">
            <a:noAutofit/>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marL="269875" lvl="0" indent="-269875"/>
            <a:r>
              <a:rPr lang="en-US" sz="1600" dirty="0">
                <a:solidFill>
                  <a:schemeClr val="bg2"/>
                </a:solidFill>
              </a:rPr>
              <a:t>Avoid pairing real-world cultural influences with linguistic influences</a:t>
            </a:r>
            <a:endParaRPr lang="en-US" sz="1600">
              <a:solidFill>
                <a:schemeClr val="bg2"/>
              </a:solidFill>
              <a:cs typeface="Arial"/>
            </a:endParaRPr>
          </a:p>
          <a:p>
            <a:pPr marL="269875" lvl="0" indent="-269875"/>
            <a:r>
              <a:rPr lang="en-US" sz="1600" dirty="0">
                <a:solidFill>
                  <a:schemeClr val="bg2"/>
                </a:solidFill>
              </a:rPr>
              <a:t>Avoid stereotypes</a:t>
            </a:r>
            <a:endParaRPr lang="en-US" sz="1600">
              <a:solidFill>
                <a:schemeClr val="bg2"/>
              </a:solidFill>
              <a:cs typeface="Arial"/>
            </a:endParaRPr>
          </a:p>
          <a:p>
            <a:pPr marL="269875" lvl="0" indent="-269875"/>
            <a:r>
              <a:rPr lang="en-US" sz="1600" dirty="0">
                <a:solidFill>
                  <a:schemeClr val="bg2"/>
                </a:solidFill>
              </a:rPr>
              <a:t>If you don’t know a culture, don’t make inferences</a:t>
            </a:r>
            <a:endParaRPr lang="en-US" sz="1600">
              <a:solidFill>
                <a:schemeClr val="bg2"/>
              </a:solidFill>
              <a:cs typeface="Arial"/>
            </a:endParaRPr>
          </a:p>
          <a:p>
            <a:pPr marL="269875" lvl="0" indent="-269875"/>
            <a:r>
              <a:rPr lang="en-US" sz="1600" dirty="0">
                <a:solidFill>
                  <a:schemeClr val="bg2"/>
                </a:solidFill>
              </a:rPr>
              <a:t>Ask “am I doing this because this makes sense for this culture, or because I’m tying it to my own experiences and biases?”</a:t>
            </a:r>
            <a:endParaRPr lang="en-US" sz="1600" dirty="0">
              <a:solidFill>
                <a:schemeClr val="bg2"/>
              </a:solidFill>
              <a:cs typeface="Arial"/>
            </a:endParaRPr>
          </a:p>
          <a:p>
            <a:pPr marL="269875" lvl="0" indent="-217170"/>
            <a:endParaRPr lang="en-US">
              <a:cs typeface="Arial"/>
            </a:endParaRPr>
          </a:p>
        </p:txBody>
      </p:sp>
      <p:pic>
        <p:nvPicPr>
          <p:cNvPr id="3" name="Google Shape;192;p6" descr="Wood human figure"/>
          <p:cNvPicPr preferRelativeResize="0">
            <a:picLocks noGrp="1"/>
          </p:cNvPicPr>
          <p:nvPr>
            <p:ph sz="half" idx="2"/>
          </p:nvPr>
        </p:nvPicPr>
        <p:blipFill rotWithShape="1">
          <a:blip r:embed="rId3"/>
          <a:srcRect r="25928"/>
          <a:stretch/>
        </p:blipFill>
        <p:spPr>
          <a:xfrm>
            <a:off x="3840088" y="346261"/>
            <a:ext cx="4939162" cy="4450979"/>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E8045-05CF-2201-EF55-39694FE08EB4}"/>
              </a:ext>
            </a:extLst>
          </p:cNvPr>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solidFill>
                  <a:schemeClr val="bg1"/>
                </a:solidFill>
              </a:rPr>
              <a:t>A recent example discussion</a:t>
            </a:r>
          </a:p>
        </p:txBody>
      </p:sp>
      <p:sp>
        <p:nvSpPr>
          <p:cNvPr id="3" name="Content Placeholder 2">
            <a:extLst>
              <a:ext uri="{FF2B5EF4-FFF2-40B4-BE49-F238E27FC236}">
                <a16:creationId xmlns:a16="http://schemas.microsoft.com/office/drawing/2014/main" id="{7BB036EC-FB24-5D17-811A-705ABFC2A672}"/>
              </a:ext>
            </a:extLst>
          </p:cNvPr>
          <p:cNvSpPr>
            <a:spLocks noGrp="1"/>
          </p:cNvSpPr>
          <p:nvPr>
            <p:ph idx="1"/>
          </p:nvPr>
        </p:nvSpPr>
        <p:spPr>
          <a:xfrm>
            <a:off x="866216" y="2111375"/>
            <a:ext cx="7373306" cy="2403475"/>
          </a:xfrm>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latin typeface="Arial"/>
                <a:cs typeface="Arial"/>
              </a:rPr>
              <a:t>With your neighbors, read the following article and discuss: </a:t>
            </a:r>
            <a:r>
              <a:rPr lang="en-US" sz="1800" dirty="0">
                <a:latin typeface="Arial"/>
                <a:cs typeface="Arial"/>
                <a:hlinkClick r:id="rId3"/>
              </a:rPr>
              <a:t>https://medium.com/@allisonooo/do-we-judge-languages-by-their-sounds-exploring-linguistic-bias-in-entertainment-13da8300ae83</a:t>
            </a:r>
            <a:endParaRPr lang="en-US" sz="1800" dirty="0">
              <a:latin typeface="Arial"/>
              <a:cs typeface="Arial"/>
            </a:endParaRPr>
          </a:p>
          <a:p>
            <a:endParaRPr lang="en-US" sz="1800" dirty="0">
              <a:latin typeface="Arial"/>
              <a:cs typeface="Arial"/>
            </a:endParaRPr>
          </a:p>
          <a:p>
            <a:r>
              <a:rPr lang="en-US" sz="1800" dirty="0">
                <a:latin typeface="Arial"/>
                <a:cs typeface="Arial"/>
              </a:rPr>
              <a:t>What does the author point out about linguistic bias in conlangs?</a:t>
            </a:r>
          </a:p>
          <a:p>
            <a:pPr lvl="1">
              <a:buFont typeface="Courier New" charset="2"/>
              <a:buChar char="o"/>
            </a:pPr>
            <a:r>
              <a:rPr lang="en-US" sz="1800" dirty="0">
                <a:latin typeface="Arial"/>
                <a:cs typeface="Arial"/>
              </a:rPr>
              <a:t>Do you agree?</a:t>
            </a:r>
            <a:endParaRPr lang="en-US" dirty="0"/>
          </a:p>
        </p:txBody>
      </p:sp>
    </p:spTree>
    <p:extLst>
      <p:ext uri="{BB962C8B-B14F-4D97-AF65-F5344CB8AC3E}">
        <p14:creationId xmlns:p14="http://schemas.microsoft.com/office/powerpoint/2010/main" val="1409397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738E-E38F-0F63-07D2-C2F6CE3D4E4F}"/>
              </a:ext>
            </a:extLst>
          </p:cNvPr>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solidFill>
                  <a:schemeClr val="bg1"/>
                </a:solidFill>
              </a:rPr>
              <a:t>Conlang Culture &amp; Bias Discussions</a:t>
            </a:r>
          </a:p>
        </p:txBody>
      </p:sp>
      <p:sp>
        <p:nvSpPr>
          <p:cNvPr id="3" name="Content Placeholder 2">
            <a:extLst>
              <a:ext uri="{FF2B5EF4-FFF2-40B4-BE49-F238E27FC236}">
                <a16:creationId xmlns:a16="http://schemas.microsoft.com/office/drawing/2014/main" id="{42F7CF6B-8CD6-F2F6-2E87-C4CD36A9637F}"/>
              </a:ext>
            </a:extLst>
          </p:cNvPr>
          <p:cNvSpPr>
            <a:spLocks noGrp="1"/>
          </p:cNvSpPr>
          <p:nvPr>
            <p:ph idx="1"/>
          </p:nvPr>
        </p:nvSpPr>
        <p:spPr>
          <a:xfrm>
            <a:off x="866216" y="2145808"/>
            <a:ext cx="7515511" cy="2369042"/>
          </a:xfrm>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85445" indent="-385445">
              <a:buAutoNum type="arabicParenR"/>
            </a:pPr>
            <a:r>
              <a:rPr lang="en-US" sz="1600">
                <a:latin typeface="Arial"/>
                <a:cs typeface="Arial"/>
              </a:rPr>
              <a:t>Which groups did you draw inspiration from (knowingly or unknowingly)?</a:t>
            </a:r>
          </a:p>
          <a:p>
            <a:pPr marL="385445" indent="-385445">
              <a:buAutoNum type="arabicParenR"/>
            </a:pPr>
            <a:r>
              <a:rPr lang="en-US" sz="1600">
                <a:latin typeface="Arial"/>
                <a:cs typeface="Arial"/>
              </a:rPr>
              <a:t>What sort of cultural biases might be in your culture?</a:t>
            </a:r>
          </a:p>
          <a:p>
            <a:pPr marL="385445" indent="-385445">
              <a:buAutoNum type="arabicParenR"/>
            </a:pPr>
            <a:r>
              <a:rPr lang="en-US" sz="1600" dirty="0">
                <a:latin typeface="Arial"/>
                <a:cs typeface="Arial"/>
              </a:rPr>
              <a:t>How can you combat these biases in your language?</a:t>
            </a:r>
            <a:endParaRPr lang="en-US" sz="1600">
              <a:latin typeface="Arial"/>
              <a:cs typeface="Arial"/>
            </a:endParaRPr>
          </a:p>
          <a:p>
            <a:pPr marL="385445" indent="-385445">
              <a:buAutoNum type="arabicParenR"/>
            </a:pPr>
            <a:endParaRPr lang="en-US" sz="1600" dirty="0">
              <a:latin typeface="Arial"/>
              <a:cs typeface="Arial"/>
            </a:endParaRPr>
          </a:p>
          <a:p>
            <a:pPr marL="0" indent="0">
              <a:buNone/>
            </a:pPr>
            <a:r>
              <a:rPr lang="en-US" sz="1600" dirty="0">
                <a:latin typeface="Arial"/>
                <a:cs typeface="Arial"/>
              </a:rPr>
              <a:t>* See what biases you can spot, then see if your group spots different ones! *</a:t>
            </a:r>
          </a:p>
        </p:txBody>
      </p:sp>
    </p:spTree>
    <p:extLst>
      <p:ext uri="{BB962C8B-B14F-4D97-AF65-F5344CB8AC3E}">
        <p14:creationId xmlns:p14="http://schemas.microsoft.com/office/powerpoint/2010/main" val="3821475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738E-E38F-0F63-07D2-C2F6CE3D4E4F}"/>
              </a:ext>
            </a:extLst>
          </p:cNvPr>
          <p:cNvSpPr>
            <a:spLocks noGrp="1"/>
          </p:cNvSpPr>
          <p:nvPr>
            <p:ph type="title"/>
          </p:nvPr>
        </p:nvSpPr>
        <p:spPr>
          <a:xfrm>
            <a:off x="576938" y="645584"/>
            <a:ext cx="2450616" cy="558445"/>
          </a:xfr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solidFill>
                  <a:schemeClr val="bg1"/>
                </a:solidFill>
              </a:rPr>
              <a:t>Conlang Culture &amp; </a:t>
            </a:r>
            <a:r>
              <a:rPr lang="en-US" sz="1800">
                <a:solidFill>
                  <a:schemeClr val="bg1"/>
                </a:solidFill>
              </a:rPr>
              <a:t>Bias: the Dorgons</a:t>
            </a:r>
            <a:endParaRPr lang="en-US" sz="1800" dirty="0">
              <a:solidFill>
                <a:schemeClr val="bg1"/>
              </a:solidFill>
            </a:endParaRPr>
          </a:p>
        </p:txBody>
      </p:sp>
      <p:sp>
        <p:nvSpPr>
          <p:cNvPr id="3" name="Content Placeholder 2">
            <a:extLst>
              <a:ext uri="{FF2B5EF4-FFF2-40B4-BE49-F238E27FC236}">
                <a16:creationId xmlns:a16="http://schemas.microsoft.com/office/drawing/2014/main" id="{42F7CF6B-8CD6-F2F6-2E87-C4CD36A9637F}"/>
              </a:ext>
            </a:extLst>
          </p:cNvPr>
          <p:cNvSpPr>
            <a:spLocks noGrp="1"/>
          </p:cNvSpPr>
          <p:nvPr>
            <p:ph idx="1"/>
          </p:nvPr>
        </p:nvSpPr>
        <p:spPr>
          <a:xfrm>
            <a:off x="56591" y="1798826"/>
            <a:ext cx="3018351" cy="3253505"/>
          </a:xfrm>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85445" indent="-385445">
              <a:buAutoNum type="arabicParenR"/>
            </a:pPr>
            <a:r>
              <a:rPr lang="en-US" sz="1600" dirty="0">
                <a:latin typeface="Arial"/>
                <a:cs typeface="Arial"/>
              </a:rPr>
              <a:t>Which groups did Elijah draw inspiration from (knowingly or unknowingly)?</a:t>
            </a:r>
          </a:p>
          <a:p>
            <a:pPr marL="385445" indent="-385445">
              <a:buAutoNum type="arabicParenR"/>
            </a:pPr>
            <a:r>
              <a:rPr lang="en-US" sz="1600" dirty="0">
                <a:latin typeface="Arial"/>
                <a:cs typeface="Arial"/>
              </a:rPr>
              <a:t>What sort of cultural biases might be in his culture?</a:t>
            </a:r>
          </a:p>
          <a:p>
            <a:pPr marL="385445" indent="-385445">
              <a:buAutoNum type="arabicParenR"/>
            </a:pPr>
            <a:r>
              <a:rPr lang="en-US" sz="1600" dirty="0">
                <a:latin typeface="Arial"/>
                <a:cs typeface="Arial"/>
              </a:rPr>
              <a:t>How can we combat these biases in his language?</a:t>
            </a:r>
          </a:p>
          <a:p>
            <a:pPr indent="0">
              <a:buNone/>
            </a:pPr>
            <a:endParaRPr lang="en-US" sz="1400" dirty="0">
              <a:latin typeface="Arial"/>
              <a:cs typeface="Arial"/>
            </a:endParaRPr>
          </a:p>
        </p:txBody>
      </p:sp>
      <p:pic>
        <p:nvPicPr>
          <p:cNvPr id="4" name="Picture 3" descr="A collage of drawings&#10;&#10;Description automatically generated">
            <a:extLst>
              <a:ext uri="{FF2B5EF4-FFF2-40B4-BE49-F238E27FC236}">
                <a16:creationId xmlns:a16="http://schemas.microsoft.com/office/drawing/2014/main" id="{086751A1-D6DA-0A82-DF89-38305145E07E}"/>
              </a:ext>
            </a:extLst>
          </p:cNvPr>
          <p:cNvPicPr>
            <a:picLocks noChangeAspect="1"/>
          </p:cNvPicPr>
          <p:nvPr/>
        </p:nvPicPr>
        <p:blipFill>
          <a:blip r:embed="rId2"/>
          <a:stretch>
            <a:fillRect/>
          </a:stretch>
        </p:blipFill>
        <p:spPr>
          <a:xfrm>
            <a:off x="3429665" y="592667"/>
            <a:ext cx="5516114" cy="4409723"/>
          </a:xfrm>
          <a:prstGeom prst="rect">
            <a:avLst/>
          </a:prstGeom>
        </p:spPr>
      </p:pic>
    </p:spTree>
    <p:extLst>
      <p:ext uri="{BB962C8B-B14F-4D97-AF65-F5344CB8AC3E}">
        <p14:creationId xmlns:p14="http://schemas.microsoft.com/office/powerpoint/2010/main" val="3648841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738E-E38F-0F63-07D2-C2F6CE3D4E4F}"/>
              </a:ext>
            </a:extLst>
          </p:cNvPr>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solidFill>
                  <a:schemeClr val="bg1"/>
                </a:solidFill>
              </a:rPr>
              <a:t>Conlang Culture &amp; Bias Discussions</a:t>
            </a:r>
          </a:p>
        </p:txBody>
      </p:sp>
      <p:sp>
        <p:nvSpPr>
          <p:cNvPr id="3" name="Content Placeholder 2">
            <a:extLst>
              <a:ext uri="{FF2B5EF4-FFF2-40B4-BE49-F238E27FC236}">
                <a16:creationId xmlns:a16="http://schemas.microsoft.com/office/drawing/2014/main" id="{42F7CF6B-8CD6-F2F6-2E87-C4CD36A9637F}"/>
              </a:ext>
            </a:extLst>
          </p:cNvPr>
          <p:cNvSpPr>
            <a:spLocks noGrp="1"/>
          </p:cNvSpPr>
          <p:nvPr>
            <p:ph idx="1"/>
          </p:nvPr>
        </p:nvSpPr>
        <p:spPr>
          <a:xfrm>
            <a:off x="866216" y="2145808"/>
            <a:ext cx="7515511" cy="2369042"/>
          </a:xfrm>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85445" indent="-385445">
              <a:buAutoNum type="arabicParenR"/>
            </a:pPr>
            <a:r>
              <a:rPr lang="en-US" sz="1600">
                <a:latin typeface="Arial"/>
                <a:cs typeface="Arial"/>
              </a:rPr>
              <a:t>Which groups did you draw inspiration from (knowingly or unknowingly)?</a:t>
            </a:r>
          </a:p>
          <a:p>
            <a:pPr marL="385445" indent="-385445">
              <a:buAutoNum type="arabicParenR"/>
            </a:pPr>
            <a:r>
              <a:rPr lang="en-US" sz="1600">
                <a:latin typeface="Arial"/>
                <a:cs typeface="Arial"/>
              </a:rPr>
              <a:t>What sort of cultural biases might be in your culture?</a:t>
            </a:r>
          </a:p>
          <a:p>
            <a:pPr marL="385445" indent="-385445">
              <a:buAutoNum type="arabicParenR"/>
            </a:pPr>
            <a:r>
              <a:rPr lang="en-US" sz="1600" dirty="0">
                <a:latin typeface="Arial"/>
                <a:cs typeface="Arial"/>
              </a:rPr>
              <a:t>How can you combat these biases in your language?</a:t>
            </a:r>
            <a:endParaRPr lang="en-US" sz="1600">
              <a:latin typeface="Arial"/>
              <a:cs typeface="Arial"/>
            </a:endParaRPr>
          </a:p>
          <a:p>
            <a:pPr marL="385445" indent="-385445">
              <a:buAutoNum type="arabicParenR"/>
            </a:pPr>
            <a:endParaRPr lang="en-US" sz="1600" dirty="0">
              <a:latin typeface="Arial"/>
              <a:cs typeface="Arial"/>
            </a:endParaRPr>
          </a:p>
          <a:p>
            <a:pPr marL="0" indent="0">
              <a:buNone/>
            </a:pPr>
            <a:r>
              <a:rPr lang="en-US" sz="1600" dirty="0">
                <a:latin typeface="Arial"/>
                <a:cs typeface="Arial"/>
              </a:rPr>
              <a:t>* See what biases you can spot, then see if your group spots different ones! *</a:t>
            </a:r>
          </a:p>
        </p:txBody>
      </p:sp>
    </p:spTree>
    <p:extLst>
      <p:ext uri="{BB962C8B-B14F-4D97-AF65-F5344CB8AC3E}">
        <p14:creationId xmlns:p14="http://schemas.microsoft.com/office/powerpoint/2010/main" val="33219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2"/>
          <p:cNvSpPr txBox="1">
            <a:spLocks noGrp="1"/>
          </p:cNvSpPr>
          <p:nvPr>
            <p:ph type="body" idx="1"/>
          </p:nvPr>
        </p:nvSpPr>
        <p:spPr>
          <a:xfrm>
            <a:off x="3904500" y="1358800"/>
            <a:ext cx="5239500" cy="39885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n" sz="1200" b="1">
                <a:solidFill>
                  <a:srgbClr val="000000"/>
                </a:solidFill>
                <a:latin typeface="Arial"/>
                <a:ea typeface="Arial"/>
                <a:cs typeface="Arial"/>
                <a:sym typeface="Arial"/>
              </a:rPr>
              <a:t>5. </a:t>
            </a:r>
            <a:r>
              <a:rPr lang="en" sz="1200">
                <a:solidFill>
                  <a:srgbClr val="000000"/>
                </a:solidFill>
                <a:latin typeface="Arial"/>
                <a:ea typeface="Arial"/>
                <a:cs typeface="Arial"/>
                <a:sym typeface="Arial"/>
              </a:rPr>
              <a:t>What kinds of real-world cultures will you be drawing on to inspire or help guide the world of your conlang? As you mention these, you must discuss what sorts of biases to avoid in your language's creation. </a:t>
            </a:r>
            <a:endParaRPr sz="1200">
              <a:solidFill>
                <a:srgbClr val="000000"/>
              </a:solidFill>
              <a:latin typeface="Arial"/>
              <a:ea typeface="Arial"/>
              <a:cs typeface="Arial"/>
              <a:sym typeface="Arial"/>
            </a:endParaRPr>
          </a:p>
          <a:p>
            <a:pPr marL="0" lvl="0" indent="0" algn="l" rtl="0">
              <a:spcBef>
                <a:spcPts val="900"/>
              </a:spcBef>
              <a:spcAft>
                <a:spcPts val="900"/>
              </a:spcAft>
              <a:buNone/>
            </a:pPr>
            <a:r>
              <a:rPr lang="en" sz="1200">
                <a:solidFill>
                  <a:srgbClr val="000000"/>
                </a:solidFill>
                <a:latin typeface="Arial"/>
                <a:ea typeface="Arial"/>
                <a:cs typeface="Arial"/>
                <a:sym typeface="Arial"/>
              </a:rPr>
              <a:t>For instance, let's say you were inventing an artlang for a group of people who lived in the rural mountains of the Eastern US, whose sound system bears a striking similarity to that of Southern American English.  Moreover, the people who speak your conlang are unusually friendly and/or ignorant -- in this case negative biases would be affecting both your language and culture.</a:t>
            </a:r>
            <a:endParaRPr sz="1200" b="1">
              <a:solidFill>
                <a:srgbClr val="000000"/>
              </a:solidFill>
              <a:latin typeface="Arial"/>
              <a:ea typeface="Arial"/>
              <a:cs typeface="Arial"/>
              <a:sym typeface="Arial"/>
            </a:endParaRPr>
          </a:p>
        </p:txBody>
      </p:sp>
      <p:pic>
        <p:nvPicPr>
          <p:cNvPr id="186" name="Google Shape;186;p32"/>
          <p:cNvPicPr preferRelativeResize="0"/>
          <p:nvPr/>
        </p:nvPicPr>
        <p:blipFill>
          <a:blip r:embed="rId3">
            <a:alphaModFix/>
          </a:blip>
          <a:stretch>
            <a:fillRect/>
          </a:stretch>
        </p:blipFill>
        <p:spPr>
          <a:xfrm>
            <a:off x="226350" y="1611175"/>
            <a:ext cx="3469149" cy="19508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Linguistics 200, Week 3</a:t>
            </a:r>
            <a:endParaRPr dirty="0"/>
          </a:p>
        </p:txBody>
      </p:sp>
      <p:sp>
        <p:nvSpPr>
          <p:cNvPr id="162" name="Google Shape;162;p28"/>
          <p:cNvSpPr txBox="1">
            <a:spLocks noGrp="1"/>
          </p:cNvSpPr>
          <p:nvPr>
            <p:ph type="subTitle" idx="1"/>
          </p:nvPr>
        </p:nvSpPr>
        <p:spPr>
          <a:xfrm>
            <a:off x="2137225" y="2899427"/>
            <a:ext cx="4870500" cy="743212"/>
          </a:xfrm>
          <a:prstGeom prst="rect">
            <a:avLst/>
          </a:prstGeom>
        </p:spPr>
        <p:txBody>
          <a:bodyPr spcFirstLastPara="1" wrap="square" lIns="91425" tIns="91425" rIns="91425" bIns="91425" anchor="t" anchorCtr="0">
            <a:noAutofit/>
          </a:bodyPr>
          <a:lstStyle/>
          <a:p>
            <a:pPr marL="0" indent="0"/>
            <a:r>
              <a:rPr lang="en"/>
              <a:t>Finishing up Component 1</a:t>
            </a:r>
            <a:endParaRPr lang="e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29874-F462-8F21-3E24-9986F7388CCB}"/>
              </a:ext>
            </a:extLst>
          </p:cNvPr>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dirty="0">
                <a:solidFill>
                  <a:schemeClr val="bg1"/>
                </a:solidFill>
              </a:rPr>
              <a:t>Review of Bias</a:t>
            </a:r>
          </a:p>
        </p:txBody>
      </p:sp>
      <p:sp>
        <p:nvSpPr>
          <p:cNvPr id="3" name="Content Placeholder 2">
            <a:extLst>
              <a:ext uri="{FF2B5EF4-FFF2-40B4-BE49-F238E27FC236}">
                <a16:creationId xmlns:a16="http://schemas.microsoft.com/office/drawing/2014/main" id="{D31EDB0D-FD6A-1EC0-B838-AB6552C1B902}"/>
              </a:ext>
            </a:extLst>
          </p:cNvPr>
          <p:cNvSpPr>
            <a:spLocks noGrp="1"/>
          </p:cNvSpPr>
          <p:nvPr>
            <p:ph idx="1"/>
          </p:nvPr>
        </p:nvSpPr>
        <p:spPr>
          <a:xfrm>
            <a:off x="866216" y="1952625"/>
            <a:ext cx="7786056" cy="2562225"/>
          </a:xfrm>
        </p:spPr>
        <p:txBody>
          <a:bodyPr vert="horz" lIns="91440" tIns="45720" rIns="91440" bIns="45720" rtlCol="0" anchor="t">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600" dirty="0">
                <a:latin typeface="Arial"/>
                <a:cs typeface="Arial"/>
              </a:rPr>
              <a:t>Bias = a tendency for prejudice towards a person or certain groups of people</a:t>
            </a:r>
          </a:p>
          <a:p>
            <a:pPr lvl="2">
              <a:buFont typeface="Wingdings" charset="2"/>
              <a:buChar char="§"/>
            </a:pPr>
            <a:r>
              <a:rPr lang="en-US" sz="1600" dirty="0">
                <a:latin typeface="Arial"/>
                <a:cs typeface="Arial"/>
              </a:rPr>
              <a:t>Linguistic bias = all that, but about language</a:t>
            </a:r>
          </a:p>
          <a:p>
            <a:pPr lvl="2">
              <a:buFont typeface="Wingdings" charset="2"/>
              <a:buChar char="§"/>
            </a:pPr>
            <a:r>
              <a:rPr lang="en-US" sz="1600" dirty="0">
                <a:latin typeface="Arial"/>
                <a:cs typeface="Arial"/>
              </a:rPr>
              <a:t>It occurs in real languages &amp; conlangs</a:t>
            </a:r>
          </a:p>
          <a:p>
            <a:pPr lvl="2">
              <a:buFont typeface="Wingdings" charset="2"/>
              <a:buChar char="§"/>
            </a:pPr>
            <a:r>
              <a:rPr lang="en-US" sz="1600" dirty="0">
                <a:latin typeface="Arial"/>
                <a:cs typeface="Arial"/>
              </a:rPr>
              <a:t>Linguistic bias will happen</a:t>
            </a:r>
          </a:p>
          <a:p>
            <a:pPr lvl="2">
              <a:buFont typeface="Wingdings" charset="2"/>
              <a:buChar char="§"/>
            </a:pPr>
            <a:r>
              <a:rPr lang="en-US" sz="1600" dirty="0">
                <a:latin typeface="Arial"/>
                <a:cs typeface="Arial"/>
              </a:rPr>
              <a:t>Occurs in all aspects of language</a:t>
            </a:r>
          </a:p>
          <a:p>
            <a:r>
              <a:rPr lang="en-US" sz="1600" dirty="0">
                <a:latin typeface="Arial"/>
                <a:cs typeface="Arial"/>
              </a:rPr>
              <a:t>We can control how our conlangs are biased</a:t>
            </a:r>
          </a:p>
          <a:p>
            <a:r>
              <a:rPr lang="en-US" sz="1600" dirty="0">
                <a:latin typeface="Arial"/>
                <a:cs typeface="Arial"/>
              </a:rPr>
              <a:t>We can respect linguistic variety and cultural diversity</a:t>
            </a:r>
          </a:p>
        </p:txBody>
      </p:sp>
    </p:spTree>
    <p:extLst>
      <p:ext uri="{BB962C8B-B14F-4D97-AF65-F5344CB8AC3E}">
        <p14:creationId xmlns:p14="http://schemas.microsoft.com/office/powerpoint/2010/main" val="3595147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BA25-D226-68C9-C2D5-F7CF6279193B}"/>
              </a:ext>
            </a:extLst>
          </p:cNvPr>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solidFill>
                  <a:schemeClr val="bg1"/>
                </a:solidFill>
              </a:rPr>
              <a:t>Turn &amp; Talk</a:t>
            </a:r>
          </a:p>
        </p:txBody>
      </p:sp>
      <p:sp>
        <p:nvSpPr>
          <p:cNvPr id="3" name="Content Placeholder 2">
            <a:extLst>
              <a:ext uri="{FF2B5EF4-FFF2-40B4-BE49-F238E27FC236}">
                <a16:creationId xmlns:a16="http://schemas.microsoft.com/office/drawing/2014/main" id="{8AE4BBEF-01F3-F96B-B9E6-1B5CCD9641B8}"/>
              </a:ext>
            </a:extLst>
          </p:cNvPr>
          <p:cNvSpPr>
            <a:spLocks noGrp="1"/>
          </p:cNvSpPr>
          <p:nvPr>
            <p:ph idx="1"/>
          </p:nvPr>
        </p:nvSpPr>
        <p:spPr>
          <a:xfrm>
            <a:off x="866216" y="2087562"/>
            <a:ext cx="7317744" cy="2427288"/>
          </a:xfrm>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dirty="0">
                <a:latin typeface="Arial"/>
                <a:cs typeface="Arial"/>
              </a:rPr>
              <a:t>Have you experienced linguistic bias this week (or at any time)?</a:t>
            </a:r>
            <a:endParaRPr lang="en-US" sz="1800">
              <a:latin typeface="Arial"/>
              <a:cs typeface="Arial"/>
            </a:endParaRPr>
          </a:p>
          <a:p>
            <a:endParaRPr lang="en-US" sz="1800" dirty="0">
              <a:latin typeface="Arial"/>
              <a:cs typeface="Arial"/>
            </a:endParaRPr>
          </a:p>
          <a:p>
            <a:r>
              <a:rPr lang="en-US" sz="1800" dirty="0">
                <a:latin typeface="Arial"/>
                <a:cs typeface="Arial"/>
              </a:rPr>
              <a:t>What are some ways you can avoid importing bias into your Culture/Conlang?</a:t>
            </a:r>
          </a:p>
          <a:p>
            <a:endParaRPr lang="en-US" dirty="0"/>
          </a:p>
          <a:p>
            <a:endParaRPr lang="en-US" dirty="0"/>
          </a:p>
        </p:txBody>
      </p:sp>
    </p:spTree>
    <p:extLst>
      <p:ext uri="{BB962C8B-B14F-4D97-AF65-F5344CB8AC3E}">
        <p14:creationId xmlns:p14="http://schemas.microsoft.com/office/powerpoint/2010/main" val="1888706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BA25-D226-68C9-C2D5-F7CF6279193B}"/>
              </a:ext>
            </a:extLst>
          </p:cNvPr>
          <p:cNvSpPr>
            <a:spLocks noGrp="1"/>
          </p:cNvSpPr>
          <p:nvPr>
            <p:ph type="title"/>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a:solidFill>
                  <a:schemeClr val="bg1"/>
                </a:solidFill>
              </a:rPr>
              <a:t>Don't Be Like...</a:t>
            </a:r>
            <a:endParaRPr lang="en-US" sz="1800" dirty="0">
              <a:solidFill>
                <a:schemeClr val="bg1"/>
              </a:solidFill>
            </a:endParaRPr>
          </a:p>
        </p:txBody>
      </p:sp>
      <p:pic>
        <p:nvPicPr>
          <p:cNvPr id="3" name="Picture 2" descr="Gobbledegook | Harry Potter Wiki | Fandom">
            <a:extLst>
              <a:ext uri="{FF2B5EF4-FFF2-40B4-BE49-F238E27FC236}">
                <a16:creationId xmlns:a16="http://schemas.microsoft.com/office/drawing/2014/main" id="{FE9F2C8A-0DB1-6AA4-8A36-39AADBBAB9A3}"/>
              </a:ext>
            </a:extLst>
          </p:cNvPr>
          <p:cNvPicPr>
            <a:picLocks noChangeAspect="1"/>
          </p:cNvPicPr>
          <p:nvPr/>
        </p:nvPicPr>
        <p:blipFill>
          <a:blip r:embed="rId2"/>
          <a:stretch>
            <a:fillRect/>
          </a:stretch>
        </p:blipFill>
        <p:spPr>
          <a:xfrm>
            <a:off x="430213" y="2161532"/>
            <a:ext cx="2743199" cy="2058686"/>
          </a:xfrm>
          <a:prstGeom prst="rect">
            <a:avLst/>
          </a:prstGeom>
        </p:spPr>
      </p:pic>
      <p:pic>
        <p:nvPicPr>
          <p:cNvPr id="4" name="Picture 3" descr="Ewok | Star Wars Saga Edition Wiki | Fandom">
            <a:extLst>
              <a:ext uri="{FF2B5EF4-FFF2-40B4-BE49-F238E27FC236}">
                <a16:creationId xmlns:a16="http://schemas.microsoft.com/office/drawing/2014/main" id="{7312CA91-9451-4480-9578-F74BC3836556}"/>
              </a:ext>
            </a:extLst>
          </p:cNvPr>
          <p:cNvPicPr>
            <a:picLocks noChangeAspect="1"/>
          </p:cNvPicPr>
          <p:nvPr/>
        </p:nvPicPr>
        <p:blipFill>
          <a:blip r:embed="rId3"/>
          <a:stretch>
            <a:fillRect/>
          </a:stretch>
        </p:blipFill>
        <p:spPr>
          <a:xfrm>
            <a:off x="3368615" y="999586"/>
            <a:ext cx="2406769" cy="4114799"/>
          </a:xfrm>
          <a:prstGeom prst="rect">
            <a:avLst/>
          </a:prstGeom>
        </p:spPr>
      </p:pic>
      <p:pic>
        <p:nvPicPr>
          <p:cNvPr id="6" name="Picture 5" descr="Jar Jar Binks - Wikipedia">
            <a:extLst>
              <a:ext uri="{FF2B5EF4-FFF2-40B4-BE49-F238E27FC236}">
                <a16:creationId xmlns:a16="http://schemas.microsoft.com/office/drawing/2014/main" id="{C91092CE-67BD-7092-9F29-C1298A67E42A}"/>
              </a:ext>
            </a:extLst>
          </p:cNvPr>
          <p:cNvPicPr>
            <a:picLocks noChangeAspect="1"/>
          </p:cNvPicPr>
          <p:nvPr/>
        </p:nvPicPr>
        <p:blipFill>
          <a:blip r:embed="rId4"/>
          <a:stretch>
            <a:fillRect/>
          </a:stretch>
        </p:blipFill>
        <p:spPr>
          <a:xfrm>
            <a:off x="6079466" y="1239866"/>
            <a:ext cx="2743200" cy="3634239"/>
          </a:xfrm>
          <a:prstGeom prst="rect">
            <a:avLst/>
          </a:prstGeom>
        </p:spPr>
      </p:pic>
    </p:spTree>
    <p:extLst>
      <p:ext uri="{BB962C8B-B14F-4D97-AF65-F5344CB8AC3E}">
        <p14:creationId xmlns:p14="http://schemas.microsoft.com/office/powerpoint/2010/main" val="1608488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r>
              <a:rPr lang="en"/>
              <a:t>Today</a:t>
            </a:r>
            <a:endParaRPr lang="en-US"/>
          </a:p>
        </p:txBody>
      </p:sp>
      <p:sp>
        <p:nvSpPr>
          <p:cNvPr id="168" name="Google Shape;168;p29"/>
          <p:cNvSpPr txBox="1">
            <a:spLocks noGrp="1"/>
          </p:cNvSpPr>
          <p:nvPr>
            <p:ph type="body" idx="1"/>
          </p:nvPr>
        </p:nvSpPr>
        <p:spPr>
          <a:xfrm>
            <a:off x="311700" y="1405075"/>
            <a:ext cx="8520600" cy="3164100"/>
          </a:xfrm>
          <a:prstGeom prst="rect">
            <a:avLst/>
          </a:prstGeom>
        </p:spPr>
        <p:txBody>
          <a:bodyPr spcFirstLastPara="1" wrap="square" lIns="91425" tIns="91425" rIns="91425" bIns="91425" anchor="t" anchorCtr="0">
            <a:noAutofit/>
          </a:bodyPr>
          <a:lstStyle/>
          <a:p>
            <a:pPr indent="-349250">
              <a:lnSpc>
                <a:spcPct val="150000"/>
              </a:lnSpc>
              <a:spcBef>
                <a:spcPts val="1200"/>
              </a:spcBef>
              <a:buClr>
                <a:srgbClr val="000000"/>
              </a:buClr>
              <a:buSzPts val="1900"/>
            </a:pPr>
            <a:r>
              <a:rPr lang="en" sz="1900">
                <a:solidFill>
                  <a:srgbClr val="000000"/>
                </a:solidFill>
                <a:latin typeface="Arial"/>
                <a:cs typeface="Arial"/>
                <a:sym typeface="Arial"/>
              </a:rPr>
              <a:t>Finish up your component, consult with group members &amp; Dr. Byrd if you need help</a:t>
            </a:r>
            <a:endParaRPr lang="en" sz="1900" dirty="0">
              <a:solidFill>
                <a:srgbClr val="000000"/>
              </a:solidFill>
              <a:latin typeface="Arial"/>
              <a:cs typeface="Arial"/>
            </a:endParaRPr>
          </a:p>
          <a:p>
            <a:pPr indent="-349250">
              <a:lnSpc>
                <a:spcPct val="150000"/>
              </a:lnSpc>
              <a:spcBef>
                <a:spcPts val="1200"/>
              </a:spcBef>
              <a:buClr>
                <a:srgbClr val="000000"/>
              </a:buClr>
              <a:buSzPts val="1900"/>
            </a:pPr>
            <a:r>
              <a:rPr lang="en" sz="1900" dirty="0">
                <a:solidFill>
                  <a:srgbClr val="000000"/>
                </a:solidFill>
                <a:latin typeface="Arial"/>
                <a:cs typeface="Arial"/>
              </a:rPr>
              <a:t>Component 1 due next Monday (9/16) at 10 am</a:t>
            </a:r>
          </a:p>
          <a:p>
            <a:pPr indent="-349250">
              <a:lnSpc>
                <a:spcPct val="150000"/>
              </a:lnSpc>
              <a:spcBef>
                <a:spcPts val="1200"/>
              </a:spcBef>
              <a:buClr>
                <a:srgbClr val="000000"/>
              </a:buClr>
              <a:buSzPts val="1900"/>
            </a:pPr>
            <a:r>
              <a:rPr lang="en" sz="1900" dirty="0">
                <a:solidFill>
                  <a:srgbClr val="000000"/>
                </a:solidFill>
                <a:latin typeface="Arial"/>
                <a:cs typeface="Arial"/>
              </a:rPr>
              <a:t>Next week we'll be shifting gears, learning about more technical, "</a:t>
            </a:r>
            <a:r>
              <a:rPr lang="en" sz="1900" dirty="0" err="1">
                <a:solidFill>
                  <a:srgbClr val="000000"/>
                </a:solidFill>
                <a:latin typeface="Arial"/>
                <a:cs typeface="Arial"/>
              </a:rPr>
              <a:t>linguisticky</a:t>
            </a:r>
            <a:r>
              <a:rPr lang="en" sz="1900" dirty="0">
                <a:solidFill>
                  <a:srgbClr val="000000"/>
                </a:solidFill>
                <a:latin typeface="Arial"/>
                <a:cs typeface="Arial"/>
              </a:rPr>
              <a:t>" kind of stuff.  </a:t>
            </a:r>
          </a:p>
          <a:p>
            <a:pPr indent="-349250">
              <a:lnSpc>
                <a:spcPct val="150000"/>
              </a:lnSpc>
              <a:spcBef>
                <a:spcPts val="1200"/>
              </a:spcBef>
              <a:buClr>
                <a:srgbClr val="000000"/>
              </a:buClr>
              <a:buSzPts val="1900"/>
            </a:pPr>
            <a:r>
              <a:rPr lang="en" sz="1900" dirty="0">
                <a:solidFill>
                  <a:srgbClr val="000000"/>
                </a:solidFill>
                <a:latin typeface="Arial"/>
                <a:cs typeface="Arial"/>
              </a:rPr>
              <a:t>Watch Episodes 5, 6, and read pp. 25-46 of Peterson before Monday.</a:t>
            </a:r>
          </a:p>
        </p:txBody>
      </p:sp>
    </p:spTree>
    <p:extLst>
      <p:ext uri="{BB962C8B-B14F-4D97-AF65-F5344CB8AC3E}">
        <p14:creationId xmlns:p14="http://schemas.microsoft.com/office/powerpoint/2010/main" val="76218588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43261E1A16A147A2466AA19A77A585" ma:contentTypeVersion="12" ma:contentTypeDescription="Create a new document." ma:contentTypeScope="" ma:versionID="78b5a87685d01fcb4ebdb64e7562154b">
  <xsd:schema xmlns:xsd="http://www.w3.org/2001/XMLSchema" xmlns:xs="http://www.w3.org/2001/XMLSchema" xmlns:p="http://schemas.microsoft.com/office/2006/metadata/properties" xmlns:ns2="3e067b83-0621-4377-b1f9-3cbd7d70ef02" xmlns:ns3="094ebba0-f250-498f-82c1-8c3cc4fdf0d5" targetNamespace="http://schemas.microsoft.com/office/2006/metadata/properties" ma:root="true" ma:fieldsID="cfe6b21c5e5ef5eafd7f8f5576b9ddd7" ns2:_="" ns3:_="">
    <xsd:import namespace="3e067b83-0621-4377-b1f9-3cbd7d70ef02"/>
    <xsd:import namespace="094ebba0-f250-498f-82c1-8c3cc4fdf0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67b83-0621-4377-b1f9-3cbd7d70ef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60d88b-9459-45c3-8a30-9c03b99f5b1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4ebba0-f250-498f-82c1-8c3cc4fdf0d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2d0cfcc-8f92-45a5-b6cb-c3f5aa4c553e}" ma:internalName="TaxCatchAll" ma:showField="CatchAllData" ma:web="094ebba0-f250-498f-82c1-8c3cc4fdf0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e067b83-0621-4377-b1f9-3cbd7d70ef02">
      <Terms xmlns="http://schemas.microsoft.com/office/infopath/2007/PartnerControls"/>
    </lcf76f155ced4ddcb4097134ff3c332f>
    <TaxCatchAll xmlns="094ebba0-f250-498f-82c1-8c3cc4fdf0d5" xsi:nil="true"/>
  </documentManagement>
</p:properties>
</file>

<file path=customXml/itemProps1.xml><?xml version="1.0" encoding="utf-8"?>
<ds:datastoreItem xmlns:ds="http://schemas.openxmlformats.org/officeDocument/2006/customXml" ds:itemID="{DB8269D4-2942-45F3-B67F-0CF16A1F709D}"/>
</file>

<file path=customXml/itemProps2.xml><?xml version="1.0" encoding="utf-8"?>
<ds:datastoreItem xmlns:ds="http://schemas.openxmlformats.org/officeDocument/2006/customXml" ds:itemID="{F996ADEC-1003-455D-9545-725BCE5337CE}"/>
</file>

<file path=customXml/itemProps3.xml><?xml version="1.0" encoding="utf-8"?>
<ds:datastoreItem xmlns:ds="http://schemas.openxmlformats.org/officeDocument/2006/customXml" ds:itemID="{9EE7A574-5E0A-42E3-92E4-E71EBA35303D}"/>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27</Slides>
  <Notes>12</Notes>
  <HiddenSlides>0</HiddenSlide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Tropic</vt:lpstr>
      <vt:lpstr>Ion Boardroom</vt:lpstr>
      <vt:lpstr>Linguistics 200, Week 3</vt:lpstr>
      <vt:lpstr>Warm-up Questions: Episode #1 recap</vt:lpstr>
      <vt:lpstr>This Week</vt:lpstr>
      <vt:lpstr>PowerPoint Presentation</vt:lpstr>
      <vt:lpstr>Why does this matter?</vt:lpstr>
      <vt:lpstr>Why does this matter?</vt:lpstr>
      <vt:lpstr>Why does this matter?</vt:lpstr>
      <vt:lpstr>Why does this matter?</vt:lpstr>
      <vt:lpstr>PowerPoint Presentation</vt:lpstr>
      <vt:lpstr>Possible places to generate maps</vt:lpstr>
      <vt:lpstr>Share Compositions!</vt:lpstr>
      <vt:lpstr>Linguistics 200, Week 3</vt:lpstr>
      <vt:lpstr>With your neighbors: Episode #3 Recap</vt:lpstr>
      <vt:lpstr>What is linguistic bias?</vt:lpstr>
      <vt:lpstr>What is linguistic bias?</vt:lpstr>
      <vt:lpstr>Linguistic bias</vt:lpstr>
      <vt:lpstr>If every language evokes bias, what can we do?</vt:lpstr>
      <vt:lpstr>A recent example discussion</vt:lpstr>
      <vt:lpstr>Conlang Culture &amp; Bias Discussions</vt:lpstr>
      <vt:lpstr>Conlang Culture &amp; Bias: the Dorgons</vt:lpstr>
      <vt:lpstr>Conlang Culture &amp; Bias Discussions</vt:lpstr>
      <vt:lpstr>PowerPoint Presentation</vt:lpstr>
      <vt:lpstr>Linguistics 200, Week 3</vt:lpstr>
      <vt:lpstr>Review of Bias</vt:lpstr>
      <vt:lpstr>Turn &amp; Talk</vt:lpstr>
      <vt:lpstr>Don't Be Like...</vt:lpstr>
      <vt:lpstr>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Linguistics 200, Week 3</dc:title>
  <cp:revision>255</cp:revision>
  <dcterms:modified xsi:type="dcterms:W3CDTF">2024-09-11T13:34:52Z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0x0101002943261E1A16A147A2466AA19A77A585</vt:lpwstr>
  </property>
</Properties>
</file>