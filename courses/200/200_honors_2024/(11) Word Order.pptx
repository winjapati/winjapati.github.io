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9" r:id="rId34"/>
    <p:sldId id="290" r:id="rId35"/>
    <p:sldId id="297" r:id="rId36"/>
    <p:sldId id="291" r:id="rId37"/>
    <p:sldId id="292" r:id="rId38"/>
    <p:sldId id="295" r:id="rId39"/>
    <p:sldId id="296" r:id="rId40"/>
    <p:sldId id="287" r:id="rId41"/>
    <p:sldId id="298" r:id="rId42"/>
    <p:sldId id="300" r:id="rId43"/>
    <p:sldId id="299" r:id="rId44"/>
    <p:sldId id="293" r:id="rId45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AC261B-E9B2-2444-EADB-70FE37E5A771}" v="208" dt="2024-11-04T19:54:28.831"/>
    <p1510:client id="{32D1074F-9D3A-EC95-1884-D69D05E7FB5B}" v="34" dt="2024-11-06T14:09:19.783"/>
    <p1510:client id="{5F07E4EB-00D0-D2B1-993E-D066726BBC2E}" v="364" dt="2024-11-06T19:26:27.867"/>
    <p1510:client id="{721475ED-2A4F-2C74-D740-B545E44FA78C}" v="319" dt="2024-11-06T11:24:20.504"/>
    <p1510:client id="{83A42D29-87E5-5340-8687-376F22FC5772}" v="13" dt="2024-11-06T15:48:24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102" y="14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8" Type="http://schemas.openxmlformats.org/officeDocument/2006/relationships/customXml" Target="../customXml/item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59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customXml" Target="../customXml/item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rd, Andrew M." userId="2d5836b5-4a72-4fdb-bd90-63723c1cd390" providerId="ADAL" clId="{0A91902A-7861-4005-B471-200A83C42641}"/>
    <pc:docChg chg="modSld">
      <pc:chgData name="Byrd, Andrew M." userId="2d5836b5-4a72-4fdb-bd90-63723c1cd390" providerId="ADAL" clId="{0A91902A-7861-4005-B471-200A83C42641}" dt="2024-11-01T16:52:31.249" v="25" actId="20577"/>
      <pc:docMkLst>
        <pc:docMk/>
      </pc:docMkLst>
      <pc:sldChg chg="modSp mod">
        <pc:chgData name="Byrd, Andrew M." userId="2d5836b5-4a72-4fdb-bd90-63723c1cd390" providerId="ADAL" clId="{0A91902A-7861-4005-B471-200A83C42641}" dt="2024-11-01T16:51:22.248" v="5" actId="1076"/>
        <pc:sldMkLst>
          <pc:docMk/>
          <pc:sldMk cId="0" sldId="274"/>
        </pc:sldMkLst>
        <pc:spChg chg="mod">
          <ac:chgData name="Byrd, Andrew M." userId="2d5836b5-4a72-4fdb-bd90-63723c1cd390" providerId="ADAL" clId="{0A91902A-7861-4005-B471-200A83C42641}" dt="2024-11-01T16:51:19.633" v="4" actId="20577"/>
          <ac:spMkLst>
            <pc:docMk/>
            <pc:sldMk cId="0" sldId="274"/>
            <ac:spMk id="201" creationId="{00000000-0000-0000-0000-000000000000}"/>
          </ac:spMkLst>
        </pc:spChg>
        <pc:spChg chg="mod">
          <ac:chgData name="Byrd, Andrew M." userId="2d5836b5-4a72-4fdb-bd90-63723c1cd390" providerId="ADAL" clId="{0A91902A-7861-4005-B471-200A83C42641}" dt="2024-11-01T16:51:22.248" v="5" actId="1076"/>
          <ac:spMkLst>
            <pc:docMk/>
            <pc:sldMk cId="0" sldId="274"/>
            <ac:spMk id="205" creationId="{00000000-0000-0000-0000-000000000000}"/>
          </ac:spMkLst>
        </pc:spChg>
      </pc:sldChg>
      <pc:sldChg chg="modSp mod">
        <pc:chgData name="Byrd, Andrew M." userId="2d5836b5-4a72-4fdb-bd90-63723c1cd390" providerId="ADAL" clId="{0A91902A-7861-4005-B471-200A83C42641}" dt="2024-11-01T16:51:11.373" v="3" actId="1076"/>
        <pc:sldMkLst>
          <pc:docMk/>
          <pc:sldMk cId="0" sldId="275"/>
        </pc:sldMkLst>
        <pc:spChg chg="mod">
          <ac:chgData name="Byrd, Andrew M." userId="2d5836b5-4a72-4fdb-bd90-63723c1cd390" providerId="ADAL" clId="{0A91902A-7861-4005-B471-200A83C42641}" dt="2024-11-01T16:51:04.489" v="2" actId="20577"/>
          <ac:spMkLst>
            <pc:docMk/>
            <pc:sldMk cId="0" sldId="275"/>
            <ac:spMk id="212" creationId="{00000000-0000-0000-0000-000000000000}"/>
          </ac:spMkLst>
        </pc:spChg>
        <pc:spChg chg="mod">
          <ac:chgData name="Byrd, Andrew M." userId="2d5836b5-4a72-4fdb-bd90-63723c1cd390" providerId="ADAL" clId="{0A91902A-7861-4005-B471-200A83C42641}" dt="2024-11-01T16:51:01.873" v="1" actId="1076"/>
          <ac:spMkLst>
            <pc:docMk/>
            <pc:sldMk cId="0" sldId="275"/>
            <ac:spMk id="214" creationId="{00000000-0000-0000-0000-000000000000}"/>
          </ac:spMkLst>
        </pc:spChg>
        <pc:spChg chg="mod">
          <ac:chgData name="Byrd, Andrew M." userId="2d5836b5-4a72-4fdb-bd90-63723c1cd390" providerId="ADAL" clId="{0A91902A-7861-4005-B471-200A83C42641}" dt="2024-11-01T16:50:58.160" v="0" actId="1076"/>
          <ac:spMkLst>
            <pc:docMk/>
            <pc:sldMk cId="0" sldId="275"/>
            <ac:spMk id="215" creationId="{00000000-0000-0000-0000-000000000000}"/>
          </ac:spMkLst>
        </pc:spChg>
        <pc:spChg chg="mod">
          <ac:chgData name="Byrd, Andrew M." userId="2d5836b5-4a72-4fdb-bd90-63723c1cd390" providerId="ADAL" clId="{0A91902A-7861-4005-B471-200A83C42641}" dt="2024-11-01T16:51:11.373" v="3" actId="1076"/>
          <ac:spMkLst>
            <pc:docMk/>
            <pc:sldMk cId="0" sldId="275"/>
            <ac:spMk id="216" creationId="{00000000-0000-0000-0000-000000000000}"/>
          </ac:spMkLst>
        </pc:spChg>
      </pc:sldChg>
      <pc:sldChg chg="modSp mod">
        <pc:chgData name="Byrd, Andrew M." userId="2d5836b5-4a72-4fdb-bd90-63723c1cd390" providerId="ADAL" clId="{0A91902A-7861-4005-B471-200A83C42641}" dt="2024-11-01T16:51:37.332" v="7" actId="20577"/>
        <pc:sldMkLst>
          <pc:docMk/>
          <pc:sldMk cId="0" sldId="277"/>
        </pc:sldMkLst>
        <pc:spChg chg="mod">
          <ac:chgData name="Byrd, Andrew M." userId="2d5836b5-4a72-4fdb-bd90-63723c1cd390" providerId="ADAL" clId="{0A91902A-7861-4005-B471-200A83C42641}" dt="2024-11-01T16:51:37.332" v="7" actId="20577"/>
          <ac:spMkLst>
            <pc:docMk/>
            <pc:sldMk cId="0" sldId="277"/>
            <ac:spMk id="230" creationId="{00000000-0000-0000-0000-000000000000}"/>
          </ac:spMkLst>
        </pc:spChg>
      </pc:sldChg>
      <pc:sldChg chg="modSp mod">
        <pc:chgData name="Byrd, Andrew M." userId="2d5836b5-4a72-4fdb-bd90-63723c1cd390" providerId="ADAL" clId="{0A91902A-7861-4005-B471-200A83C42641}" dt="2024-11-01T16:51:53.713" v="14" actId="1076"/>
        <pc:sldMkLst>
          <pc:docMk/>
          <pc:sldMk cId="0" sldId="278"/>
        </pc:sldMkLst>
        <pc:spChg chg="mod">
          <ac:chgData name="Byrd, Andrew M." userId="2d5836b5-4a72-4fdb-bd90-63723c1cd390" providerId="ADAL" clId="{0A91902A-7861-4005-B471-200A83C42641}" dt="2024-11-01T16:51:47.782" v="13" actId="6549"/>
          <ac:spMkLst>
            <pc:docMk/>
            <pc:sldMk cId="0" sldId="278"/>
            <ac:spMk id="236" creationId="{00000000-0000-0000-0000-000000000000}"/>
          </ac:spMkLst>
        </pc:spChg>
        <pc:spChg chg="mod">
          <ac:chgData name="Byrd, Andrew M." userId="2d5836b5-4a72-4fdb-bd90-63723c1cd390" providerId="ADAL" clId="{0A91902A-7861-4005-B471-200A83C42641}" dt="2024-11-01T16:51:53.713" v="14" actId="1076"/>
          <ac:spMkLst>
            <pc:docMk/>
            <pc:sldMk cId="0" sldId="278"/>
            <ac:spMk id="238" creationId="{00000000-0000-0000-0000-000000000000}"/>
          </ac:spMkLst>
        </pc:spChg>
      </pc:sldChg>
      <pc:sldChg chg="modSp mod">
        <pc:chgData name="Byrd, Andrew M." userId="2d5836b5-4a72-4fdb-bd90-63723c1cd390" providerId="ADAL" clId="{0A91902A-7861-4005-B471-200A83C42641}" dt="2024-11-01T16:52:03.173" v="17" actId="20577"/>
        <pc:sldMkLst>
          <pc:docMk/>
          <pc:sldMk cId="0" sldId="279"/>
        </pc:sldMkLst>
        <pc:spChg chg="mod">
          <ac:chgData name="Byrd, Andrew M." userId="2d5836b5-4a72-4fdb-bd90-63723c1cd390" providerId="ADAL" clId="{0A91902A-7861-4005-B471-200A83C42641}" dt="2024-11-01T16:52:03.173" v="17" actId="20577"/>
          <ac:spMkLst>
            <pc:docMk/>
            <pc:sldMk cId="0" sldId="279"/>
            <ac:spMk id="244" creationId="{00000000-0000-0000-0000-000000000000}"/>
          </ac:spMkLst>
        </pc:spChg>
      </pc:sldChg>
      <pc:sldChg chg="modSp mod">
        <pc:chgData name="Byrd, Andrew M." userId="2d5836b5-4a72-4fdb-bd90-63723c1cd390" providerId="ADAL" clId="{0A91902A-7861-4005-B471-200A83C42641}" dt="2024-11-01T16:52:14.695" v="23" actId="20577"/>
        <pc:sldMkLst>
          <pc:docMk/>
          <pc:sldMk cId="0" sldId="281"/>
        </pc:sldMkLst>
        <pc:spChg chg="mod">
          <ac:chgData name="Byrd, Andrew M." userId="2d5836b5-4a72-4fdb-bd90-63723c1cd390" providerId="ADAL" clId="{0A91902A-7861-4005-B471-200A83C42641}" dt="2024-11-01T16:52:14.695" v="23" actId="20577"/>
          <ac:spMkLst>
            <pc:docMk/>
            <pc:sldMk cId="0" sldId="281"/>
            <ac:spMk id="256" creationId="{00000000-0000-0000-0000-000000000000}"/>
          </ac:spMkLst>
        </pc:spChg>
      </pc:sldChg>
      <pc:sldChg chg="modSp mod">
        <pc:chgData name="Byrd, Andrew M." userId="2d5836b5-4a72-4fdb-bd90-63723c1cd390" providerId="ADAL" clId="{0A91902A-7861-4005-B471-200A83C42641}" dt="2024-11-01T16:52:31.249" v="25" actId="20577"/>
        <pc:sldMkLst>
          <pc:docMk/>
          <pc:sldMk cId="0" sldId="283"/>
        </pc:sldMkLst>
        <pc:spChg chg="mod">
          <ac:chgData name="Byrd, Andrew M." userId="2d5836b5-4a72-4fdb-bd90-63723c1cd390" providerId="ADAL" clId="{0A91902A-7861-4005-B471-200A83C42641}" dt="2024-11-01T16:52:31.249" v="25" actId="20577"/>
          <ac:spMkLst>
            <pc:docMk/>
            <pc:sldMk cId="0" sldId="283"/>
            <ac:spMk id="268" creationId="{00000000-0000-0000-0000-000000000000}"/>
          </ac:spMkLst>
        </pc:spChg>
      </pc:sldChg>
    </pc:docChg>
  </pc:docChgLst>
  <pc:docChgLst>
    <pc:chgData name="Byrd, Andrew M." userId="2d5836b5-4a72-4fdb-bd90-63723c1cd390" providerId="ADAL" clId="{F413FDF0-F4DD-44CB-B375-AFEEF157988F}"/>
    <pc:docChg chg="addSld modSld">
      <pc:chgData name="Byrd, Andrew M." userId="2d5836b5-4a72-4fdb-bd90-63723c1cd390" providerId="ADAL" clId="{F413FDF0-F4DD-44CB-B375-AFEEF157988F}" dt="2024-11-03T19:28:46.382" v="59" actId="20577"/>
      <pc:docMkLst>
        <pc:docMk/>
      </pc:docMkLst>
      <pc:sldChg chg="modSp mod">
        <pc:chgData name="Byrd, Andrew M." userId="2d5836b5-4a72-4fdb-bd90-63723c1cd390" providerId="ADAL" clId="{F413FDF0-F4DD-44CB-B375-AFEEF157988F}" dt="2024-11-03T19:26:27.507" v="7" actId="20577"/>
        <pc:sldMkLst>
          <pc:docMk/>
          <pc:sldMk cId="0" sldId="263"/>
        </pc:sldMkLst>
        <pc:spChg chg="mod">
          <ac:chgData name="Byrd, Andrew M." userId="2d5836b5-4a72-4fdb-bd90-63723c1cd390" providerId="ADAL" clId="{F413FDF0-F4DD-44CB-B375-AFEEF157988F}" dt="2024-11-03T19:26:27.507" v="7" actId="20577"/>
          <ac:spMkLst>
            <pc:docMk/>
            <pc:sldMk cId="0" sldId="263"/>
            <ac:spMk id="113" creationId="{00000000-0000-0000-0000-000000000000}"/>
          </ac:spMkLst>
        </pc:spChg>
      </pc:sldChg>
      <pc:sldChg chg="modSp mod">
        <pc:chgData name="Byrd, Andrew M." userId="2d5836b5-4a72-4fdb-bd90-63723c1cd390" providerId="ADAL" clId="{F413FDF0-F4DD-44CB-B375-AFEEF157988F}" dt="2024-11-03T19:26:56.784" v="8" actId="14100"/>
        <pc:sldMkLst>
          <pc:docMk/>
          <pc:sldMk cId="0" sldId="269"/>
        </pc:sldMkLst>
        <pc:spChg chg="mod">
          <ac:chgData name="Byrd, Andrew M." userId="2d5836b5-4a72-4fdb-bd90-63723c1cd390" providerId="ADAL" clId="{F413FDF0-F4DD-44CB-B375-AFEEF157988F}" dt="2024-11-03T19:26:56.784" v="8" actId="14100"/>
          <ac:spMkLst>
            <pc:docMk/>
            <pc:sldMk cId="0" sldId="269"/>
            <ac:spMk id="162" creationId="{00000000-0000-0000-0000-000000000000}"/>
          </ac:spMkLst>
        </pc:spChg>
      </pc:sldChg>
      <pc:sldChg chg="modSp mod">
        <pc:chgData name="Byrd, Andrew M." userId="2d5836b5-4a72-4fdb-bd90-63723c1cd390" providerId="ADAL" clId="{F413FDF0-F4DD-44CB-B375-AFEEF157988F}" dt="2024-11-03T19:27:14.453" v="10" actId="6549"/>
        <pc:sldMkLst>
          <pc:docMk/>
          <pc:sldMk cId="0" sldId="273"/>
        </pc:sldMkLst>
        <pc:spChg chg="mod">
          <ac:chgData name="Byrd, Andrew M." userId="2d5836b5-4a72-4fdb-bd90-63723c1cd390" providerId="ADAL" clId="{F413FDF0-F4DD-44CB-B375-AFEEF157988F}" dt="2024-11-03T19:27:14.453" v="10" actId="6549"/>
          <ac:spMkLst>
            <pc:docMk/>
            <pc:sldMk cId="0" sldId="273"/>
            <ac:spMk id="195" creationId="{00000000-0000-0000-0000-000000000000}"/>
          </ac:spMkLst>
        </pc:spChg>
      </pc:sldChg>
      <pc:sldChg chg="modSp mod">
        <pc:chgData name="Byrd, Andrew M." userId="2d5836b5-4a72-4fdb-bd90-63723c1cd390" providerId="ADAL" clId="{F413FDF0-F4DD-44CB-B375-AFEEF157988F}" dt="2024-11-03T19:27:56.791" v="31" actId="404"/>
        <pc:sldMkLst>
          <pc:docMk/>
          <pc:sldMk cId="0" sldId="285"/>
        </pc:sldMkLst>
        <pc:spChg chg="mod">
          <ac:chgData name="Byrd, Andrew M." userId="2d5836b5-4a72-4fdb-bd90-63723c1cd390" providerId="ADAL" clId="{F413FDF0-F4DD-44CB-B375-AFEEF157988F}" dt="2024-11-03T19:27:56.791" v="31" actId="404"/>
          <ac:spMkLst>
            <pc:docMk/>
            <pc:sldMk cId="0" sldId="285"/>
            <ac:spMk id="279" creationId="{00000000-0000-0000-0000-000000000000}"/>
          </ac:spMkLst>
        </pc:spChg>
      </pc:sldChg>
      <pc:sldChg chg="add">
        <pc:chgData name="Byrd, Andrew M." userId="2d5836b5-4a72-4fdb-bd90-63723c1cd390" providerId="ADAL" clId="{F413FDF0-F4DD-44CB-B375-AFEEF157988F}" dt="2024-11-03T19:28:06.779" v="32"/>
        <pc:sldMkLst>
          <pc:docMk/>
          <pc:sldMk cId="4027885048" sldId="286"/>
        </pc:sldMkLst>
      </pc:sldChg>
      <pc:sldChg chg="add">
        <pc:chgData name="Byrd, Andrew M." userId="2d5836b5-4a72-4fdb-bd90-63723c1cd390" providerId="ADAL" clId="{F413FDF0-F4DD-44CB-B375-AFEEF157988F}" dt="2024-11-03T19:28:31.208" v="33" actId="2890"/>
        <pc:sldMkLst>
          <pc:docMk/>
          <pc:sldMk cId="126220849" sldId="287"/>
        </pc:sldMkLst>
      </pc:sldChg>
      <pc:sldChg chg="modSp add mod">
        <pc:chgData name="Byrd, Andrew M." userId="2d5836b5-4a72-4fdb-bd90-63723c1cd390" providerId="ADAL" clId="{F413FDF0-F4DD-44CB-B375-AFEEF157988F}" dt="2024-11-03T19:28:38.408" v="41" actId="20577"/>
        <pc:sldMkLst>
          <pc:docMk/>
          <pc:sldMk cId="2112532472" sldId="288"/>
        </pc:sldMkLst>
        <pc:spChg chg="mod">
          <ac:chgData name="Byrd, Andrew M." userId="2d5836b5-4a72-4fdb-bd90-63723c1cd390" providerId="ADAL" clId="{F413FDF0-F4DD-44CB-B375-AFEEF157988F}" dt="2024-11-03T19:28:36.408" v="40" actId="20577"/>
          <ac:spMkLst>
            <pc:docMk/>
            <pc:sldMk cId="2112532472" sldId="288"/>
            <ac:spMk id="261" creationId="{34BBD3F2-AAF5-DD2D-1018-EAB1597CD75F}"/>
          </ac:spMkLst>
        </pc:spChg>
        <pc:spChg chg="mod">
          <ac:chgData name="Byrd, Andrew M." userId="2d5836b5-4a72-4fdb-bd90-63723c1cd390" providerId="ADAL" clId="{F413FDF0-F4DD-44CB-B375-AFEEF157988F}" dt="2024-11-03T19:28:38.408" v="41" actId="20577"/>
          <ac:spMkLst>
            <pc:docMk/>
            <pc:sldMk cId="2112532472" sldId="288"/>
            <ac:spMk id="262" creationId="{1B5161D7-8D82-4D97-1A0C-23F1F2E587B0}"/>
          </ac:spMkLst>
        </pc:spChg>
      </pc:sldChg>
      <pc:sldChg chg="modSp add mod">
        <pc:chgData name="Byrd, Andrew M." userId="2d5836b5-4a72-4fdb-bd90-63723c1cd390" providerId="ADAL" clId="{F413FDF0-F4DD-44CB-B375-AFEEF157988F}" dt="2024-11-03T19:28:46.382" v="59" actId="20577"/>
        <pc:sldMkLst>
          <pc:docMk/>
          <pc:sldMk cId="4157954997" sldId="289"/>
        </pc:sldMkLst>
        <pc:spChg chg="mod">
          <ac:chgData name="Byrd, Andrew M." userId="2d5836b5-4a72-4fdb-bd90-63723c1cd390" providerId="ADAL" clId="{F413FDF0-F4DD-44CB-B375-AFEEF157988F}" dt="2024-11-03T19:28:46.382" v="59" actId="20577"/>
          <ac:spMkLst>
            <pc:docMk/>
            <pc:sldMk cId="4157954997" sldId="289"/>
            <ac:spMk id="261" creationId="{E80D6D18-930D-AC19-A489-C35F6029F63E}"/>
          </ac:spMkLst>
        </pc:spChg>
      </pc:sldChg>
    </pc:docChg>
  </pc:docChgLst>
  <pc:docChgLst>
    <pc:chgData name="Byrd, Andrew M." userId="S::amby222@uky.edu::2d5836b5-4a72-4fdb-bd90-63723c1cd390" providerId="AD" clId="Web-{7A56B446-2263-2005-E488-89322BC0151A}"/>
    <pc:docChg chg="modSld">
      <pc:chgData name="Byrd, Andrew M." userId="S::amby222@uky.edu::2d5836b5-4a72-4fdb-bd90-63723c1cd390" providerId="AD" clId="Web-{7A56B446-2263-2005-E488-89322BC0151A}" dt="2024-11-01T16:46:05.363" v="3" actId="1076"/>
      <pc:docMkLst>
        <pc:docMk/>
      </pc:docMkLst>
      <pc:sldChg chg="modSp">
        <pc:chgData name="Byrd, Andrew M." userId="S::amby222@uky.edu::2d5836b5-4a72-4fdb-bd90-63723c1cd390" providerId="AD" clId="Web-{7A56B446-2263-2005-E488-89322BC0151A}" dt="2024-11-01T16:46:05.363" v="3" actId="1076"/>
        <pc:sldMkLst>
          <pc:docMk/>
          <pc:sldMk cId="0" sldId="274"/>
        </pc:sldMkLst>
        <pc:spChg chg="mod">
          <ac:chgData name="Byrd, Andrew M." userId="S::amby222@uky.edu::2d5836b5-4a72-4fdb-bd90-63723c1cd390" providerId="AD" clId="Web-{7A56B446-2263-2005-E488-89322BC0151A}" dt="2024-11-01T16:45:58.847" v="1" actId="1076"/>
          <ac:spMkLst>
            <pc:docMk/>
            <pc:sldMk cId="0" sldId="274"/>
            <ac:spMk id="201" creationId="{00000000-0000-0000-0000-000000000000}"/>
          </ac:spMkLst>
        </pc:spChg>
        <pc:spChg chg="mod">
          <ac:chgData name="Byrd, Andrew M." userId="S::amby222@uky.edu::2d5836b5-4a72-4fdb-bd90-63723c1cd390" providerId="AD" clId="Web-{7A56B446-2263-2005-E488-89322BC0151A}" dt="2024-11-01T16:46:01.941" v="2" actId="1076"/>
          <ac:spMkLst>
            <pc:docMk/>
            <pc:sldMk cId="0" sldId="274"/>
            <ac:spMk id="203" creationId="{00000000-0000-0000-0000-000000000000}"/>
          </ac:spMkLst>
        </pc:spChg>
        <pc:spChg chg="mod">
          <ac:chgData name="Byrd, Andrew M." userId="S::amby222@uky.edu::2d5836b5-4a72-4fdb-bd90-63723c1cd390" providerId="AD" clId="Web-{7A56B446-2263-2005-E488-89322BC0151A}" dt="2024-11-01T16:45:55.004" v="0" actId="1076"/>
          <ac:spMkLst>
            <pc:docMk/>
            <pc:sldMk cId="0" sldId="274"/>
            <ac:spMk id="204" creationId="{00000000-0000-0000-0000-000000000000}"/>
          </ac:spMkLst>
        </pc:spChg>
        <pc:spChg chg="mod">
          <ac:chgData name="Byrd, Andrew M." userId="S::amby222@uky.edu::2d5836b5-4a72-4fdb-bd90-63723c1cd390" providerId="AD" clId="Web-{7A56B446-2263-2005-E488-89322BC0151A}" dt="2024-11-01T16:46:05.363" v="3" actId="1076"/>
          <ac:spMkLst>
            <pc:docMk/>
            <pc:sldMk cId="0" sldId="274"/>
            <ac:spMk id="205" creationId="{00000000-0000-0000-0000-000000000000}"/>
          </ac:spMkLst>
        </pc:spChg>
      </pc:sldChg>
    </pc:docChg>
  </pc:docChgLst>
  <pc:docChgLst>
    <pc:chgData name="Byrd, Andrew M." userId="S::amby222@uky.edu::2d5836b5-4a72-4fdb-bd90-63723c1cd390" providerId="AD" clId="Web-{83A42D29-87E5-5340-8687-376F22FC5772}"/>
    <pc:docChg chg="addSld modSld">
      <pc:chgData name="Byrd, Andrew M." userId="S::amby222@uky.edu::2d5836b5-4a72-4fdb-bd90-63723c1cd390" providerId="AD" clId="Web-{83A42D29-87E5-5340-8687-376F22FC5772}" dt="2024-11-06T15:48:24.453" v="10" actId="20577"/>
      <pc:docMkLst>
        <pc:docMk/>
      </pc:docMkLst>
      <pc:sldChg chg="modSp new">
        <pc:chgData name="Byrd, Andrew M." userId="S::amby222@uky.edu::2d5836b5-4a72-4fdb-bd90-63723c1cd390" providerId="AD" clId="Web-{83A42D29-87E5-5340-8687-376F22FC5772}" dt="2024-11-06T15:48:24.453" v="10" actId="20577"/>
        <pc:sldMkLst>
          <pc:docMk/>
          <pc:sldMk cId="471326807" sldId="298"/>
        </pc:sldMkLst>
        <pc:spChg chg="mod">
          <ac:chgData name="Byrd, Andrew M." userId="S::amby222@uky.edu::2d5836b5-4a72-4fdb-bd90-63723c1cd390" providerId="AD" clId="Web-{83A42D29-87E5-5340-8687-376F22FC5772}" dt="2024-11-06T15:48:15.609" v="4" actId="20577"/>
          <ac:spMkLst>
            <pc:docMk/>
            <pc:sldMk cId="471326807" sldId="298"/>
            <ac:spMk id="2" creationId="{A011BEAE-3A1C-9BCC-BD31-7F42DB0876B0}"/>
          </ac:spMkLst>
        </pc:spChg>
        <pc:spChg chg="mod">
          <ac:chgData name="Byrd, Andrew M." userId="S::amby222@uky.edu::2d5836b5-4a72-4fdb-bd90-63723c1cd390" providerId="AD" clId="Web-{83A42D29-87E5-5340-8687-376F22FC5772}" dt="2024-11-06T15:48:24.453" v="10" actId="20577"/>
          <ac:spMkLst>
            <pc:docMk/>
            <pc:sldMk cId="471326807" sldId="298"/>
            <ac:spMk id="3" creationId="{422AB585-275D-3A6C-74C8-F3C8F0E57E18}"/>
          </ac:spMkLst>
        </pc:spChg>
      </pc:sldChg>
    </pc:docChg>
  </pc:docChgLst>
  <pc:docChgLst>
    <pc:chgData name="Byrd, Andrew M." userId="S::amby222@uky.edu::2d5836b5-4a72-4fdb-bd90-63723c1cd390" providerId="AD" clId="Web-{32D1074F-9D3A-EC95-1884-D69D05E7FB5B}"/>
    <pc:docChg chg="addSld delSld modSld">
      <pc:chgData name="Byrd, Andrew M." userId="S::amby222@uky.edu::2d5836b5-4a72-4fdb-bd90-63723c1cd390" providerId="AD" clId="Web-{32D1074F-9D3A-EC95-1884-D69D05E7FB5B}" dt="2024-11-06T14:09:18.595" v="31" actId="20577"/>
      <pc:docMkLst>
        <pc:docMk/>
      </pc:docMkLst>
      <pc:sldChg chg="modSp add del">
        <pc:chgData name="Byrd, Andrew M." userId="S::amby222@uky.edu::2d5836b5-4a72-4fdb-bd90-63723c1cd390" providerId="AD" clId="Web-{32D1074F-9D3A-EC95-1884-D69D05E7FB5B}" dt="2024-11-06T14:08:42.062" v="7" actId="20577"/>
        <pc:sldMkLst>
          <pc:docMk/>
          <pc:sldMk cId="2112532472" sldId="288"/>
        </pc:sldMkLst>
        <pc:spChg chg="mod">
          <ac:chgData name="Byrd, Andrew M." userId="S::amby222@uky.edu::2d5836b5-4a72-4fdb-bd90-63723c1cd390" providerId="AD" clId="Web-{32D1074F-9D3A-EC95-1884-D69D05E7FB5B}" dt="2024-11-06T14:08:42.062" v="7" actId="20577"/>
          <ac:spMkLst>
            <pc:docMk/>
            <pc:sldMk cId="2112532472" sldId="288"/>
            <ac:spMk id="262" creationId="{1B5161D7-8D82-4D97-1A0C-23F1F2E587B0}"/>
          </ac:spMkLst>
        </pc:spChg>
      </pc:sldChg>
      <pc:sldChg chg="modSp add del">
        <pc:chgData name="Byrd, Andrew M." userId="S::amby222@uky.edu::2d5836b5-4a72-4fdb-bd90-63723c1cd390" providerId="AD" clId="Web-{32D1074F-9D3A-EC95-1884-D69D05E7FB5B}" dt="2024-11-06T14:09:18.595" v="31" actId="20577"/>
        <pc:sldMkLst>
          <pc:docMk/>
          <pc:sldMk cId="4157954997" sldId="289"/>
        </pc:sldMkLst>
        <pc:spChg chg="mod">
          <ac:chgData name="Byrd, Andrew M." userId="S::amby222@uky.edu::2d5836b5-4a72-4fdb-bd90-63723c1cd390" providerId="AD" clId="Web-{32D1074F-9D3A-EC95-1884-D69D05E7FB5B}" dt="2024-11-06T14:09:18.595" v="31" actId="20577"/>
          <ac:spMkLst>
            <pc:docMk/>
            <pc:sldMk cId="4157954997" sldId="289"/>
            <ac:spMk id="261" creationId="{E80D6D18-930D-AC19-A489-C35F6029F63E}"/>
          </ac:spMkLst>
        </pc:spChg>
      </pc:sldChg>
      <pc:sldChg chg="modSp add del">
        <pc:chgData name="Byrd, Andrew M." userId="S::amby222@uky.edu::2d5836b5-4a72-4fdb-bd90-63723c1cd390" providerId="AD" clId="Web-{32D1074F-9D3A-EC95-1884-D69D05E7FB5B}" dt="2024-11-06T14:09:15.861" v="30" actId="20577"/>
        <pc:sldMkLst>
          <pc:docMk/>
          <pc:sldMk cId="1372532401" sldId="290"/>
        </pc:sldMkLst>
        <pc:spChg chg="mod">
          <ac:chgData name="Byrd, Andrew M." userId="S::amby222@uky.edu::2d5836b5-4a72-4fdb-bd90-63723c1cd390" providerId="AD" clId="Web-{32D1074F-9D3A-EC95-1884-D69D05E7FB5B}" dt="2024-11-06T14:09:15.861" v="30" actId="20577"/>
          <ac:spMkLst>
            <pc:docMk/>
            <pc:sldMk cId="1372532401" sldId="290"/>
            <ac:spMk id="261" creationId="{E80D6D18-930D-AC19-A489-C35F6029F63E}"/>
          </ac:spMkLst>
        </pc:spChg>
      </pc:sldChg>
      <pc:sldChg chg="modSp new">
        <pc:chgData name="Byrd, Andrew M." userId="S::amby222@uky.edu::2d5836b5-4a72-4fdb-bd90-63723c1cd390" providerId="AD" clId="Web-{32D1074F-9D3A-EC95-1884-D69D05E7FB5B}" dt="2024-11-06T14:09:12.126" v="27" actId="20577"/>
        <pc:sldMkLst>
          <pc:docMk/>
          <pc:sldMk cId="2197712126" sldId="297"/>
        </pc:sldMkLst>
        <pc:spChg chg="mod">
          <ac:chgData name="Byrd, Andrew M." userId="S::amby222@uky.edu::2d5836b5-4a72-4fdb-bd90-63723c1cd390" providerId="AD" clId="Web-{32D1074F-9D3A-EC95-1884-D69D05E7FB5B}" dt="2024-11-06T14:09:12.126" v="27" actId="20577"/>
          <ac:spMkLst>
            <pc:docMk/>
            <pc:sldMk cId="2197712126" sldId="297"/>
            <ac:spMk id="2" creationId="{A25F13CE-2A68-876A-1C23-5BC5E70D94BD}"/>
          </ac:spMkLst>
        </pc:spChg>
      </pc:sldChg>
    </pc:docChg>
  </pc:docChgLst>
  <pc:docChgLst>
    <pc:chgData name="Byrd, Andrew M." userId="S::amby222@uky.edu::2d5836b5-4a72-4fdb-bd90-63723c1cd390" providerId="AD" clId="Web-{5F07E4EB-00D0-D2B1-993E-D066726BBC2E}"/>
    <pc:docChg chg="addSld modSld sldOrd">
      <pc:chgData name="Byrd, Andrew M." userId="S::amby222@uky.edu::2d5836b5-4a72-4fdb-bd90-63723c1cd390" providerId="AD" clId="Web-{5F07E4EB-00D0-D2B1-993E-D066726BBC2E}" dt="2024-11-06T19:26:27.867" v="355" actId="20577"/>
      <pc:docMkLst>
        <pc:docMk/>
      </pc:docMkLst>
      <pc:sldChg chg="modSp">
        <pc:chgData name="Byrd, Andrew M." userId="S::amby222@uky.edu::2d5836b5-4a72-4fdb-bd90-63723c1cd390" providerId="AD" clId="Web-{5F07E4EB-00D0-D2B1-993E-D066726BBC2E}" dt="2024-11-06T19:26:27.867" v="355" actId="20577"/>
        <pc:sldMkLst>
          <pc:docMk/>
          <pc:sldMk cId="814024266" sldId="293"/>
        </pc:sldMkLst>
        <pc:spChg chg="mod">
          <ac:chgData name="Byrd, Andrew M." userId="S::amby222@uky.edu::2d5836b5-4a72-4fdb-bd90-63723c1cd390" providerId="AD" clId="Web-{5F07E4EB-00D0-D2B1-993E-D066726BBC2E}" dt="2024-11-06T18:34:39.753" v="285" actId="1076"/>
          <ac:spMkLst>
            <pc:docMk/>
            <pc:sldMk cId="814024266" sldId="293"/>
            <ac:spMk id="2" creationId="{FF264A6F-6239-20BA-6435-472BF22FF841}"/>
          </ac:spMkLst>
        </pc:spChg>
        <pc:spChg chg="mod">
          <ac:chgData name="Byrd, Andrew M." userId="S::amby222@uky.edu::2d5836b5-4a72-4fdb-bd90-63723c1cd390" providerId="AD" clId="Web-{5F07E4EB-00D0-D2B1-993E-D066726BBC2E}" dt="2024-11-06T19:26:27.867" v="355" actId="20577"/>
          <ac:spMkLst>
            <pc:docMk/>
            <pc:sldMk cId="814024266" sldId="293"/>
            <ac:spMk id="3" creationId="{00608D93-743A-DBFB-7A61-EC8FFE8D89E2}"/>
          </ac:spMkLst>
        </pc:spChg>
      </pc:sldChg>
      <pc:sldChg chg="ord">
        <pc:chgData name="Byrd, Andrew M." userId="S::amby222@uky.edu::2d5836b5-4a72-4fdb-bd90-63723c1cd390" providerId="AD" clId="Web-{5F07E4EB-00D0-D2B1-993E-D066726BBC2E}" dt="2024-11-06T18:29:24.965" v="0"/>
        <pc:sldMkLst>
          <pc:docMk/>
          <pc:sldMk cId="471326807" sldId="298"/>
        </pc:sldMkLst>
      </pc:sldChg>
      <pc:sldChg chg="addSp delSp modSp new">
        <pc:chgData name="Byrd, Andrew M." userId="S::amby222@uky.edu::2d5836b5-4a72-4fdb-bd90-63723c1cd390" providerId="AD" clId="Web-{5F07E4EB-00D0-D2B1-993E-D066726BBC2E}" dt="2024-11-06T18:47:31.819" v="317"/>
        <pc:sldMkLst>
          <pc:docMk/>
          <pc:sldMk cId="171030371" sldId="299"/>
        </pc:sldMkLst>
        <pc:spChg chg="del mod">
          <ac:chgData name="Byrd, Andrew M." userId="S::amby222@uky.edu::2d5836b5-4a72-4fdb-bd90-63723c1cd390" providerId="AD" clId="Web-{5F07E4EB-00D0-D2B1-993E-D066726BBC2E}" dt="2024-11-06T18:47:29.381" v="316"/>
          <ac:spMkLst>
            <pc:docMk/>
            <pc:sldMk cId="171030371" sldId="299"/>
            <ac:spMk id="2" creationId="{B34F4DBE-D93A-6906-28DE-C009CAC6A2E1}"/>
          </ac:spMkLst>
        </pc:spChg>
        <pc:spChg chg="del">
          <ac:chgData name="Byrd, Andrew M." userId="S::amby222@uky.edu::2d5836b5-4a72-4fdb-bd90-63723c1cd390" providerId="AD" clId="Web-{5F07E4EB-00D0-D2B1-993E-D066726BBC2E}" dt="2024-11-06T18:47:11.834" v="308"/>
          <ac:spMkLst>
            <pc:docMk/>
            <pc:sldMk cId="171030371" sldId="299"/>
            <ac:spMk id="3" creationId="{D23872C0-AAB4-763B-A494-7D363F8C2846}"/>
          </ac:spMkLst>
        </pc:spChg>
        <pc:spChg chg="add del mod">
          <ac:chgData name="Byrd, Andrew M." userId="S::amby222@uky.edu::2d5836b5-4a72-4fdb-bd90-63723c1cd390" providerId="AD" clId="Web-{5F07E4EB-00D0-D2B1-993E-D066726BBC2E}" dt="2024-11-06T18:47:31.819" v="317"/>
          <ac:spMkLst>
            <pc:docMk/>
            <pc:sldMk cId="171030371" sldId="299"/>
            <ac:spMk id="6" creationId="{5484EC1D-09F0-C25C-8438-C1B04A72E205}"/>
          </ac:spMkLst>
        </pc:spChg>
        <pc:picChg chg="add mod">
          <ac:chgData name="Byrd, Andrew M." userId="S::amby222@uky.edu::2d5836b5-4a72-4fdb-bd90-63723c1cd390" providerId="AD" clId="Web-{5F07E4EB-00D0-D2B1-993E-D066726BBC2E}" dt="2024-11-06T18:47:26.115" v="315" actId="1076"/>
          <ac:picMkLst>
            <pc:docMk/>
            <pc:sldMk cId="171030371" sldId="299"/>
            <ac:picMk id="4" creationId="{BEED3773-36D9-66CE-89F4-FF1825A790A3}"/>
          </ac:picMkLst>
        </pc:picChg>
      </pc:sldChg>
      <pc:sldChg chg="modSp new">
        <pc:chgData name="Byrd, Andrew M." userId="S::amby222@uky.edu::2d5836b5-4a72-4fdb-bd90-63723c1cd390" providerId="AD" clId="Web-{5F07E4EB-00D0-D2B1-993E-D066726BBC2E}" dt="2024-11-06T18:47:58.616" v="348" actId="20577"/>
        <pc:sldMkLst>
          <pc:docMk/>
          <pc:sldMk cId="1139897637" sldId="300"/>
        </pc:sldMkLst>
        <pc:spChg chg="mod">
          <ac:chgData name="Byrd, Andrew M." userId="S::amby222@uky.edu::2d5836b5-4a72-4fdb-bd90-63723c1cd390" providerId="AD" clId="Web-{5F07E4EB-00D0-D2B1-993E-D066726BBC2E}" dt="2024-11-06T18:47:45.209" v="336" actId="20577"/>
          <ac:spMkLst>
            <pc:docMk/>
            <pc:sldMk cId="1139897637" sldId="300"/>
            <ac:spMk id="2" creationId="{6F7EE2D4-B07B-F1B8-F40B-ABBE9E5A3B4C}"/>
          </ac:spMkLst>
        </pc:spChg>
        <pc:spChg chg="mod">
          <ac:chgData name="Byrd, Andrew M." userId="S::amby222@uky.edu::2d5836b5-4a72-4fdb-bd90-63723c1cd390" providerId="AD" clId="Web-{5F07E4EB-00D0-D2B1-993E-D066726BBC2E}" dt="2024-11-06T18:47:58.616" v="348" actId="20577"/>
          <ac:spMkLst>
            <pc:docMk/>
            <pc:sldMk cId="1139897637" sldId="300"/>
            <ac:spMk id="3" creationId="{82C6C221-8682-59FC-66D0-C96E24DE86EC}"/>
          </ac:spMkLst>
        </pc:spChg>
      </pc:sldChg>
    </pc:docChg>
  </pc:docChgLst>
  <pc:docChgLst>
    <pc:chgData name="Byrd, Andrew M." userId="S::amby222@uky.edu::2d5836b5-4a72-4fdb-bd90-63723c1cd390" providerId="AD" clId="Web-{2DAC261B-E9B2-2444-EADB-70FE37E5A771}"/>
    <pc:docChg chg="addSld modSld sldOrd">
      <pc:chgData name="Byrd, Andrew M." userId="S::amby222@uky.edu::2d5836b5-4a72-4fdb-bd90-63723c1cd390" providerId="AD" clId="Web-{2DAC261B-E9B2-2444-EADB-70FE37E5A771}" dt="2024-11-04T19:54:28.831" v="196"/>
      <pc:docMkLst>
        <pc:docMk/>
      </pc:docMkLst>
      <pc:sldChg chg="modSp">
        <pc:chgData name="Byrd, Andrew M." userId="S::amby222@uky.edu::2d5836b5-4a72-4fdb-bd90-63723c1cd390" providerId="AD" clId="Web-{2DAC261B-E9B2-2444-EADB-70FE37E5A771}" dt="2024-11-04T19:50:36.950" v="71" actId="20577"/>
        <pc:sldMkLst>
          <pc:docMk/>
          <pc:sldMk cId="2112532472" sldId="288"/>
        </pc:sldMkLst>
        <pc:spChg chg="mod">
          <ac:chgData name="Byrd, Andrew M." userId="S::amby222@uky.edu::2d5836b5-4a72-4fdb-bd90-63723c1cd390" providerId="AD" clId="Web-{2DAC261B-E9B2-2444-EADB-70FE37E5A771}" dt="2024-11-04T19:50:36.950" v="71" actId="20577"/>
          <ac:spMkLst>
            <pc:docMk/>
            <pc:sldMk cId="2112532472" sldId="288"/>
            <ac:spMk id="262" creationId="{1B5161D7-8D82-4D97-1A0C-23F1F2E587B0}"/>
          </ac:spMkLst>
        </pc:spChg>
      </pc:sldChg>
      <pc:sldChg chg="modSp">
        <pc:chgData name="Byrd, Andrew M." userId="S::amby222@uky.edu::2d5836b5-4a72-4fdb-bd90-63723c1cd390" providerId="AD" clId="Web-{2DAC261B-E9B2-2444-EADB-70FE37E5A771}" dt="2024-11-04T19:53:45.299" v="148" actId="20577"/>
        <pc:sldMkLst>
          <pc:docMk/>
          <pc:sldMk cId="4157954997" sldId="289"/>
        </pc:sldMkLst>
        <pc:spChg chg="mod">
          <ac:chgData name="Byrd, Andrew M." userId="S::amby222@uky.edu::2d5836b5-4a72-4fdb-bd90-63723c1cd390" providerId="AD" clId="Web-{2DAC261B-E9B2-2444-EADB-70FE37E5A771}" dt="2024-11-04T19:53:42.705" v="147" actId="20577"/>
          <ac:spMkLst>
            <pc:docMk/>
            <pc:sldMk cId="4157954997" sldId="289"/>
            <ac:spMk id="261" creationId="{E80D6D18-930D-AC19-A489-C35F6029F63E}"/>
          </ac:spMkLst>
        </pc:spChg>
        <pc:spChg chg="mod">
          <ac:chgData name="Byrd, Andrew M." userId="S::amby222@uky.edu::2d5836b5-4a72-4fdb-bd90-63723c1cd390" providerId="AD" clId="Web-{2DAC261B-E9B2-2444-EADB-70FE37E5A771}" dt="2024-11-04T19:53:45.299" v="148" actId="20577"/>
          <ac:spMkLst>
            <pc:docMk/>
            <pc:sldMk cId="4157954997" sldId="289"/>
            <ac:spMk id="262" creationId="{58C23226-6C0C-8E41-5E41-0840EBB58EF3}"/>
          </ac:spMkLst>
        </pc:spChg>
      </pc:sldChg>
      <pc:sldChg chg="modSp add replId">
        <pc:chgData name="Byrd, Andrew M." userId="S::amby222@uky.edu::2d5836b5-4a72-4fdb-bd90-63723c1cd390" providerId="AD" clId="Web-{2DAC261B-E9B2-2444-EADB-70FE37E5A771}" dt="2024-11-04T19:53:34.642" v="136" actId="20577"/>
        <pc:sldMkLst>
          <pc:docMk/>
          <pc:sldMk cId="1372532401" sldId="290"/>
        </pc:sldMkLst>
        <pc:spChg chg="mod">
          <ac:chgData name="Byrd, Andrew M." userId="S::amby222@uky.edu::2d5836b5-4a72-4fdb-bd90-63723c1cd390" providerId="AD" clId="Web-{2DAC261B-E9B2-2444-EADB-70FE37E5A771}" dt="2024-11-04T19:52:43.844" v="117" actId="20577"/>
          <ac:spMkLst>
            <pc:docMk/>
            <pc:sldMk cId="1372532401" sldId="290"/>
            <ac:spMk id="261" creationId="{E80D6D18-930D-AC19-A489-C35F6029F63E}"/>
          </ac:spMkLst>
        </pc:spChg>
        <pc:spChg chg="mod">
          <ac:chgData name="Byrd, Andrew M." userId="S::amby222@uky.edu::2d5836b5-4a72-4fdb-bd90-63723c1cd390" providerId="AD" clId="Web-{2DAC261B-E9B2-2444-EADB-70FE37E5A771}" dt="2024-11-04T19:53:34.642" v="136" actId="20577"/>
          <ac:spMkLst>
            <pc:docMk/>
            <pc:sldMk cId="1372532401" sldId="290"/>
            <ac:spMk id="262" creationId="{58C23226-6C0C-8E41-5E41-0840EBB58EF3}"/>
          </ac:spMkLst>
        </pc:spChg>
      </pc:sldChg>
      <pc:sldChg chg="modSp new">
        <pc:chgData name="Byrd, Andrew M." userId="S::amby222@uky.edu::2d5836b5-4a72-4fdb-bd90-63723c1cd390" providerId="AD" clId="Web-{2DAC261B-E9B2-2444-EADB-70FE37E5A771}" dt="2024-11-04T19:54:00.268" v="185" actId="20577"/>
        <pc:sldMkLst>
          <pc:docMk/>
          <pc:sldMk cId="916330460" sldId="291"/>
        </pc:sldMkLst>
        <pc:spChg chg="mod">
          <ac:chgData name="Byrd, Andrew M." userId="S::amby222@uky.edu::2d5836b5-4a72-4fdb-bd90-63723c1cd390" providerId="AD" clId="Web-{2DAC261B-E9B2-2444-EADB-70FE37E5A771}" dt="2024-11-04T19:54:00.268" v="185" actId="20577"/>
          <ac:spMkLst>
            <pc:docMk/>
            <pc:sldMk cId="916330460" sldId="291"/>
            <ac:spMk id="2" creationId="{FF264A6F-6239-20BA-6435-472BF22FF841}"/>
          </ac:spMkLst>
        </pc:spChg>
      </pc:sldChg>
      <pc:sldChg chg="modSp add replId">
        <pc:chgData name="Byrd, Andrew M." userId="S::amby222@uky.edu::2d5836b5-4a72-4fdb-bd90-63723c1cd390" providerId="AD" clId="Web-{2DAC261B-E9B2-2444-EADB-70FE37E5A771}" dt="2024-11-04T19:54:06.862" v="187" actId="20577"/>
        <pc:sldMkLst>
          <pc:docMk/>
          <pc:sldMk cId="3895191288" sldId="292"/>
        </pc:sldMkLst>
        <pc:spChg chg="mod">
          <ac:chgData name="Byrd, Andrew M." userId="S::amby222@uky.edu::2d5836b5-4a72-4fdb-bd90-63723c1cd390" providerId="AD" clId="Web-{2DAC261B-E9B2-2444-EADB-70FE37E5A771}" dt="2024-11-04T19:54:06.862" v="187" actId="20577"/>
          <ac:spMkLst>
            <pc:docMk/>
            <pc:sldMk cId="3895191288" sldId="292"/>
            <ac:spMk id="2" creationId="{FF264A6F-6239-20BA-6435-472BF22FF841}"/>
          </ac:spMkLst>
        </pc:spChg>
      </pc:sldChg>
      <pc:sldChg chg="modSp add replId">
        <pc:chgData name="Byrd, Andrew M." userId="S::amby222@uky.edu::2d5836b5-4a72-4fdb-bd90-63723c1cd390" providerId="AD" clId="Web-{2DAC261B-E9B2-2444-EADB-70FE37E5A771}" dt="2024-11-04T19:54:17.190" v="190" actId="20577"/>
        <pc:sldMkLst>
          <pc:docMk/>
          <pc:sldMk cId="814024266" sldId="293"/>
        </pc:sldMkLst>
        <pc:spChg chg="mod">
          <ac:chgData name="Byrd, Andrew M." userId="S::amby222@uky.edu::2d5836b5-4a72-4fdb-bd90-63723c1cd390" providerId="AD" clId="Web-{2DAC261B-E9B2-2444-EADB-70FE37E5A771}" dt="2024-11-04T19:54:17.190" v="190" actId="20577"/>
          <ac:spMkLst>
            <pc:docMk/>
            <pc:sldMk cId="814024266" sldId="293"/>
            <ac:spMk id="2" creationId="{FF264A6F-6239-20BA-6435-472BF22FF841}"/>
          </ac:spMkLst>
        </pc:spChg>
      </pc:sldChg>
      <pc:sldChg chg="modSp add ord replId">
        <pc:chgData name="Byrd, Andrew M." userId="S::amby222@uky.edu::2d5836b5-4a72-4fdb-bd90-63723c1cd390" providerId="AD" clId="Web-{2DAC261B-E9B2-2444-EADB-70FE37E5A771}" dt="2024-11-04T19:54:28.831" v="196"/>
        <pc:sldMkLst>
          <pc:docMk/>
          <pc:sldMk cId="3145138858" sldId="294"/>
        </pc:sldMkLst>
        <pc:spChg chg="mod">
          <ac:chgData name="Byrd, Andrew M." userId="S::amby222@uky.edu::2d5836b5-4a72-4fdb-bd90-63723c1cd390" providerId="AD" clId="Web-{2DAC261B-E9B2-2444-EADB-70FE37E5A771}" dt="2024-11-04T19:54:25.644" v="195" actId="20577"/>
          <ac:spMkLst>
            <pc:docMk/>
            <pc:sldMk cId="3145138858" sldId="294"/>
            <ac:spMk id="2" creationId="{FF264A6F-6239-20BA-6435-472BF22FF841}"/>
          </ac:spMkLst>
        </pc:spChg>
      </pc:sldChg>
    </pc:docChg>
  </pc:docChgLst>
  <pc:docChgLst>
    <pc:chgData name="Byrd, Andrew M." userId="S::amby222@uky.edu::2d5836b5-4a72-4fdb-bd90-63723c1cd390" providerId="AD" clId="Web-{721475ED-2A4F-2C74-D740-B545E44FA78C}"/>
    <pc:docChg chg="addSld delSld modSld">
      <pc:chgData name="Byrd, Andrew M." userId="S::amby222@uky.edu::2d5836b5-4a72-4fdb-bd90-63723c1cd390" providerId="AD" clId="Web-{721475ED-2A4F-2C74-D740-B545E44FA78C}" dt="2024-11-06T11:24:19.582" v="309" actId="20577"/>
      <pc:docMkLst>
        <pc:docMk/>
      </pc:docMkLst>
      <pc:sldChg chg="add del">
        <pc:chgData name="Byrd, Andrew M." userId="S::amby222@uky.edu::2d5836b5-4a72-4fdb-bd90-63723c1cd390" providerId="AD" clId="Web-{721475ED-2A4F-2C74-D740-B545E44FA78C}" dt="2024-11-06T11:24:02.909" v="305"/>
        <pc:sldMkLst>
          <pc:docMk/>
          <pc:sldMk cId="2112532472" sldId="288"/>
        </pc:sldMkLst>
      </pc:sldChg>
      <pc:sldChg chg="add del">
        <pc:chgData name="Byrd, Andrew M." userId="S::amby222@uky.edu::2d5836b5-4a72-4fdb-bd90-63723c1cd390" providerId="AD" clId="Web-{721475ED-2A4F-2C74-D740-B545E44FA78C}" dt="2024-11-06T11:24:02.925" v="306"/>
        <pc:sldMkLst>
          <pc:docMk/>
          <pc:sldMk cId="4157954997" sldId="289"/>
        </pc:sldMkLst>
      </pc:sldChg>
      <pc:sldChg chg="add del">
        <pc:chgData name="Byrd, Andrew M." userId="S::amby222@uky.edu::2d5836b5-4a72-4fdb-bd90-63723c1cd390" providerId="AD" clId="Web-{721475ED-2A4F-2C74-D740-B545E44FA78C}" dt="2024-11-06T11:24:02.925" v="307"/>
        <pc:sldMkLst>
          <pc:docMk/>
          <pc:sldMk cId="1372532401" sldId="290"/>
        </pc:sldMkLst>
      </pc:sldChg>
      <pc:sldChg chg="modSp">
        <pc:chgData name="Byrd, Andrew M." userId="S::amby222@uky.edu::2d5836b5-4a72-4fdb-bd90-63723c1cd390" providerId="AD" clId="Web-{721475ED-2A4F-2C74-D740-B545E44FA78C}" dt="2024-11-06T11:17:34.181" v="154" actId="20577"/>
        <pc:sldMkLst>
          <pc:docMk/>
          <pc:sldMk cId="916330460" sldId="291"/>
        </pc:sldMkLst>
        <pc:spChg chg="mod">
          <ac:chgData name="Byrd, Andrew M." userId="S::amby222@uky.edu::2d5836b5-4a72-4fdb-bd90-63723c1cd390" providerId="AD" clId="Web-{721475ED-2A4F-2C74-D740-B545E44FA78C}" dt="2024-11-06T11:12:19.395" v="15" actId="1076"/>
          <ac:spMkLst>
            <pc:docMk/>
            <pc:sldMk cId="916330460" sldId="291"/>
            <ac:spMk id="2" creationId="{FF264A6F-6239-20BA-6435-472BF22FF841}"/>
          </ac:spMkLst>
        </pc:spChg>
        <pc:spChg chg="mod">
          <ac:chgData name="Byrd, Andrew M." userId="S::amby222@uky.edu::2d5836b5-4a72-4fdb-bd90-63723c1cd390" providerId="AD" clId="Web-{721475ED-2A4F-2C74-D740-B545E44FA78C}" dt="2024-11-06T11:17:34.181" v="154" actId="20577"/>
          <ac:spMkLst>
            <pc:docMk/>
            <pc:sldMk cId="916330460" sldId="291"/>
            <ac:spMk id="3" creationId="{00608D93-743A-DBFB-7A61-EC8FFE8D89E2}"/>
          </ac:spMkLst>
        </pc:spChg>
      </pc:sldChg>
      <pc:sldChg chg="modSp">
        <pc:chgData name="Byrd, Andrew M." userId="S::amby222@uky.edu::2d5836b5-4a72-4fdb-bd90-63723c1cd390" providerId="AD" clId="Web-{721475ED-2A4F-2C74-D740-B545E44FA78C}" dt="2024-11-06T11:19:31.519" v="196" actId="20577"/>
        <pc:sldMkLst>
          <pc:docMk/>
          <pc:sldMk cId="3895191288" sldId="292"/>
        </pc:sldMkLst>
        <pc:spChg chg="mod">
          <ac:chgData name="Byrd, Andrew M." userId="S::amby222@uky.edu::2d5836b5-4a72-4fdb-bd90-63723c1cd390" providerId="AD" clId="Web-{721475ED-2A4F-2C74-D740-B545E44FA78C}" dt="2024-11-06T11:17:48.010" v="156" actId="20577"/>
          <ac:spMkLst>
            <pc:docMk/>
            <pc:sldMk cId="3895191288" sldId="292"/>
            <ac:spMk id="2" creationId="{FF264A6F-6239-20BA-6435-472BF22FF841}"/>
          </ac:spMkLst>
        </pc:spChg>
        <pc:spChg chg="mod">
          <ac:chgData name="Byrd, Andrew M." userId="S::amby222@uky.edu::2d5836b5-4a72-4fdb-bd90-63723c1cd390" providerId="AD" clId="Web-{721475ED-2A4F-2C74-D740-B545E44FA78C}" dt="2024-11-06T11:19:31.519" v="196" actId="20577"/>
          <ac:spMkLst>
            <pc:docMk/>
            <pc:sldMk cId="3895191288" sldId="292"/>
            <ac:spMk id="3" creationId="{00608D93-743A-DBFB-7A61-EC8FFE8D89E2}"/>
          </ac:spMkLst>
        </pc:spChg>
      </pc:sldChg>
      <pc:sldChg chg="modSp">
        <pc:chgData name="Byrd, Andrew M." userId="S::amby222@uky.edu::2d5836b5-4a72-4fdb-bd90-63723c1cd390" providerId="AD" clId="Web-{721475ED-2A4F-2C74-D740-B545E44FA78C}" dt="2024-11-06T11:24:19.582" v="309" actId="20577"/>
        <pc:sldMkLst>
          <pc:docMk/>
          <pc:sldMk cId="814024266" sldId="293"/>
        </pc:sldMkLst>
        <pc:spChg chg="mod">
          <ac:chgData name="Byrd, Andrew M." userId="S::amby222@uky.edu::2d5836b5-4a72-4fdb-bd90-63723c1cd390" providerId="AD" clId="Web-{721475ED-2A4F-2C74-D740-B545E44FA78C}" dt="2024-11-06T11:24:19.582" v="309" actId="20577"/>
          <ac:spMkLst>
            <pc:docMk/>
            <pc:sldMk cId="814024266" sldId="293"/>
            <ac:spMk id="2" creationId="{FF264A6F-6239-20BA-6435-472BF22FF841}"/>
          </ac:spMkLst>
        </pc:spChg>
      </pc:sldChg>
      <pc:sldChg chg="del">
        <pc:chgData name="Byrd, Andrew M." userId="S::amby222@uky.edu::2d5836b5-4a72-4fdb-bd90-63723c1cd390" providerId="AD" clId="Web-{721475ED-2A4F-2C74-D740-B545E44FA78C}" dt="2024-11-06T11:24:06.988" v="308"/>
        <pc:sldMkLst>
          <pc:docMk/>
          <pc:sldMk cId="3145138858" sldId="294"/>
        </pc:sldMkLst>
      </pc:sldChg>
      <pc:sldChg chg="modSp add replId">
        <pc:chgData name="Byrd, Andrew M." userId="S::amby222@uky.edu::2d5836b5-4a72-4fdb-bd90-63723c1cd390" providerId="AD" clId="Web-{721475ED-2A4F-2C74-D740-B545E44FA78C}" dt="2024-11-06T11:20:20.085" v="253" actId="20577"/>
        <pc:sldMkLst>
          <pc:docMk/>
          <pc:sldMk cId="3817043620" sldId="295"/>
        </pc:sldMkLst>
        <pc:spChg chg="mod">
          <ac:chgData name="Byrd, Andrew M." userId="S::amby222@uky.edu::2d5836b5-4a72-4fdb-bd90-63723c1cd390" providerId="AD" clId="Web-{721475ED-2A4F-2C74-D740-B545E44FA78C}" dt="2024-11-06T11:20:20.085" v="253" actId="20577"/>
          <ac:spMkLst>
            <pc:docMk/>
            <pc:sldMk cId="3817043620" sldId="295"/>
            <ac:spMk id="3" creationId="{00608D93-743A-DBFB-7A61-EC8FFE8D89E2}"/>
          </ac:spMkLst>
        </pc:spChg>
      </pc:sldChg>
      <pc:sldChg chg="modSp new">
        <pc:chgData name="Byrd, Andrew M." userId="S::amby222@uky.edu::2d5836b5-4a72-4fdb-bd90-63723c1cd390" providerId="AD" clId="Web-{721475ED-2A4F-2C74-D740-B545E44FA78C}" dt="2024-11-06T11:21:05.196" v="301" actId="14100"/>
        <pc:sldMkLst>
          <pc:docMk/>
          <pc:sldMk cId="2370298096" sldId="296"/>
        </pc:sldMkLst>
        <pc:spChg chg="mod">
          <ac:chgData name="Byrd, Andrew M." userId="S::amby222@uky.edu::2d5836b5-4a72-4fdb-bd90-63723c1cd390" providerId="AD" clId="Web-{721475ED-2A4F-2C74-D740-B545E44FA78C}" dt="2024-11-06T11:20:35.867" v="264" actId="20577"/>
          <ac:spMkLst>
            <pc:docMk/>
            <pc:sldMk cId="2370298096" sldId="296"/>
            <ac:spMk id="2" creationId="{8AB9AC25-0C6F-D390-B2BD-2FEA57B20296}"/>
          </ac:spMkLst>
        </pc:spChg>
        <pc:spChg chg="mod">
          <ac:chgData name="Byrd, Andrew M." userId="S::amby222@uky.edu::2d5836b5-4a72-4fdb-bd90-63723c1cd390" providerId="AD" clId="Web-{721475ED-2A4F-2C74-D740-B545E44FA78C}" dt="2024-11-06T11:21:05.196" v="301" actId="14100"/>
          <ac:spMkLst>
            <pc:docMk/>
            <pc:sldMk cId="2370298096" sldId="296"/>
            <ac:spMk id="3" creationId="{680BCCAA-ECB3-4D0B-D147-0B320FDBCC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9a2b83776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9a2b83776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9ad9c549fa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9ad9c549fa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52175f7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52175f7d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a52175f7d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a52175f7d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a52175f7d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a52175f7d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a52175f7d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a52175f7d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a52175f7df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a52175f7df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a52175f7d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a52175f7d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a52175f7df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a52175f7df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a52175f7df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a52175f7df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a52175f7df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a52175f7df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a52175f7df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a52175f7df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a52175f7d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a52175f7d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a52175f7df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a52175f7df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f690f72a5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f690f72a5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a52175f7d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a52175f7d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a52175f7df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a52175f7df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a52175f7df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a52175f7df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a52175f7df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a52175f7df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a52175f7df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a52175f7df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a52175f7df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a52175f7df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a52175f7d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a52175f7d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52175f7df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52175f7df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a52175f7df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a52175f7df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a52175f7df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a52175f7df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a52175f7df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a52175f7df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a52175f7d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a52175f7d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a52175f7df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a52175f7df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a52175f7df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a52175f7df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a52175f7df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a52175f7df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C487E77-5151-8A2A-4EF3-98DC1CD9D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9a2b83776b_0_41:notes">
            <a:extLst>
              <a:ext uri="{FF2B5EF4-FFF2-40B4-BE49-F238E27FC236}">
                <a16:creationId xmlns:a16="http://schemas.microsoft.com/office/drawing/2014/main" id="{B32D406D-0814-FECD-619A-45AE8B7CBB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9a2b83776b_0_41:notes">
            <a:extLst>
              <a:ext uri="{FF2B5EF4-FFF2-40B4-BE49-F238E27FC236}">
                <a16:creationId xmlns:a16="http://schemas.microsoft.com/office/drawing/2014/main" id="{38076441-B6DA-251D-6B5D-3D3B4A59CC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56334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BC4B7A6B-25B5-6549-4B40-2148938EB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a52175f7df_0_70:notes">
            <a:extLst>
              <a:ext uri="{FF2B5EF4-FFF2-40B4-BE49-F238E27FC236}">
                <a16:creationId xmlns:a16="http://schemas.microsoft.com/office/drawing/2014/main" id="{36A5040E-48F1-A7F6-F9EE-0238C377BD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a52175f7df_0_70:notes">
            <a:extLst>
              <a:ext uri="{FF2B5EF4-FFF2-40B4-BE49-F238E27FC236}">
                <a16:creationId xmlns:a16="http://schemas.microsoft.com/office/drawing/2014/main" id="{33BFB907-2C69-895F-5199-A9B9D0D824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02703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42C19856-0490-8A6E-C768-C530414E3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a52175f7df_0_70:notes">
            <a:extLst>
              <a:ext uri="{FF2B5EF4-FFF2-40B4-BE49-F238E27FC236}">
                <a16:creationId xmlns:a16="http://schemas.microsoft.com/office/drawing/2014/main" id="{C89BE20E-268B-F026-DBBB-1A5178C37A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a52175f7df_0_70:notes">
            <a:extLst>
              <a:ext uri="{FF2B5EF4-FFF2-40B4-BE49-F238E27FC236}">
                <a16:creationId xmlns:a16="http://schemas.microsoft.com/office/drawing/2014/main" id="{9BC01504-8F48-95D6-AF48-38A02A383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05643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42C19856-0490-8A6E-C768-C530414E3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a52175f7df_0_70:notes">
            <a:extLst>
              <a:ext uri="{FF2B5EF4-FFF2-40B4-BE49-F238E27FC236}">
                <a16:creationId xmlns:a16="http://schemas.microsoft.com/office/drawing/2014/main" id="{C89BE20E-268B-F026-DBBB-1A5178C37A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a52175f7df_0_70:notes">
            <a:extLst>
              <a:ext uri="{FF2B5EF4-FFF2-40B4-BE49-F238E27FC236}">
                <a16:creationId xmlns:a16="http://schemas.microsoft.com/office/drawing/2014/main" id="{9BC01504-8F48-95D6-AF48-38A02A383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6075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7BD1ADFB-9434-4A6D-E0E5-C49C38DAA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9a2b83776b_0_41:notes">
            <a:extLst>
              <a:ext uri="{FF2B5EF4-FFF2-40B4-BE49-F238E27FC236}">
                <a16:creationId xmlns:a16="http://schemas.microsoft.com/office/drawing/2014/main" id="{EE6A0585-9FE2-964B-D35D-0693080993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9a2b83776b_0_41:notes">
            <a:extLst>
              <a:ext uri="{FF2B5EF4-FFF2-40B4-BE49-F238E27FC236}">
                <a16:creationId xmlns:a16="http://schemas.microsoft.com/office/drawing/2014/main" id="{B943A789-01BF-1791-8463-B0B4D9E168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5141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Linguistics 200, Week 11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 Order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Thus far we’ve worked on Component 3...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943100"/>
            <a:ext cx="8520600" cy="26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Lexicon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Nouns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-"/>
            </a:pPr>
            <a:r>
              <a:rPr lang="en"/>
              <a:t>Verbs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Today: Word Order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664625"/>
            <a:ext cx="8520600" cy="29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word order of your:</a:t>
            </a:r>
            <a:endParaRPr/>
          </a:p>
          <a:p>
            <a:pPr marL="914400" lvl="0" indent="-3429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Noun phrases?</a:t>
            </a:r>
            <a:endParaRPr/>
          </a:p>
          <a:p>
            <a:pPr marL="9144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Verb phrases?</a:t>
            </a:r>
            <a:endParaRPr/>
          </a:p>
          <a:p>
            <a:pPr marL="9144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Prepositional phrases?</a:t>
            </a:r>
            <a:endParaRPr/>
          </a:p>
          <a:p>
            <a:pPr marL="9144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Your sentence?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Noun Phrases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Consists of: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Nouns (</a:t>
            </a:r>
            <a:r>
              <a:rPr lang="en" b="1"/>
              <a:t>N</a:t>
            </a:r>
            <a:r>
              <a:rPr lang="en"/>
              <a:t>) -- this is the “head”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Determiners (a(n), the, this, my; </a:t>
            </a:r>
            <a:r>
              <a:rPr lang="en" b="1"/>
              <a:t>Det</a:t>
            </a:r>
            <a:r>
              <a:rPr lang="en"/>
              <a:t>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Adjectives (</a:t>
            </a:r>
            <a:r>
              <a:rPr lang="en" b="1"/>
              <a:t>A</a:t>
            </a:r>
            <a:r>
              <a:rPr lang="en"/>
              <a:t>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Prepositional Phrases (</a:t>
            </a:r>
            <a:r>
              <a:rPr lang="en" b="1"/>
              <a:t>PP</a:t>
            </a:r>
            <a:r>
              <a:rPr lang="en"/>
              <a:t>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b="1"/>
              <a:t>** There is a set word order in English **</a:t>
            </a:r>
            <a:endParaRPr b="1"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4950" y="1266325"/>
            <a:ext cx="2299800" cy="344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Word Order applies to all Noun Phrases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The quick fox in the forest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Det + A + N + PP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3375" y="1192812"/>
            <a:ext cx="2299800" cy="344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Word Order applies to all Noun Phrases</a:t>
            </a: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That old chair on the floor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Det + A + N + PP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7125" y="1769075"/>
            <a:ext cx="3219450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311700" y="2854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Word Orders in NPs</a:t>
            </a: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fox quick in the forest (Spanish)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Det + N + A + PP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The quick in the forest fox (Japanese)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Det + A + PP + N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Fox quick the in the forest (Welsh)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N + A + Det + PP </a:t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4950" y="1152425"/>
            <a:ext cx="2299800" cy="344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do you choose?				Mɤɧøɴ	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1436600"/>
            <a:ext cx="8520600" cy="31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“That small metra in the water”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		Literal translation:</a:t>
            </a:r>
            <a:endParaRPr dirty="0"/>
          </a:p>
          <a:p>
            <a:pPr marL="45720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r>
              <a:rPr lang="en" sz="2400" dirty="0">
                <a:latin typeface="Times New Roman"/>
                <a:ea typeface="Times New Roman"/>
                <a:cs typeface="Times New Roman"/>
                <a:sym typeface="Times New Roman"/>
              </a:rPr>
              <a:t>  ɣɤ  	  ɴekowe    iɴ         	ɓɤ-meɴ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45720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 dirty="0">
                <a:latin typeface="Times New Roman"/>
                <a:ea typeface="Times New Roman"/>
                <a:cs typeface="Times New Roman"/>
                <a:sym typeface="Times New Roman"/>
              </a:rPr>
              <a:t>“That” “small”      “metra”   	“in-water”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311700" y="2854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Word Orders in NPs</a:t>
            </a: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ɣɤ      iɴ        ɴekowe    ɓɤ-meɴ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That metra small in the water (Spanish)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Det + N + A + PP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ɣɤ  	ɴekowe  ɓɤ-meɴ          iɴ         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That small in the water metra (Japanese)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Det + A + PP + N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iɴ     ɴeke  	ɣɤ  	 ɓɤ-meɴ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Fox quick that in the forest (Welsh)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600"/>
              <a:t>N + A + Det + PP </a:t>
            </a:r>
            <a:endParaRPr sz="1600"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4950" y="1152425"/>
            <a:ext cx="2299800" cy="344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title"/>
          </p:nvPr>
        </p:nvSpPr>
        <p:spPr>
          <a:xfrm>
            <a:off x="311700" y="2854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Positions of Head - Where is the noun?</a:t>
            </a:r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ɣɤ      </a:t>
            </a:r>
            <a:r>
              <a:rPr lang="en" sz="1600" b="1">
                <a:latin typeface="Times New Roman"/>
                <a:ea typeface="Times New Roman"/>
                <a:cs typeface="Times New Roman"/>
                <a:sym typeface="Times New Roman"/>
              </a:rPr>
              <a:t>iɴ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ɴekowe    ɓɤ-meɴ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That metra small in the water (Spanish)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Det + N + A + PP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ɣɤ  	ɴekowe  ɓɤ-meɴ          </a:t>
            </a:r>
            <a:r>
              <a:rPr lang="en" sz="1600" b="1">
                <a:latin typeface="Times New Roman"/>
                <a:ea typeface="Times New Roman"/>
                <a:cs typeface="Times New Roman"/>
                <a:sym typeface="Times New Roman"/>
              </a:rPr>
              <a:t>iɴ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That small in the water metra (Japanese)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Det + A + PP + N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latin typeface="Times New Roman"/>
                <a:ea typeface="Times New Roman"/>
                <a:cs typeface="Times New Roman"/>
                <a:sym typeface="Times New Roman"/>
              </a:rPr>
              <a:t>iɴ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ɴekowe  	ɣɤ  	 ɓɤ-meɴ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Metra small that in the water (Welsh)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600"/>
              <a:t>N + A + Det + PP </a:t>
            </a:r>
            <a:endParaRPr sz="1600"/>
          </a:p>
        </p:txBody>
      </p:sp>
      <p:sp>
        <p:nvSpPr>
          <p:cNvPr id="127" name="Google Shape;127;p22"/>
          <p:cNvSpPr txBox="1"/>
          <p:nvPr/>
        </p:nvSpPr>
        <p:spPr>
          <a:xfrm>
            <a:off x="5734975" y="1505000"/>
            <a:ext cx="14595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Transitional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5734975" y="2683975"/>
            <a:ext cx="14595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Head Final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5734975" y="3976525"/>
            <a:ext cx="14595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Head Initial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672700" y="3659875"/>
            <a:ext cx="547200" cy="39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2980000" y="2478300"/>
            <a:ext cx="547200" cy="39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1171325" y="1266325"/>
            <a:ext cx="547200" cy="39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choose?</a:t>
            </a:r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Suffixes vs. Prefixes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Languages that have suffixes tend to be head-final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Languages that have prefixes tend to be head-initial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/>
              <a:t>ku-ta-ʛu</a:t>
            </a:r>
            <a:endParaRPr sz="2400"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/>
              <a:t>you-it-drink</a:t>
            </a: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>
            <a:spLocks noGrp="1"/>
          </p:cNvSpPr>
          <p:nvPr>
            <p:ph type="title"/>
          </p:nvPr>
        </p:nvSpPr>
        <p:spPr>
          <a:xfrm>
            <a:off x="311700" y="2854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Positions of Head - Where is the noun?</a:t>
            </a:r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ɣɤ      </a:t>
            </a:r>
            <a:r>
              <a:rPr lang="en" sz="1600" b="1">
                <a:latin typeface="Times New Roman"/>
                <a:ea typeface="Times New Roman"/>
                <a:cs typeface="Times New Roman"/>
                <a:sym typeface="Times New Roman"/>
              </a:rPr>
              <a:t>iɴ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ɴekowe    ɓɤ-meɴ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That metra small in the water (Spanish)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Det + N + A + PP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strike="sngStrike">
                <a:latin typeface="Times New Roman"/>
                <a:ea typeface="Times New Roman"/>
                <a:cs typeface="Times New Roman"/>
                <a:sym typeface="Times New Roman"/>
              </a:rPr>
              <a:t>ɣɤ  	ɴekowe  ɓɤ-meɴ          </a:t>
            </a:r>
            <a:r>
              <a:rPr lang="en" sz="1600" b="1" strike="sngStrike">
                <a:latin typeface="Times New Roman"/>
                <a:ea typeface="Times New Roman"/>
                <a:cs typeface="Times New Roman"/>
                <a:sym typeface="Times New Roman"/>
              </a:rPr>
              <a:t>iɴ</a:t>
            </a:r>
            <a:r>
              <a:rPr lang="en" sz="1600" strike="sngStrike"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endParaRPr sz="1600" strike="sngStrike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strike="sngStrike"/>
              <a:t>That small in the water metra (Japanese)</a:t>
            </a:r>
            <a:endParaRPr sz="1600" strike="sngStrike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strike="sngStrike"/>
              <a:t>Det + A + PP + N</a:t>
            </a:r>
            <a:endParaRPr sz="1600" strike="sngStrike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latin typeface="Times New Roman"/>
                <a:ea typeface="Times New Roman"/>
                <a:cs typeface="Times New Roman"/>
                <a:sym typeface="Times New Roman"/>
              </a:rPr>
              <a:t>iɴ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ɴekowe  	ɣɤ  	 ɓɤ-meɴ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Metra small that in the water (Welsh)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600"/>
              <a:t>N + A + Det + PP </a:t>
            </a:r>
            <a:endParaRPr sz="1600"/>
          </a:p>
        </p:txBody>
      </p:sp>
      <p:sp>
        <p:nvSpPr>
          <p:cNvPr id="145" name="Google Shape;145;p24"/>
          <p:cNvSpPr txBox="1"/>
          <p:nvPr/>
        </p:nvSpPr>
        <p:spPr>
          <a:xfrm>
            <a:off x="5734975" y="1505000"/>
            <a:ext cx="14595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Transitional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5734975" y="2683975"/>
            <a:ext cx="14595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strike="sngStrike">
                <a:latin typeface="Open Sans"/>
                <a:ea typeface="Open Sans"/>
                <a:cs typeface="Open Sans"/>
                <a:sym typeface="Open Sans"/>
              </a:rPr>
              <a:t>Head Final</a:t>
            </a:r>
            <a:endParaRPr b="1" strike="sngStrike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5734975" y="3976525"/>
            <a:ext cx="14595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Head Initial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672700" y="3659875"/>
            <a:ext cx="547200" cy="39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4"/>
          <p:cNvSpPr/>
          <p:nvPr/>
        </p:nvSpPr>
        <p:spPr>
          <a:xfrm>
            <a:off x="2980000" y="2478300"/>
            <a:ext cx="547200" cy="39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4"/>
          <p:cNvSpPr/>
          <p:nvPr/>
        </p:nvSpPr>
        <p:spPr>
          <a:xfrm>
            <a:off x="1171325" y="1266325"/>
            <a:ext cx="547200" cy="39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do you choose?</a:t>
            </a:r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body" idx="1"/>
          </p:nvPr>
        </p:nvSpPr>
        <p:spPr>
          <a:xfrm>
            <a:off x="311700" y="1596200"/>
            <a:ext cx="8520600" cy="29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Prefixes = head-initial!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 b="1">
                <a:latin typeface="Times New Roman"/>
                <a:ea typeface="Times New Roman"/>
                <a:cs typeface="Times New Roman"/>
                <a:sym typeface="Times New Roman"/>
              </a:rPr>
              <a:t>iɴ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ɴeke  	ɣɤ  	 ɓɤ-meɴ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Metra small that in the water (Welsh)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600"/>
              <a:t>N + A + Det + PP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choose?</a:t>
            </a:r>
            <a:endParaRPr/>
          </a:p>
        </p:txBody>
      </p:sp>
      <p:sp>
        <p:nvSpPr>
          <p:cNvPr id="162" name="Google Shape;162;p26"/>
          <p:cNvSpPr txBox="1">
            <a:spLocks noGrp="1"/>
          </p:cNvSpPr>
          <p:nvPr>
            <p:ph type="body" idx="1"/>
          </p:nvPr>
        </p:nvSpPr>
        <p:spPr>
          <a:xfrm>
            <a:off x="311700" y="2230451"/>
            <a:ext cx="8520600" cy="23384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2.    Don’t have suffixes or prefixes (or have a mixture of the two)?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These languages tend to be </a:t>
            </a:r>
            <a:r>
              <a:rPr lang="en" b="1" dirty="0"/>
              <a:t>head-initial</a:t>
            </a:r>
            <a:r>
              <a:rPr lang="en" dirty="0"/>
              <a:t> or </a:t>
            </a:r>
            <a:r>
              <a:rPr lang="en" b="1" dirty="0"/>
              <a:t>transitional</a:t>
            </a:r>
            <a:r>
              <a:rPr lang="en" dirty="0"/>
              <a:t>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>
            <a:spLocks noGrp="1"/>
          </p:cNvSpPr>
          <p:nvPr>
            <p:ph type="title"/>
          </p:nvPr>
        </p:nvSpPr>
        <p:spPr>
          <a:xfrm>
            <a:off x="311700" y="2854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your turn!</a:t>
            </a:r>
            <a:endParaRPr/>
          </a:p>
        </p:txBody>
      </p:sp>
      <p:sp>
        <p:nvSpPr>
          <p:cNvPr id="168" name="Google Shape;168;p27"/>
          <p:cNvSpPr txBox="1">
            <a:spLocks noGrp="1"/>
          </p:cNvSpPr>
          <p:nvPr>
            <p:ph type="body" idx="1"/>
          </p:nvPr>
        </p:nvSpPr>
        <p:spPr>
          <a:xfrm>
            <a:off x="154500" y="1665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ɣɤ      </a:t>
            </a:r>
            <a:r>
              <a:rPr lang="en" sz="1600" b="1">
                <a:latin typeface="Times New Roman"/>
                <a:ea typeface="Times New Roman"/>
                <a:cs typeface="Times New Roman"/>
                <a:sym typeface="Times New Roman"/>
              </a:rPr>
              <a:t>iɴ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ɴekowe    ɓɤ-meɴ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That metra small in the water (Spanish)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Det + N + A + PP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ɣɤ  	ɴekowe  ɓɤ-meɴ          </a:t>
            </a:r>
            <a:r>
              <a:rPr lang="en" sz="1600" b="1">
                <a:latin typeface="Times New Roman"/>
                <a:ea typeface="Times New Roman"/>
                <a:cs typeface="Times New Roman"/>
                <a:sym typeface="Times New Roman"/>
              </a:rPr>
              <a:t>iɴ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That small in the water metra (Japanese)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Det + A + PP + N</a:t>
            </a:r>
            <a:endParaRPr sz="1600" strike="sng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latin typeface="Times New Roman"/>
                <a:ea typeface="Times New Roman"/>
                <a:cs typeface="Times New Roman"/>
                <a:sym typeface="Times New Roman"/>
              </a:rPr>
              <a:t>iɴ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ɴekowe  	ɣɤ  	 ɓɤ-meɴ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/>
              <a:t>Metra small that in the water (Welsh)</a:t>
            </a: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600"/>
              <a:t>N + A + Det + PP </a:t>
            </a:r>
            <a:endParaRPr sz="1600"/>
          </a:p>
        </p:txBody>
      </p:sp>
      <p:sp>
        <p:nvSpPr>
          <p:cNvPr id="169" name="Google Shape;169;p27"/>
          <p:cNvSpPr txBox="1"/>
          <p:nvPr/>
        </p:nvSpPr>
        <p:spPr>
          <a:xfrm>
            <a:off x="5734975" y="2010900"/>
            <a:ext cx="14595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Transitional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5734975" y="3082975"/>
            <a:ext cx="14595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Head Final</a:t>
            </a:r>
            <a:endParaRPr b="1" strike="sngStrike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5734975" y="4264725"/>
            <a:ext cx="14595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Head Initial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493125" y="4052900"/>
            <a:ext cx="547200" cy="39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7"/>
          <p:cNvSpPr/>
          <p:nvPr/>
        </p:nvSpPr>
        <p:spPr>
          <a:xfrm>
            <a:off x="2875200" y="2858225"/>
            <a:ext cx="547200" cy="39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7"/>
          <p:cNvSpPr/>
          <p:nvPr/>
        </p:nvSpPr>
        <p:spPr>
          <a:xfrm>
            <a:off x="1040325" y="1665325"/>
            <a:ext cx="547200" cy="39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7"/>
          <p:cNvSpPr txBox="1">
            <a:spLocks noGrp="1"/>
          </p:cNvSpPr>
          <p:nvPr>
            <p:ph type="body" idx="1"/>
          </p:nvPr>
        </p:nvSpPr>
        <p:spPr>
          <a:xfrm>
            <a:off x="4139675" y="56475"/>
            <a:ext cx="4902300" cy="14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Work with your group to determine the order of words in your noun phrase and translate “that quick fox in the woods” (or something similar)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Verb Phrases</a:t>
            </a:r>
            <a:endParaRPr/>
          </a:p>
        </p:txBody>
      </p:sp>
      <p:sp>
        <p:nvSpPr>
          <p:cNvPr id="181" name="Google Shape;181;p2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Consists of: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Verbs (</a:t>
            </a:r>
            <a:r>
              <a:rPr lang="en" b="1"/>
              <a:t>V</a:t>
            </a:r>
            <a:r>
              <a:rPr lang="en"/>
              <a:t>) -- this is the “head”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Noun Phrases (</a:t>
            </a:r>
            <a:r>
              <a:rPr lang="en" b="1"/>
              <a:t>NP</a:t>
            </a:r>
            <a:r>
              <a:rPr lang="en"/>
              <a:t>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Prepositional Phrases (</a:t>
            </a:r>
            <a:r>
              <a:rPr lang="en" b="1"/>
              <a:t>PP</a:t>
            </a:r>
            <a:r>
              <a:rPr lang="en"/>
              <a:t>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b="1"/>
              <a:t>** There is a set word order in English **</a:t>
            </a:r>
            <a:endParaRPr b="1"/>
          </a:p>
        </p:txBody>
      </p:sp>
      <p:pic>
        <p:nvPicPr>
          <p:cNvPr id="182" name="Google Shape;18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1400" y="1152437"/>
            <a:ext cx="2299800" cy="344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Word Order applies to all Noun Phrases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Eyes the man from the grass.</a:t>
            </a:r>
            <a:endParaRPr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V + NP + PP</a:t>
            </a:r>
            <a:endParaRPr/>
          </a:p>
        </p:txBody>
      </p:sp>
      <p:pic>
        <p:nvPicPr>
          <p:cNvPr id="189" name="Google Shape;18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8775" y="1192825"/>
            <a:ext cx="2299800" cy="344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do you choose?				Mɤɧøɴ	</a:t>
            </a:r>
            <a:endParaRPr/>
          </a:p>
        </p:txBody>
      </p:sp>
      <p:sp>
        <p:nvSpPr>
          <p:cNvPr id="195" name="Google Shape;195;p30"/>
          <p:cNvSpPr txBox="1">
            <a:spLocks noGrp="1"/>
          </p:cNvSpPr>
          <p:nvPr>
            <p:ph type="body" idx="1"/>
          </p:nvPr>
        </p:nvSpPr>
        <p:spPr>
          <a:xfrm>
            <a:off x="311700" y="1436600"/>
            <a:ext cx="8520600" cy="31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“Hears a dinosaur from the sand.”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	Literal translation:</a:t>
            </a:r>
            <a:endParaRPr dirty="0"/>
          </a:p>
          <a:p>
            <a:pPr marL="45720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r>
              <a:rPr lang="en" sz="2400" dirty="0">
                <a:latin typeface="Times New Roman"/>
                <a:ea typeface="Times New Roman"/>
                <a:cs typeface="Times New Roman"/>
                <a:sym typeface="Times New Roman"/>
              </a:rPr>
              <a:t>  won  	  we    		ɧaŋ-ɭa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45720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 dirty="0">
                <a:latin typeface="Times New Roman"/>
                <a:ea typeface="Times New Roman"/>
                <a:cs typeface="Times New Roman"/>
                <a:sym typeface="Times New Roman"/>
              </a:rPr>
              <a:t>“hears” “(a) dino” 	“from-sand”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>
            <a:spLocks noGrp="1"/>
          </p:cNvSpPr>
          <p:nvPr>
            <p:ph type="title"/>
          </p:nvPr>
        </p:nvSpPr>
        <p:spPr>
          <a:xfrm>
            <a:off x="311700" y="2854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Positions of Head - Where is the verb?</a:t>
            </a:r>
            <a:endParaRPr/>
          </a:p>
        </p:txBody>
      </p:sp>
      <p:sp>
        <p:nvSpPr>
          <p:cNvPr id="201" name="Google Shape;201;p31"/>
          <p:cNvSpPr txBox="1">
            <a:spLocks noGrp="1"/>
          </p:cNvSpPr>
          <p:nvPr>
            <p:ph type="body" idx="1"/>
          </p:nvPr>
        </p:nvSpPr>
        <p:spPr>
          <a:xfrm>
            <a:off x="311700" y="128537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 dirty="0">
                <a:latin typeface="Times New Roman"/>
                <a:ea typeface="Times New Roman"/>
                <a:cs typeface="Times New Roman"/>
                <a:sym typeface="Times New Roman"/>
              </a:rPr>
              <a:t>won </a:t>
            </a:r>
            <a:r>
              <a:rPr lang="en" sz="1600" dirty="0">
                <a:latin typeface="Times New Roman"/>
                <a:ea typeface="Times New Roman"/>
                <a:cs typeface="Times New Roman"/>
                <a:sym typeface="Times New Roman"/>
              </a:rPr>
              <a:t> 	  we    			ɧaŋ-ɭa        </a:t>
            </a: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dirty="0"/>
              <a:t>hear(s)	(a) dino			from-sand (Welsh)</a:t>
            </a: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dirty="0"/>
              <a:t>V + NP + PP</a:t>
            </a: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dirty="0">
                <a:latin typeface="Times New Roman"/>
                <a:ea typeface="Times New Roman"/>
                <a:cs typeface="Times New Roman"/>
                <a:sym typeface="Times New Roman"/>
              </a:rPr>
              <a:t>ɧaŋ-ɭa 	  we 			</a:t>
            </a:r>
            <a:r>
              <a:rPr lang="en" sz="1600" b="1" dirty="0">
                <a:latin typeface="Times New Roman"/>
                <a:ea typeface="Times New Roman"/>
                <a:cs typeface="Times New Roman"/>
                <a:sym typeface="Times New Roman"/>
              </a:rPr>
              <a:t>won </a:t>
            </a:r>
            <a:r>
              <a:rPr lang="en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dirty="0"/>
              <a:t>From-sand 	(a) dino		hear(s)	(Japanese)</a:t>
            </a: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600" dirty="0"/>
              <a:t>PP + NP + V </a:t>
            </a:r>
            <a:endParaRPr sz="1600" dirty="0"/>
          </a:p>
        </p:txBody>
      </p:sp>
      <p:sp>
        <p:nvSpPr>
          <p:cNvPr id="202" name="Google Shape;202;p31"/>
          <p:cNvSpPr txBox="1"/>
          <p:nvPr/>
        </p:nvSpPr>
        <p:spPr>
          <a:xfrm>
            <a:off x="5734975" y="1505000"/>
            <a:ext cx="14595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31"/>
          <p:cNvSpPr txBox="1"/>
          <p:nvPr/>
        </p:nvSpPr>
        <p:spPr>
          <a:xfrm>
            <a:off x="7370875" y="3236125"/>
            <a:ext cx="14595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Head Final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31"/>
          <p:cNvSpPr txBox="1"/>
          <p:nvPr/>
        </p:nvSpPr>
        <p:spPr>
          <a:xfrm>
            <a:off x="7369275" y="2104350"/>
            <a:ext cx="14595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Head Initial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31"/>
          <p:cNvSpPr/>
          <p:nvPr/>
        </p:nvSpPr>
        <p:spPr>
          <a:xfrm>
            <a:off x="4897022" y="3070825"/>
            <a:ext cx="547200" cy="39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1"/>
          <p:cNvSpPr/>
          <p:nvPr/>
        </p:nvSpPr>
        <p:spPr>
          <a:xfrm>
            <a:off x="779500" y="1881250"/>
            <a:ext cx="547200" cy="39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>
            <a:spLocks noGrp="1"/>
          </p:cNvSpPr>
          <p:nvPr>
            <p:ph type="title"/>
          </p:nvPr>
        </p:nvSpPr>
        <p:spPr>
          <a:xfrm>
            <a:off x="311700" y="2854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do you choose?				Mɤɧøɴ	</a:t>
            </a:r>
            <a:endParaRPr/>
          </a:p>
        </p:txBody>
      </p:sp>
      <p:sp>
        <p:nvSpPr>
          <p:cNvPr id="212" name="Google Shape;212;p3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 dirty="0">
                <a:latin typeface="Times New Roman"/>
                <a:ea typeface="Times New Roman"/>
                <a:cs typeface="Times New Roman"/>
                <a:sym typeface="Times New Roman"/>
              </a:rPr>
              <a:t>won </a:t>
            </a:r>
            <a:r>
              <a:rPr lang="en" sz="1600" dirty="0">
                <a:latin typeface="Times New Roman"/>
                <a:ea typeface="Times New Roman"/>
                <a:cs typeface="Times New Roman"/>
                <a:sym typeface="Times New Roman"/>
              </a:rPr>
              <a:t> 	  we    			ɧaŋ-ɭa        </a:t>
            </a: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dirty="0"/>
              <a:t>hear(s)	(a) dino			from-sand (Welsh)</a:t>
            </a: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dirty="0"/>
              <a:t>V + NP + PP</a:t>
            </a: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600" dirty="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ɧaŋ-ɭa 	  we 			</a:t>
            </a:r>
            <a:r>
              <a:rPr lang="en" sz="1600" b="1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won </a:t>
            </a:r>
            <a:r>
              <a:rPr lang="en" sz="16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strike="sngStrike" dirty="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strike="sngStrike" dirty="0"/>
              <a:t>From-sand 	(a) dino		hear(s)	(Japanese)</a:t>
            </a:r>
            <a:endParaRPr sz="1600" strike="sngStrike" dirty="0"/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600" strike="sngStrike" dirty="0"/>
              <a:t>PP + NP + V </a:t>
            </a:r>
            <a:endParaRPr sz="1600" strike="sngStrike" dirty="0"/>
          </a:p>
        </p:txBody>
      </p:sp>
      <p:sp>
        <p:nvSpPr>
          <p:cNvPr id="213" name="Google Shape;213;p32"/>
          <p:cNvSpPr txBox="1"/>
          <p:nvPr/>
        </p:nvSpPr>
        <p:spPr>
          <a:xfrm>
            <a:off x="5734975" y="1505000"/>
            <a:ext cx="14595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32"/>
          <p:cNvSpPr txBox="1"/>
          <p:nvPr/>
        </p:nvSpPr>
        <p:spPr>
          <a:xfrm>
            <a:off x="7372800" y="3208073"/>
            <a:ext cx="14595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strike="sngStrike" dirty="0">
                <a:latin typeface="Open Sans"/>
                <a:ea typeface="Open Sans"/>
                <a:cs typeface="Open Sans"/>
                <a:sym typeface="Open Sans"/>
              </a:rPr>
              <a:t>Head Final</a:t>
            </a:r>
            <a:endParaRPr b="1" strike="sngStrike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5" name="Google Shape;215;p32"/>
          <p:cNvSpPr txBox="1"/>
          <p:nvPr/>
        </p:nvSpPr>
        <p:spPr>
          <a:xfrm>
            <a:off x="7372800" y="2075025"/>
            <a:ext cx="14595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pen Sans"/>
                <a:ea typeface="Open Sans"/>
                <a:cs typeface="Open Sans"/>
                <a:sym typeface="Open Sans"/>
              </a:rPr>
              <a:t>Head Initial</a:t>
            </a:r>
            <a:endParaRPr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32"/>
          <p:cNvSpPr/>
          <p:nvPr/>
        </p:nvSpPr>
        <p:spPr>
          <a:xfrm>
            <a:off x="4910602" y="3042773"/>
            <a:ext cx="547200" cy="39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32"/>
          <p:cNvSpPr/>
          <p:nvPr/>
        </p:nvSpPr>
        <p:spPr>
          <a:xfrm>
            <a:off x="779500" y="1881250"/>
            <a:ext cx="547200" cy="39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32"/>
          <p:cNvSpPr/>
          <p:nvPr/>
        </p:nvSpPr>
        <p:spPr>
          <a:xfrm>
            <a:off x="604275" y="1744425"/>
            <a:ext cx="6681300" cy="1128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your turn!</a:t>
            </a:r>
            <a:endParaRPr/>
          </a:p>
        </p:txBody>
      </p:sp>
      <p:sp>
        <p:nvSpPr>
          <p:cNvPr id="224" name="Google Shape;224;p33"/>
          <p:cNvSpPr txBox="1">
            <a:spLocks noGrp="1"/>
          </p:cNvSpPr>
          <p:nvPr>
            <p:ph type="body" idx="1"/>
          </p:nvPr>
        </p:nvSpPr>
        <p:spPr>
          <a:xfrm>
            <a:off x="311700" y="2428525"/>
            <a:ext cx="8520600" cy="21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Modify your word order following what you’ve already done with your NPs, and translate: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“Hears a man from the sand.”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Prepositional Phrases</a:t>
            </a:r>
            <a:endParaRPr/>
          </a:p>
        </p:txBody>
      </p:sp>
      <p:sp>
        <p:nvSpPr>
          <p:cNvPr id="230" name="Google Shape;230;p34"/>
          <p:cNvSpPr txBox="1">
            <a:spLocks noGrp="1"/>
          </p:cNvSpPr>
          <p:nvPr>
            <p:ph type="body" idx="1"/>
          </p:nvPr>
        </p:nvSpPr>
        <p:spPr>
          <a:xfrm>
            <a:off x="311700" y="1459400"/>
            <a:ext cx="8520600" cy="31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Consists of:</a:t>
            </a: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Prepositions (</a:t>
            </a:r>
            <a:r>
              <a:rPr lang="en" b="1" dirty="0"/>
              <a:t>P</a:t>
            </a:r>
            <a:r>
              <a:rPr lang="en" dirty="0"/>
              <a:t>) -- this is the “head”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Noun Phrase (</a:t>
            </a:r>
            <a:r>
              <a:rPr lang="en" b="1" dirty="0"/>
              <a:t>NP</a:t>
            </a:r>
            <a:r>
              <a:rPr lang="en" dirty="0"/>
              <a:t>)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 dirty="0"/>
              <a:t>** There is a set word order in English **</a:t>
            </a:r>
            <a:endParaRPr b="1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Prepositional 		vs. 		Postpositional</a:t>
            </a:r>
            <a:endParaRPr/>
          </a:p>
        </p:txBody>
      </p:sp>
      <p:sp>
        <p:nvSpPr>
          <p:cNvPr id="236" name="Google Shape;236;p35"/>
          <p:cNvSpPr txBox="1">
            <a:spLocks noGrp="1"/>
          </p:cNvSpPr>
          <p:nvPr>
            <p:ph type="body" idx="1"/>
          </p:nvPr>
        </p:nvSpPr>
        <p:spPr>
          <a:xfrm>
            <a:off x="311700" y="1493600"/>
            <a:ext cx="8520600" cy="30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</a:t>
            </a:r>
            <a:r>
              <a:rPr lang="en" b="1" dirty="0"/>
              <a:t>In</a:t>
            </a:r>
            <a:r>
              <a:rPr lang="en" dirty="0"/>
              <a:t> bed”						*“Bed </a:t>
            </a:r>
            <a:r>
              <a:rPr lang="en" b="1" dirty="0"/>
              <a:t>in</a:t>
            </a:r>
            <a:r>
              <a:rPr lang="en" dirty="0"/>
              <a:t>”	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“</a:t>
            </a:r>
            <a:r>
              <a:rPr lang="en" b="1" dirty="0"/>
              <a:t>On</a:t>
            </a:r>
            <a:r>
              <a:rPr lang="en" dirty="0"/>
              <a:t> the way”					*“The way </a:t>
            </a:r>
            <a:r>
              <a:rPr lang="en" b="1" dirty="0"/>
              <a:t>on</a:t>
            </a:r>
            <a:r>
              <a:rPr lang="en" dirty="0"/>
              <a:t>”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“</a:t>
            </a:r>
            <a:r>
              <a:rPr lang="en" b="1" dirty="0"/>
              <a:t>From</a:t>
            </a:r>
            <a:r>
              <a:rPr lang="en" dirty="0"/>
              <a:t> my nose”					*“My nose </a:t>
            </a:r>
            <a:r>
              <a:rPr lang="en" b="1" dirty="0"/>
              <a:t>from</a:t>
            </a:r>
            <a:r>
              <a:rPr lang="en" dirty="0"/>
              <a:t>”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“</a:t>
            </a:r>
            <a:r>
              <a:rPr lang="en" b="1" dirty="0"/>
              <a:t>With</a:t>
            </a:r>
            <a:r>
              <a:rPr lang="en" dirty="0"/>
              <a:t> a spoon”					*“A spoon </a:t>
            </a:r>
            <a:r>
              <a:rPr lang="en" b="1" dirty="0"/>
              <a:t>with</a:t>
            </a:r>
            <a:r>
              <a:rPr lang="en" dirty="0"/>
              <a:t>”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*“</a:t>
            </a:r>
            <a:r>
              <a:rPr lang="en" b="1" dirty="0"/>
              <a:t>Ago</a:t>
            </a:r>
            <a:r>
              <a:rPr lang="en" dirty="0"/>
              <a:t> 20 years”					“20 years </a:t>
            </a:r>
            <a:r>
              <a:rPr lang="en" b="1" dirty="0"/>
              <a:t>ago</a:t>
            </a:r>
            <a:r>
              <a:rPr lang="en" dirty="0"/>
              <a:t>”</a:t>
            </a:r>
            <a:endParaRPr dirty="0"/>
          </a:p>
        </p:txBody>
      </p:sp>
      <p:sp>
        <p:nvSpPr>
          <p:cNvPr id="237" name="Google Shape;237;p35"/>
          <p:cNvSpPr txBox="1"/>
          <p:nvPr/>
        </p:nvSpPr>
        <p:spPr>
          <a:xfrm>
            <a:off x="581525" y="4418875"/>
            <a:ext cx="14595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Head Initial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35"/>
          <p:cNvSpPr txBox="1"/>
          <p:nvPr/>
        </p:nvSpPr>
        <p:spPr>
          <a:xfrm>
            <a:off x="6102258" y="4418875"/>
            <a:ext cx="14595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Open Sans"/>
                <a:ea typeface="Open Sans"/>
                <a:cs typeface="Open Sans"/>
                <a:sym typeface="Open Sans"/>
              </a:rPr>
              <a:t>Head Final</a:t>
            </a:r>
            <a:endParaRPr b="1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do you choose?				Mɤɧøɴ	</a:t>
            </a:r>
            <a:endParaRPr/>
          </a:p>
        </p:txBody>
      </p:sp>
      <p:sp>
        <p:nvSpPr>
          <p:cNvPr id="244" name="Google Shape;244;p3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Must be head-initial (already chose that route!)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Location: 		in Undersplash			</a:t>
            </a:r>
            <a:r>
              <a:rPr lang="en" b="1" dirty="0"/>
              <a:t>ɓɤ-</a:t>
            </a:r>
            <a:r>
              <a:rPr lang="en" dirty="0"/>
              <a:t>wisiyesi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Source:			from Undersplash		</a:t>
            </a:r>
            <a:r>
              <a:rPr lang="en" b="1" dirty="0"/>
              <a:t>ɧaŋ-</a:t>
            </a:r>
            <a:r>
              <a:rPr lang="en" dirty="0"/>
              <a:t>wisiyesi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Instrument:		with Chomper			</a:t>
            </a:r>
            <a:r>
              <a:rPr lang="en" b="1" dirty="0"/>
              <a:t>ti-</a:t>
            </a:r>
            <a:r>
              <a:rPr lang="en" dirty="0"/>
              <a:t>çampa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Possession:		Chomper’s			</a:t>
            </a:r>
            <a:r>
              <a:rPr lang="en" b="1" dirty="0"/>
              <a:t>xɤ-</a:t>
            </a:r>
            <a:r>
              <a:rPr lang="en" dirty="0"/>
              <a:t>çampa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do you choose?</a:t>
            </a:r>
            <a:endParaRPr/>
          </a:p>
        </p:txBody>
      </p:sp>
      <p:sp>
        <p:nvSpPr>
          <p:cNvPr id="250" name="Google Shape;250;p37"/>
          <p:cNvSpPr txBox="1">
            <a:spLocks noGrp="1"/>
          </p:cNvSpPr>
          <p:nvPr>
            <p:ph type="body" idx="1"/>
          </p:nvPr>
        </p:nvSpPr>
        <p:spPr>
          <a:xfrm>
            <a:off x="311700" y="1516400"/>
            <a:ext cx="8520600" cy="30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 the work you’ve done with NPs &amp; VPs to choose a PP word order.  Then translate the following sentence: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“From the water”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Sentences</a:t>
            </a:r>
            <a:endParaRPr/>
          </a:p>
        </p:txBody>
      </p:sp>
      <p:sp>
        <p:nvSpPr>
          <p:cNvPr id="256" name="Google Shape;256;p3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 most common word orders: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 dirty="0"/>
              <a:t>VSO			</a:t>
            </a:r>
            <a:r>
              <a:rPr lang="en" dirty="0"/>
              <a:t>Kicks the boy the ball. </a:t>
            </a:r>
            <a:r>
              <a:rPr lang="en" b="1" dirty="0"/>
              <a:t>		- Head-Initial</a:t>
            </a:r>
            <a:endParaRPr b="1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 dirty="0"/>
              <a:t>SOV			</a:t>
            </a:r>
            <a:r>
              <a:rPr lang="en" dirty="0"/>
              <a:t>The boy the ball kicks.</a:t>
            </a:r>
            <a:r>
              <a:rPr lang="en" b="1" dirty="0"/>
              <a:t> 		- Head-Final</a:t>
            </a:r>
            <a:endParaRPr b="1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b="1" dirty="0"/>
              <a:t>SVO			</a:t>
            </a:r>
            <a:r>
              <a:rPr lang="en" dirty="0"/>
              <a:t>The boy kicks the ball. 	</a:t>
            </a:r>
            <a:r>
              <a:rPr lang="en" b="1" dirty="0"/>
              <a:t>	- Transitional</a:t>
            </a:r>
            <a:endParaRPr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Sentences</a:t>
            </a:r>
            <a:endParaRPr/>
          </a:p>
        </p:txBody>
      </p:sp>
      <p:sp>
        <p:nvSpPr>
          <p:cNvPr id="262" name="Google Shape;262;p3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most common word orders: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/>
              <a:t>VSO					</a:t>
            </a:r>
            <a:r>
              <a:rPr lang="en"/>
              <a:t>Kicks the boy the ball. </a:t>
            </a:r>
            <a:r>
              <a:rPr lang="en" b="1"/>
              <a:t>		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/>
              <a:t>SOV					</a:t>
            </a:r>
            <a:r>
              <a:rPr lang="en"/>
              <a:t>The boy the ball kicks.</a:t>
            </a:r>
            <a:r>
              <a:rPr lang="en" b="1"/>
              <a:t> 		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b="1"/>
              <a:t>SVO					</a:t>
            </a:r>
            <a:r>
              <a:rPr lang="en"/>
              <a:t>The boy kicks the ball. 	</a:t>
            </a:r>
            <a:r>
              <a:rPr lang="en" b="1"/>
              <a:t>	</a:t>
            </a:r>
            <a:endParaRPr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do you choose?				Mɤɧøɴ	</a:t>
            </a:r>
            <a:endParaRPr/>
          </a:p>
        </p:txBody>
      </p:sp>
      <p:sp>
        <p:nvSpPr>
          <p:cNvPr id="268" name="Google Shape;268;p4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Must be head-initial (already chose that route!)	-  	</a:t>
            </a:r>
            <a:r>
              <a:rPr lang="en" b="1"/>
              <a:t>VSO</a:t>
            </a:r>
            <a:endParaRPr b="1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 dirty="0"/>
              <a:t>ʀuɗe </a:t>
            </a:r>
            <a:r>
              <a:rPr lang="en" dirty="0"/>
              <a:t>çampa meɴ. “Chomper gives water” (generally) → 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 dirty="0"/>
              <a:t>ʀɤnʀuɗe </a:t>
            </a:r>
            <a:r>
              <a:rPr lang="en" dirty="0"/>
              <a:t>çampa meɴ we. “Chomper gives water to the dinosaur.”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 dirty="0"/>
              <a:t>onʀuɗe </a:t>
            </a:r>
            <a:r>
              <a:rPr lang="en" dirty="0"/>
              <a:t>çampa meɴ iɴ. “Chomper gives water to the metra.”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b="1" dirty="0"/>
              <a:t>sønʀuɗe </a:t>
            </a:r>
            <a:r>
              <a:rPr lang="en" dirty="0"/>
              <a:t>çampa meɴ ɓiŋ. “Chomper gives water to the seaweed.”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do you choose?</a:t>
            </a:r>
            <a:endParaRPr/>
          </a:p>
        </p:txBody>
      </p:sp>
      <p:sp>
        <p:nvSpPr>
          <p:cNvPr id="274" name="Google Shape;274;p41"/>
          <p:cNvSpPr txBox="1">
            <a:spLocks noGrp="1"/>
          </p:cNvSpPr>
          <p:nvPr>
            <p:ph type="body" idx="1"/>
          </p:nvPr>
        </p:nvSpPr>
        <p:spPr>
          <a:xfrm>
            <a:off x="311700" y="1516400"/>
            <a:ext cx="8520600" cy="30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 the work you’ve done with NPs, VPs, &amp; PPs to choose a sentence word order.  Then translate the following sentence: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“That small person in the water hears a dog from the sand.”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Y’ALL YOU CAN TRANSLATE YOUR FINAL PROJECT NOW</a:t>
            </a:r>
            <a:endParaRPr sz="3200" dirty="0"/>
          </a:p>
        </p:txBody>
      </p:sp>
      <p:pic>
        <p:nvPicPr>
          <p:cNvPr id="280" name="Google Shape;28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1783" y="1588083"/>
            <a:ext cx="3762500" cy="293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46C112B6-D5EF-3BEB-D037-9ECD99CC2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>
            <a:extLst>
              <a:ext uri="{FF2B5EF4-FFF2-40B4-BE49-F238E27FC236}">
                <a16:creationId xmlns:a16="http://schemas.microsoft.com/office/drawing/2014/main" id="{5DD39316-C6BD-254B-194F-DCCFECA4827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Linguistics 200, Week 11</a:t>
            </a:r>
            <a:endParaRPr/>
          </a:p>
        </p:txBody>
      </p:sp>
      <p:sp>
        <p:nvSpPr>
          <p:cNvPr id="67" name="Google Shape;67;p13">
            <a:extLst>
              <a:ext uri="{FF2B5EF4-FFF2-40B4-BE49-F238E27FC236}">
                <a16:creationId xmlns:a16="http://schemas.microsoft.com/office/drawing/2014/main" id="{824C75C6-E86C-7E2E-30BD-15264CB9244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 Order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278850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18AD917A-C07F-924C-BD76-22D8B17C0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>
            <a:extLst>
              <a:ext uri="{FF2B5EF4-FFF2-40B4-BE49-F238E27FC236}">
                <a16:creationId xmlns:a16="http://schemas.microsoft.com/office/drawing/2014/main" id="{34BBD3F2-AAF5-DD2D-1018-EAB1597CD7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Review</a:t>
            </a:r>
            <a:endParaRPr dirty="0"/>
          </a:p>
        </p:txBody>
      </p:sp>
      <p:sp>
        <p:nvSpPr>
          <p:cNvPr id="262" name="Google Shape;262;p39">
            <a:extLst>
              <a:ext uri="{FF2B5EF4-FFF2-40B4-BE49-F238E27FC236}">
                <a16:creationId xmlns:a16="http://schemas.microsoft.com/office/drawing/2014/main" id="{1B5161D7-8D82-4D97-1A0C-23F1F2E58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Headedness:</a:t>
            </a:r>
          </a:p>
          <a:p>
            <a:pPr marL="0" indent="0">
              <a:lnSpc>
                <a:spcPct val="150000"/>
              </a:lnSpc>
              <a:buNone/>
            </a:pPr>
            <a:endParaRPr lang="en-US" b="1" dirty="0"/>
          </a:p>
          <a:p>
            <a:pPr marL="285750" indent="0">
              <a:lnSpc>
                <a:spcPct val="150000"/>
              </a:lnSpc>
            </a:pPr>
            <a:r>
              <a:rPr lang="en-US" b="1" dirty="0"/>
              <a:t>Prefixes, Suffixes, Mix</a:t>
            </a:r>
          </a:p>
          <a:p>
            <a:pPr marL="285750" indent="0">
              <a:lnSpc>
                <a:spcPct val="150000"/>
              </a:lnSpc>
            </a:pPr>
            <a:r>
              <a:rPr lang="en-US" b="1" dirty="0"/>
              <a:t>Head-Initial, Head-Final, Transitional</a:t>
            </a:r>
          </a:p>
          <a:p>
            <a:pPr lvl="1" indent="0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US" b="1" dirty="0"/>
              <a:t>Noun Phrases</a:t>
            </a:r>
          </a:p>
          <a:p>
            <a:pPr lvl="1" indent="0">
              <a:lnSpc>
                <a:spcPct val="150000"/>
              </a:lnSpc>
              <a:spcBef>
                <a:spcPts val="0"/>
              </a:spcBef>
            </a:pPr>
            <a:r>
              <a:rPr lang="en-US" b="1" dirty="0"/>
              <a:t>Verb Phrases</a:t>
            </a:r>
          </a:p>
          <a:p>
            <a:pPr lvl="1" indent="0">
              <a:lnSpc>
                <a:spcPct val="150000"/>
              </a:lnSpc>
              <a:spcBef>
                <a:spcPts val="0"/>
              </a:spcBef>
            </a:pPr>
            <a:r>
              <a:rPr lang="en-US" b="1" err="1"/>
              <a:t>Adpositional</a:t>
            </a:r>
            <a:r>
              <a:rPr lang="en-US" b="1" dirty="0"/>
              <a:t> Phrases</a:t>
            </a:r>
          </a:p>
          <a:p>
            <a:pPr lvl="1" indent="0">
              <a:lnSpc>
                <a:spcPct val="150000"/>
              </a:lnSpc>
              <a:spcBef>
                <a:spcPts val="0"/>
              </a:spcBef>
            </a:pPr>
            <a:r>
              <a:rPr lang="en-US" b="1" dirty="0"/>
              <a:t>Sentences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 </a:t>
            </a:r>
          </a:p>
        </p:txBody>
      </p:sp>
    </p:spTree>
    <p:extLst>
      <p:ext uri="{BB962C8B-B14F-4D97-AF65-F5344CB8AC3E}">
        <p14:creationId xmlns:p14="http://schemas.microsoft.com/office/powerpoint/2010/main" val="21125324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CF3B2D4-F996-C8CC-5FC7-A4D8C3C19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>
            <a:extLst>
              <a:ext uri="{FF2B5EF4-FFF2-40B4-BE49-F238E27FC236}">
                <a16:creationId xmlns:a16="http://schemas.microsoft.com/office/drawing/2014/main" id="{E80D6D18-930D-AC19-A489-C35F6029F6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Dorgon</a:t>
            </a:r>
            <a:r>
              <a:rPr lang="en" dirty="0"/>
              <a:t> Word Order: Let's Review the Grammar</a:t>
            </a:r>
            <a:endParaRPr lang="en-US" dirty="0"/>
          </a:p>
        </p:txBody>
      </p:sp>
      <p:sp>
        <p:nvSpPr>
          <p:cNvPr id="262" name="Google Shape;262;p39">
            <a:extLst>
              <a:ext uri="{FF2B5EF4-FFF2-40B4-BE49-F238E27FC236}">
                <a16:creationId xmlns:a16="http://schemas.microsoft.com/office/drawing/2014/main" id="{58C23226-6C0C-8E41-5E41-0840EBB58E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b="1" dirty="0"/>
          </a:p>
          <a:p>
            <a:pPr marL="285750" indent="0">
              <a:lnSpc>
                <a:spcPct val="150000"/>
              </a:lnSpc>
              <a:buNone/>
            </a:pPr>
            <a:r>
              <a:rPr lang="en-US" b="1" dirty="0"/>
              <a:t>Nominals</a:t>
            </a:r>
          </a:p>
          <a:p>
            <a:pPr marL="742950" lvl="1" indent="0">
              <a:lnSpc>
                <a:spcPct val="150000"/>
              </a:lnSpc>
              <a:spcBef>
                <a:spcPts val="0"/>
              </a:spcBef>
              <a:buSzPts val="1800"/>
              <a:buFont typeface="Courier New"/>
              <a:buChar char="o"/>
            </a:pPr>
            <a:r>
              <a:rPr lang="en-US" b="1" dirty="0"/>
              <a:t>Number</a:t>
            </a:r>
          </a:p>
          <a:p>
            <a:pPr marL="742950" lvl="1" indent="0">
              <a:lnSpc>
                <a:spcPct val="150000"/>
              </a:lnSpc>
              <a:spcBef>
                <a:spcPts val="0"/>
              </a:spcBef>
              <a:buSzPts val="1800"/>
              <a:buFont typeface="Courier New"/>
              <a:buChar char="o"/>
            </a:pPr>
            <a:r>
              <a:rPr lang="en-US" b="1" dirty="0"/>
              <a:t>Case</a:t>
            </a:r>
          </a:p>
          <a:p>
            <a:pPr marL="285750" indent="0">
              <a:lnSpc>
                <a:spcPct val="150000"/>
              </a:lnSpc>
              <a:buNone/>
            </a:pPr>
            <a:r>
              <a:rPr lang="en-US" b="1" dirty="0"/>
              <a:t>Verbs</a:t>
            </a:r>
          </a:p>
          <a:p>
            <a:pPr marL="742950" lvl="1" indent="0">
              <a:lnSpc>
                <a:spcPct val="150000"/>
              </a:lnSpc>
              <a:spcBef>
                <a:spcPts val="0"/>
              </a:spcBef>
              <a:buSzPts val="1800"/>
              <a:buFont typeface="Courier New"/>
              <a:buChar char="o"/>
            </a:pPr>
            <a:r>
              <a:rPr lang="en-US" b="1" dirty="0"/>
              <a:t>Tense</a:t>
            </a:r>
          </a:p>
          <a:p>
            <a:pPr marL="742950" lvl="1" indent="0">
              <a:lnSpc>
                <a:spcPct val="150000"/>
              </a:lnSpc>
              <a:spcBef>
                <a:spcPts val="0"/>
              </a:spcBef>
              <a:buSzPts val="1800"/>
              <a:buFont typeface="Courier New"/>
              <a:buChar char="o"/>
            </a:pPr>
            <a:r>
              <a:rPr lang="en-US" b="1" dirty="0"/>
              <a:t>Mood</a:t>
            </a:r>
          </a:p>
          <a:p>
            <a:pPr marL="742950" lvl="1" indent="0">
              <a:lnSpc>
                <a:spcPct val="150000"/>
              </a:lnSpc>
              <a:spcBef>
                <a:spcPts val="0"/>
              </a:spcBef>
              <a:buSzPts val="1800"/>
              <a:buFont typeface="Courier New"/>
              <a:buChar char="o"/>
            </a:pPr>
            <a:r>
              <a:rPr lang="en-US" b="1" dirty="0"/>
              <a:t>Valence</a:t>
            </a:r>
          </a:p>
          <a:p>
            <a:pPr marL="742950" lvl="1" indent="0">
              <a:lnSpc>
                <a:spcPct val="150000"/>
              </a:lnSpc>
              <a:spcBef>
                <a:spcPts val="0"/>
              </a:spcBef>
              <a:buSzPts val="1800"/>
              <a:buFont typeface="Courier New"/>
              <a:buChar char="o"/>
            </a:pPr>
            <a:r>
              <a:rPr lang="en-US" b="1" dirty="0"/>
              <a:t>Incorporation</a:t>
            </a:r>
          </a:p>
        </p:txBody>
      </p:sp>
    </p:spTree>
    <p:extLst>
      <p:ext uri="{BB962C8B-B14F-4D97-AF65-F5344CB8AC3E}">
        <p14:creationId xmlns:p14="http://schemas.microsoft.com/office/powerpoint/2010/main" val="41579549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CF3B2D4-F996-C8CC-5FC7-A4D8C3C19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>
            <a:extLst>
              <a:ext uri="{FF2B5EF4-FFF2-40B4-BE49-F238E27FC236}">
                <a16:creationId xmlns:a16="http://schemas.microsoft.com/office/drawing/2014/main" id="{E80D6D18-930D-AC19-A489-C35F6029F6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Dorgon</a:t>
            </a:r>
            <a:r>
              <a:rPr lang="en-US" dirty="0"/>
              <a:t> </a:t>
            </a:r>
            <a:r>
              <a:rPr lang="en" dirty="0"/>
              <a:t>Word Order – What do we choose?</a:t>
            </a:r>
            <a:endParaRPr lang="en-US" dirty="0"/>
          </a:p>
        </p:txBody>
      </p:sp>
      <p:sp>
        <p:nvSpPr>
          <p:cNvPr id="262" name="Google Shape;262;p39">
            <a:extLst>
              <a:ext uri="{FF2B5EF4-FFF2-40B4-BE49-F238E27FC236}">
                <a16:creationId xmlns:a16="http://schemas.microsoft.com/office/drawing/2014/main" id="{58C23226-6C0C-8E41-5E41-0840EBB58E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b="1" dirty="0"/>
          </a:p>
          <a:p>
            <a:pPr marL="285750" indent="0">
              <a:lnSpc>
                <a:spcPct val="150000"/>
              </a:lnSpc>
              <a:buNone/>
            </a:pPr>
            <a:r>
              <a:rPr lang="en-US" b="1" dirty="0"/>
              <a:t>Nominals</a:t>
            </a:r>
          </a:p>
          <a:p>
            <a:pPr marL="742950" lvl="1" indent="0">
              <a:lnSpc>
                <a:spcPct val="150000"/>
              </a:lnSpc>
              <a:spcBef>
                <a:spcPts val="0"/>
              </a:spcBef>
              <a:buSzPts val="1800"/>
              <a:buFont typeface="Courier New"/>
              <a:buChar char="o"/>
            </a:pPr>
            <a:r>
              <a:rPr lang="en-US" b="1" dirty="0"/>
              <a:t>Number</a:t>
            </a:r>
          </a:p>
          <a:p>
            <a:pPr marL="742950" lvl="1" indent="0">
              <a:lnSpc>
                <a:spcPct val="150000"/>
              </a:lnSpc>
              <a:spcBef>
                <a:spcPts val="0"/>
              </a:spcBef>
              <a:buSzPts val="1800"/>
              <a:buFont typeface="Courier New"/>
              <a:buChar char="o"/>
            </a:pPr>
            <a:r>
              <a:rPr lang="en-US" b="1" dirty="0"/>
              <a:t>Case</a:t>
            </a:r>
          </a:p>
          <a:p>
            <a:pPr marL="285750" indent="0">
              <a:lnSpc>
                <a:spcPct val="150000"/>
              </a:lnSpc>
              <a:buNone/>
            </a:pPr>
            <a:r>
              <a:rPr lang="en-US" b="1" dirty="0"/>
              <a:t>Verbs</a:t>
            </a:r>
          </a:p>
          <a:p>
            <a:pPr marL="742950" lvl="1" indent="0">
              <a:lnSpc>
                <a:spcPct val="150000"/>
              </a:lnSpc>
              <a:spcBef>
                <a:spcPts val="0"/>
              </a:spcBef>
              <a:buSzPts val="1800"/>
              <a:buFont typeface="Courier New"/>
              <a:buChar char="o"/>
            </a:pPr>
            <a:r>
              <a:rPr lang="en-US" b="1" dirty="0"/>
              <a:t>Tense</a:t>
            </a:r>
          </a:p>
          <a:p>
            <a:pPr marL="742950" lvl="1" indent="0">
              <a:lnSpc>
                <a:spcPct val="150000"/>
              </a:lnSpc>
              <a:spcBef>
                <a:spcPts val="0"/>
              </a:spcBef>
              <a:buSzPts val="1800"/>
              <a:buFont typeface="Courier New"/>
              <a:buChar char="o"/>
            </a:pPr>
            <a:r>
              <a:rPr lang="en-US" b="1" dirty="0"/>
              <a:t>Mood</a:t>
            </a:r>
          </a:p>
          <a:p>
            <a:pPr marL="742950" lvl="1" indent="0">
              <a:lnSpc>
                <a:spcPct val="150000"/>
              </a:lnSpc>
              <a:spcBef>
                <a:spcPts val="0"/>
              </a:spcBef>
              <a:buSzPts val="1800"/>
              <a:buFont typeface="Courier New"/>
              <a:buChar char="o"/>
            </a:pPr>
            <a:r>
              <a:rPr lang="en-US" b="1" dirty="0"/>
              <a:t>Valence</a:t>
            </a:r>
          </a:p>
          <a:p>
            <a:pPr marL="742950" lvl="1" indent="0">
              <a:lnSpc>
                <a:spcPct val="150000"/>
              </a:lnSpc>
              <a:spcBef>
                <a:spcPts val="0"/>
              </a:spcBef>
              <a:buSzPts val="1800"/>
              <a:buFont typeface="Courier New"/>
              <a:buChar char="o"/>
            </a:pPr>
            <a:r>
              <a:rPr lang="en-US" b="1" dirty="0"/>
              <a:t>Incorporation</a:t>
            </a:r>
          </a:p>
        </p:txBody>
      </p:sp>
    </p:spTree>
    <p:extLst>
      <p:ext uri="{BB962C8B-B14F-4D97-AF65-F5344CB8AC3E}">
        <p14:creationId xmlns:p14="http://schemas.microsoft.com/office/powerpoint/2010/main" val="13725324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F13CE-2A68-876A-1C23-5BC5E70D9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 – We'll translate some </a:t>
            </a:r>
            <a:r>
              <a:rPr lang="en-US" dirty="0" err="1"/>
              <a:t>Dorgon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5BE7D-2333-DF0E-BBAE-59BDC71FA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121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4A6F-6239-20BA-6435-472BF22FF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51755"/>
            <a:ext cx="8520600" cy="707400"/>
          </a:xfrm>
        </p:spPr>
        <p:txBody>
          <a:bodyPr/>
          <a:lstStyle/>
          <a:p>
            <a:r>
              <a:rPr lang="en-US" sz="3200" dirty="0"/>
              <a:t>In Class Activity – Let's Translate </a:t>
            </a:r>
            <a:r>
              <a:rPr lang="en-US" sz="3200" dirty="0" err="1"/>
              <a:t>Constances's</a:t>
            </a:r>
            <a:r>
              <a:rPr lang="en-US" sz="3200" dirty="0"/>
              <a:t> Language: </a:t>
            </a:r>
            <a:r>
              <a:rPr lang="en-US" sz="3200" dirty="0" err="1"/>
              <a:t>ŋɶbu</a:t>
            </a:r>
            <a:r>
              <a:rPr lang="en-US" sz="3200" dirty="0"/>
              <a:t> 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08D93-743A-DBFB-7A61-EC8FFE8D8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38489"/>
            <a:ext cx="8520600" cy="286655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Word Order: Transitional</a:t>
            </a:r>
          </a:p>
          <a:p>
            <a:pPr>
              <a:lnSpc>
                <a:spcPct val="150000"/>
              </a:lnSpc>
            </a:pPr>
            <a:r>
              <a:rPr lang="en-US" dirty="0"/>
              <a:t>Nominals: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US" dirty="0"/>
              <a:t>Number: sg., du., tr., pa., pl.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US" dirty="0"/>
              <a:t>Case: subj., DO, IO, 'before', 'after', 'from', 'with, 'of'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Articles; 'a', 'the'</a:t>
            </a:r>
          </a:p>
          <a:p>
            <a:pPr>
              <a:lnSpc>
                <a:spcPct val="150000"/>
              </a:lnSpc>
            </a:pPr>
            <a:r>
              <a:rPr lang="en-US" dirty="0"/>
              <a:t>Verbs: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Person/number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Tense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Mood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Voice</a:t>
            </a:r>
          </a:p>
          <a:p>
            <a:pPr marL="596900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3304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4A6F-6239-20BA-6435-472BF22FF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Activity – </a:t>
            </a:r>
            <a:r>
              <a:rPr lang="en-US" sz="3200" dirty="0" err="1"/>
              <a:t>ŋɶbu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08D93-743A-DBFB-7A61-EC8FFE8D8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translate together:</a:t>
            </a:r>
          </a:p>
          <a:p>
            <a:pPr>
              <a:lnSpc>
                <a:spcPct val="114999"/>
              </a:lnSpc>
            </a:pPr>
            <a:endParaRPr lang="en-US" dirty="0"/>
          </a:p>
          <a:p>
            <a:pPr marL="114300" indent="0">
              <a:lnSpc>
                <a:spcPct val="114999"/>
              </a:lnSpc>
              <a:buNone/>
            </a:pPr>
            <a:endParaRPr lang="en-US" dirty="0"/>
          </a:p>
          <a:p>
            <a:pPr marL="114300" indent="0">
              <a:lnSpc>
                <a:spcPct val="114999"/>
              </a:lnSpc>
              <a:buNone/>
            </a:pPr>
            <a:r>
              <a:rPr lang="en-US" dirty="0"/>
              <a:t>I stand before a mountain.  The fire burns the crops.</a:t>
            </a:r>
          </a:p>
          <a:p>
            <a:pPr marL="114300" indent="0">
              <a:lnSpc>
                <a:spcPct val="114999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1912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4A6F-6239-20BA-6435-472BF22FF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Class Activity – </a:t>
            </a:r>
            <a:r>
              <a:rPr lang="en-US" sz="3200" dirty="0" err="1"/>
              <a:t>ŋɶbu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08D93-743A-DBFB-7A61-EC8FFE8D8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your groupmates:</a:t>
            </a:r>
          </a:p>
          <a:p>
            <a:pPr>
              <a:lnSpc>
                <a:spcPct val="114999"/>
              </a:lnSpc>
            </a:pPr>
            <a:endParaRPr lang="en-US" dirty="0"/>
          </a:p>
          <a:p>
            <a:pPr marL="114300" indent="0">
              <a:lnSpc>
                <a:spcPct val="114999"/>
              </a:lnSpc>
              <a:buNone/>
            </a:pPr>
            <a:endParaRPr lang="en-US" dirty="0"/>
          </a:p>
          <a:p>
            <a:pPr marL="114300" indent="0">
              <a:lnSpc>
                <a:spcPct val="114999"/>
              </a:lnSpc>
              <a:buNone/>
            </a:pPr>
            <a:r>
              <a:rPr lang="en-US" dirty="0"/>
              <a:t>Compose a sentence in </a:t>
            </a:r>
            <a:r>
              <a:rPr lang="en-US" dirty="0" err="1"/>
              <a:t>ŋɶbu</a:t>
            </a:r>
            <a:r>
              <a:rPr lang="en-US" dirty="0"/>
              <a:t> with at least one noun, one adjective, and one verb.</a:t>
            </a:r>
          </a:p>
          <a:p>
            <a:pPr marL="114300" indent="0">
              <a:lnSpc>
                <a:spcPct val="114999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043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9AC25-0C6F-D390-B2BD-2FEA57B20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return to your language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BCCAA-ECB3-4D0B-D147-0B320FDBC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14476"/>
            <a:ext cx="8520600" cy="3054549"/>
          </a:xfrm>
        </p:spPr>
        <p:txBody>
          <a:bodyPr/>
          <a:lstStyle/>
          <a:p>
            <a:r>
              <a:rPr lang="en-US" dirty="0"/>
              <a:t>Translate a sentence like:</a:t>
            </a:r>
          </a:p>
          <a:p>
            <a:pPr>
              <a:lnSpc>
                <a:spcPct val="114999"/>
              </a:lnSpc>
            </a:pPr>
            <a:endParaRPr lang="en-US" dirty="0"/>
          </a:p>
          <a:p>
            <a:pPr marL="114300" indent="0">
              <a:lnSpc>
                <a:spcPct val="114999"/>
              </a:lnSpc>
              <a:buNone/>
            </a:pPr>
            <a:endParaRPr lang="en-US" dirty="0"/>
          </a:p>
          <a:p>
            <a:pPr marL="114300" indent="0">
              <a:lnSpc>
                <a:spcPct val="114999"/>
              </a:lnSpc>
              <a:buNone/>
            </a:pPr>
            <a:r>
              <a:rPr lang="en-US" dirty="0"/>
              <a:t> I stand before a mountain. The fire burns the crops.</a:t>
            </a:r>
          </a:p>
          <a:p>
            <a:pPr marL="114300" indent="0">
              <a:lnSpc>
                <a:spcPct val="114999"/>
              </a:lnSpc>
              <a:buNone/>
            </a:pPr>
            <a:endParaRPr lang="en-US" dirty="0"/>
          </a:p>
          <a:p>
            <a:pPr marL="114300" indent="0">
              <a:lnSpc>
                <a:spcPct val="114999"/>
              </a:lnSpc>
              <a:buNone/>
            </a:pPr>
            <a:endParaRPr lang="en-US" dirty="0"/>
          </a:p>
          <a:p>
            <a:pPr marL="114300" indent="0">
              <a:lnSpc>
                <a:spcPct val="114999"/>
              </a:lnSpc>
              <a:buNone/>
            </a:pPr>
            <a:r>
              <a:rPr lang="en-US" dirty="0"/>
              <a:t>What grammar do you lack to do?</a:t>
            </a:r>
          </a:p>
          <a:p>
            <a:pPr marL="114300" indent="0">
              <a:lnSpc>
                <a:spcPct val="114999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980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0293A0C9-C0D4-4AA5-DDD1-A8690850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>
            <a:extLst>
              <a:ext uri="{FF2B5EF4-FFF2-40B4-BE49-F238E27FC236}">
                <a16:creationId xmlns:a16="http://schemas.microsoft.com/office/drawing/2014/main" id="{6C1CD0B2-BE2A-1181-F6A6-7A484537957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Linguistics 200, Week 11</a:t>
            </a:r>
            <a:endParaRPr/>
          </a:p>
        </p:txBody>
      </p:sp>
      <p:sp>
        <p:nvSpPr>
          <p:cNvPr id="67" name="Google Shape;67;p13">
            <a:extLst>
              <a:ext uri="{FF2B5EF4-FFF2-40B4-BE49-F238E27FC236}">
                <a16:creationId xmlns:a16="http://schemas.microsoft.com/office/drawing/2014/main" id="{7E41F72E-B92D-1BFF-5BE7-2265007B51A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 Order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2208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EAE-3A1C-9BCC-BD31-7F42DB087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AB585-275D-3A6C-74C8-F3C8F0E57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021136"/>
            <a:ext cx="8520600" cy="2547889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latin typeface="Times New Roman"/>
                <a:cs typeface="Times New Roman"/>
              </a:rPr>
              <a:t>How does your language treat questions? Are question words moved to the beginning of the sentence (through so-called “wh-movement”), or are they left in the normal position of nouns &amp; adverbs? (Be sure to define each word / phrase that you've invented for your language, which you cite)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3268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E2D4-B07B-F1B8-F40B-ABBE9E5A3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– Component 3 due Monday!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6C221-8682-59FC-66D0-C96E24DE8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476000"/>
            <a:ext cx="8520600" cy="2093025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Any other questions about what you need to do?</a:t>
            </a:r>
          </a:p>
        </p:txBody>
      </p:sp>
    </p:spTree>
    <p:extLst>
      <p:ext uri="{BB962C8B-B14F-4D97-AF65-F5344CB8AC3E}">
        <p14:creationId xmlns:p14="http://schemas.microsoft.com/office/powerpoint/2010/main" val="11398976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ED3773-36D9-66CE-89F4-FF1825A79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294" y="0"/>
            <a:ext cx="53174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303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4A6F-6239-20BA-6435-472BF22FF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06900"/>
            <a:ext cx="8520600" cy="707400"/>
          </a:xfrm>
        </p:spPr>
        <p:txBody>
          <a:bodyPr/>
          <a:lstStyle/>
          <a:p>
            <a:r>
              <a:rPr lang="en-US" dirty="0"/>
              <a:t>In Class Activity – Let's Translate </a:t>
            </a:r>
            <a:r>
              <a:rPr lang="en-US" dirty="0" err="1"/>
              <a:t>Pxsinunr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08D93-743A-DBFB-7A61-EC8FFE8D8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925" y="1028200"/>
            <a:ext cx="8844450" cy="3302700"/>
          </a:xfrm>
        </p:spPr>
        <p:txBody>
          <a:bodyPr/>
          <a:lstStyle/>
          <a:p>
            <a:pPr marL="742950">
              <a:lnSpc>
                <a:spcPct val="150000"/>
              </a:lnSpc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Behold!  I am </a:t>
            </a:r>
            <a:r>
              <a:rPr lang="en-US" dirty="0" err="1">
                <a:highlight>
                  <a:srgbClr val="FFFF00"/>
                </a:highlight>
              </a:rPr>
              <a:t>Galasiul</a:t>
            </a:r>
            <a:r>
              <a:rPr lang="en-US" dirty="0">
                <a:highlight>
                  <a:srgbClr val="FFFF00"/>
                </a:highlight>
              </a:rPr>
              <a:t>.  I am the greatest of all (the) </a:t>
            </a:r>
            <a:r>
              <a:rPr lang="en-US" dirty="0" err="1">
                <a:highlight>
                  <a:srgbClr val="FFFF00"/>
                </a:highlight>
              </a:rPr>
              <a:t>Dorgons</a:t>
            </a:r>
            <a:r>
              <a:rPr lang="en-US" dirty="0">
                <a:highlight>
                  <a:srgbClr val="FFFF00"/>
                </a:highlight>
              </a:rPr>
              <a:t>.</a:t>
            </a:r>
          </a:p>
          <a:p>
            <a:pPr marL="742950">
              <a:lnSpc>
                <a:spcPct val="150000"/>
              </a:lnSpc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As emperor, all </a:t>
            </a:r>
            <a:r>
              <a:rPr lang="en-US" dirty="0" err="1">
                <a:highlight>
                  <a:srgbClr val="FFFF00"/>
                </a:highlight>
              </a:rPr>
              <a:t>Dorgons</a:t>
            </a:r>
            <a:r>
              <a:rPr lang="en-US" dirty="0">
                <a:highlight>
                  <a:srgbClr val="FFFF00"/>
                </a:highlight>
              </a:rPr>
              <a:t> bow at my feet.</a:t>
            </a:r>
            <a:endParaRPr lang="en-US">
              <a:highlight>
                <a:srgbClr val="FFFF00"/>
              </a:highlight>
            </a:endParaRPr>
          </a:p>
          <a:p>
            <a:pPr marL="742950">
              <a:lnSpc>
                <a:spcPct val="150000"/>
              </a:lnSpc>
              <a:buAutoNum type="arabicPeriod"/>
            </a:pPr>
            <a:r>
              <a:rPr lang="en-US" dirty="0"/>
              <a:t>(The) Killer </a:t>
            </a:r>
            <a:r>
              <a:rPr lang="en-US" dirty="0" err="1"/>
              <a:t>Dorgons</a:t>
            </a:r>
            <a:r>
              <a:rPr lang="en-US" dirty="0"/>
              <a:t> lay their weapons at my feet.</a:t>
            </a:r>
            <a:endParaRPr lang="en-US"/>
          </a:p>
          <a:p>
            <a:pPr marL="742950">
              <a:lnSpc>
                <a:spcPct val="150000"/>
              </a:lnSpc>
              <a:buAutoNum type="arabicPeriod"/>
            </a:pPr>
            <a:r>
              <a:rPr lang="en-US" dirty="0"/>
              <a:t>(The) Guard </a:t>
            </a:r>
            <a:r>
              <a:rPr lang="en-US" dirty="0" err="1"/>
              <a:t>Dorgons</a:t>
            </a:r>
            <a:r>
              <a:rPr lang="en-US" dirty="0"/>
              <a:t> hide their fangs in my magnificent presence.</a:t>
            </a:r>
            <a:endParaRPr lang="en-US"/>
          </a:p>
          <a:p>
            <a:pPr marL="742950">
              <a:lnSpc>
                <a:spcPct val="150000"/>
              </a:lnSpc>
              <a:buAutoNum type="arabicPeriod"/>
            </a:pPr>
            <a:r>
              <a:rPr lang="en-US" dirty="0"/>
              <a:t>I have travelled a great distance, from </a:t>
            </a:r>
            <a:r>
              <a:rPr lang="en-US" dirty="0" err="1"/>
              <a:t>Kdasion</a:t>
            </a:r>
            <a:r>
              <a:rPr lang="en-US" dirty="0"/>
              <a:t> to this small island on </a:t>
            </a:r>
            <a:r>
              <a:rPr lang="en-US" dirty="0" err="1"/>
              <a:t>Zenasath</a:t>
            </a:r>
            <a:r>
              <a:rPr lang="en-US" dirty="0"/>
              <a:t>.</a:t>
            </a:r>
            <a:endParaRPr lang="en-US"/>
          </a:p>
          <a:p>
            <a:pPr marL="742950">
              <a:lnSpc>
                <a:spcPct val="150000"/>
              </a:lnSpc>
              <a:buAutoNum type="arabicPeriod"/>
            </a:pPr>
            <a:r>
              <a:rPr lang="en-US" dirty="0"/>
              <a:t>Behold! There is </a:t>
            </a:r>
            <a:r>
              <a:rPr lang="en-US" dirty="0" err="1"/>
              <a:t>Dumbledimpf</a:t>
            </a:r>
            <a:r>
              <a:rPr lang="en-US" dirty="0"/>
              <a:t>. He is a small idiot. He wears a blankie with shame.</a:t>
            </a:r>
            <a:endParaRPr lang="en-US"/>
          </a:p>
          <a:p>
            <a:pPr marL="742950">
              <a:lnSpc>
                <a:spcPct val="150000"/>
              </a:lnSpc>
              <a:buAutoNum type="arabicPeriod"/>
            </a:pPr>
            <a:r>
              <a:rPr lang="en-US" dirty="0"/>
              <a:t>Behold! An eye of fire comes to me.  </a:t>
            </a:r>
            <a:endParaRPr lang="en-US"/>
          </a:p>
          <a:p>
            <a:pPr marL="400050" indent="0">
              <a:lnSpc>
                <a:spcPct val="150000"/>
              </a:lnSpc>
              <a:buAutoNum type="arabicPeriod"/>
            </a:pPr>
            <a:endParaRPr lang="en-US"/>
          </a:p>
          <a:p>
            <a:pPr marL="114300" indent="0">
              <a:lnSpc>
                <a:spcPct val="150000"/>
              </a:lnSpc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024266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43261E1A16A147A2466AA19A77A585" ma:contentTypeVersion="12" ma:contentTypeDescription="Create a new document." ma:contentTypeScope="" ma:versionID="87297b476093a76ea43c34a3d28dafa5">
  <xsd:schema xmlns:xsd="http://www.w3.org/2001/XMLSchema" xmlns:xs="http://www.w3.org/2001/XMLSchema" xmlns:p="http://schemas.microsoft.com/office/2006/metadata/properties" xmlns:ns2="3e067b83-0621-4377-b1f9-3cbd7d70ef02" xmlns:ns3="094ebba0-f250-498f-82c1-8c3cc4fdf0d5" targetNamespace="http://schemas.microsoft.com/office/2006/metadata/properties" ma:root="true" ma:fieldsID="c8715fd8ea0146e3dd143d045fc9d519" ns2:_="" ns3:_="">
    <xsd:import namespace="3e067b83-0621-4377-b1f9-3cbd7d70ef02"/>
    <xsd:import namespace="094ebba0-f250-498f-82c1-8c3cc4fdf0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067b83-0621-4377-b1f9-3cbd7d70ef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560d88b-9459-45c3-8a30-9c03b99f5b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4ebba0-f250-498f-82c1-8c3cc4fdf0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2d0cfcc-8f92-45a5-b6cb-c3f5aa4c553e}" ma:internalName="TaxCatchAll" ma:showField="CatchAllData" ma:web="094ebba0-f250-498f-82c1-8c3cc4fdf0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067b83-0621-4377-b1f9-3cbd7d70ef02">
      <Terms xmlns="http://schemas.microsoft.com/office/infopath/2007/PartnerControls"/>
    </lcf76f155ced4ddcb4097134ff3c332f>
    <TaxCatchAll xmlns="094ebba0-f250-498f-82c1-8c3cc4fdf0d5" xsi:nil="true"/>
  </documentManagement>
</p:properties>
</file>

<file path=customXml/itemProps1.xml><?xml version="1.0" encoding="utf-8"?>
<ds:datastoreItem xmlns:ds="http://schemas.openxmlformats.org/officeDocument/2006/customXml" ds:itemID="{CBFAA794-2480-4C10-A20E-6C2ABFC71DA5}"/>
</file>

<file path=customXml/itemProps2.xml><?xml version="1.0" encoding="utf-8"?>
<ds:datastoreItem xmlns:ds="http://schemas.openxmlformats.org/officeDocument/2006/customXml" ds:itemID="{B6F0E8DA-1359-4753-A60F-74EB0A15DBDB}"/>
</file>

<file path=customXml/itemProps3.xml><?xml version="1.0" encoding="utf-8"?>
<ds:datastoreItem xmlns:ds="http://schemas.openxmlformats.org/officeDocument/2006/customXml" ds:itemID="{582AF0B5-DC66-40DA-B851-5E0E6A9D7042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1370</Words>
  <Application>Microsoft Office PowerPoint</Application>
  <PresentationFormat>On-screen Show (16:9)</PresentationFormat>
  <Paragraphs>221</Paragraphs>
  <Slides>44</Slides>
  <Notes>35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Tropic</vt:lpstr>
      <vt:lpstr>Linguistics 200, Week 11</vt:lpstr>
      <vt:lpstr>Thus far we’ve worked on Component 3...</vt:lpstr>
      <vt:lpstr>For Today: Word Order</vt:lpstr>
      <vt:lpstr>Noun Phrases</vt:lpstr>
      <vt:lpstr>This Word Order applies to all Noun Phrases </vt:lpstr>
      <vt:lpstr>This Word Order applies to all Noun Phrases</vt:lpstr>
      <vt:lpstr>Possible Word Orders in NPs</vt:lpstr>
      <vt:lpstr>Which do you choose?    Mɤɧøɴ </vt:lpstr>
      <vt:lpstr>Possible Word Orders in NPs</vt:lpstr>
      <vt:lpstr>Positions of Head - Where is the noun?</vt:lpstr>
      <vt:lpstr>How to choose?</vt:lpstr>
      <vt:lpstr>Positions of Head - Where is the noun?</vt:lpstr>
      <vt:lpstr>Which do you choose?</vt:lpstr>
      <vt:lpstr>How to choose?</vt:lpstr>
      <vt:lpstr>It’s your turn!</vt:lpstr>
      <vt:lpstr>Verb Phrases</vt:lpstr>
      <vt:lpstr>This Word Order applies to all Noun Phrases </vt:lpstr>
      <vt:lpstr>Which do you choose?    Mɤɧøɴ </vt:lpstr>
      <vt:lpstr>Positions of Head - Where is the verb?</vt:lpstr>
      <vt:lpstr>Which do you choose?    Mɤɧøɴ </vt:lpstr>
      <vt:lpstr>It’s your turn!</vt:lpstr>
      <vt:lpstr>Prepositional Phrases</vt:lpstr>
      <vt:lpstr>Prepositional   vs.   Postpositional</vt:lpstr>
      <vt:lpstr>Which do you choose?    Mɤɧøɴ </vt:lpstr>
      <vt:lpstr>Which do you choose?</vt:lpstr>
      <vt:lpstr>Sentences</vt:lpstr>
      <vt:lpstr>Sentences</vt:lpstr>
      <vt:lpstr>Which do you choose?    Mɤɧøɴ </vt:lpstr>
      <vt:lpstr>Which do you choose?</vt:lpstr>
      <vt:lpstr>Y’ALL YOU CAN TRANSLATE YOUR FINAL PROJECT NOW</vt:lpstr>
      <vt:lpstr>Linguistics 200, Week 11</vt:lpstr>
      <vt:lpstr>Review</vt:lpstr>
      <vt:lpstr>Dorgon Word Order: Let's Review the Grammar</vt:lpstr>
      <vt:lpstr>Dorgon Word Order – What do we choose?</vt:lpstr>
      <vt:lpstr>Next Time – We'll translate some Dorgon</vt:lpstr>
      <vt:lpstr>In Class Activity – Let's Translate Constances's Language: ŋɶbu  </vt:lpstr>
      <vt:lpstr>In Class Activity – ŋɶbu</vt:lpstr>
      <vt:lpstr>In Class Activity – ŋɶbu</vt:lpstr>
      <vt:lpstr>Now return to your language</vt:lpstr>
      <vt:lpstr>Linguistics 200, Week 11</vt:lpstr>
      <vt:lpstr>Question 15</vt:lpstr>
      <vt:lpstr>Remember – Component 3 due Monday!</vt:lpstr>
      <vt:lpstr>PowerPoint Presentation</vt:lpstr>
      <vt:lpstr>In Class Activity – Let's Translate Pxsinunr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Byrd, Andrew M.</cp:lastModifiedBy>
  <cp:revision>160</cp:revision>
  <dcterms:modified xsi:type="dcterms:W3CDTF">2024-11-06T19:26:36Z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0x0101002943261E1A16A147A2466AA19A77A585</vt:lpwstr>
  </property>
</Properties>
</file>