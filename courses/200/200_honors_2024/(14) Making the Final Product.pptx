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2" Type="http://schemas.openxmlformats.org/officeDocument/2006/relationships/custom-properties" Target="docProps/custom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embeddedFontLst>
    <p:embeddedFont>
      <p:font typeface="PT Sans Narrow"/>
      <p:regular r:id="rId27"/>
      <p:bold r:id="rId28"/>
    </p:embeddedFont>
    <p:embeddedFont>
      <p:font typeface="Open Sans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1" Type="http://schemas.openxmlformats.org/officeDocument/2006/relationships/slide" Target="slides/slide16.xml"/><Relationship Id="rId3" Type="http://schemas.openxmlformats.org/officeDocument/2006/relationships/presProps" Target="presProps.xml"/><Relationship Id="rId34" Type="http://schemas.openxmlformats.org/officeDocument/2006/relationships/customXml" Target="../customXml/item2.xml"/><Relationship Id="rId25" Type="http://schemas.openxmlformats.org/officeDocument/2006/relationships/slide" Target="slides/slide20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33" Type="http://schemas.openxmlformats.org/officeDocument/2006/relationships/customXml" Target="../customXml/item1.xml"/><Relationship Id="rId20" Type="http://schemas.openxmlformats.org/officeDocument/2006/relationships/slide" Target="slides/slide15.xml"/><Relationship Id="rId2" Type="http://schemas.openxmlformats.org/officeDocument/2006/relationships/viewProps" Target="viewProps.xml"/><Relationship Id="rId29" Type="http://schemas.openxmlformats.org/officeDocument/2006/relationships/font" Target="fonts/OpenSans-regular.fntdata"/><Relationship Id="rId16" Type="http://schemas.openxmlformats.org/officeDocument/2006/relationships/slide" Target="slides/slide11.xml"/><Relationship Id="rId24" Type="http://schemas.openxmlformats.org/officeDocument/2006/relationships/slide" Target="slides/slide19.xml"/><Relationship Id="rId1" Type="http://schemas.openxmlformats.org/officeDocument/2006/relationships/theme" Target="theme/theme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32" Type="http://schemas.openxmlformats.org/officeDocument/2006/relationships/font" Target="fonts/OpenSans-boldItalic.fntdata"/><Relationship Id="rId23" Type="http://schemas.openxmlformats.org/officeDocument/2006/relationships/slide" Target="slides/slide18.xml"/><Relationship Id="rId28" Type="http://schemas.openxmlformats.org/officeDocument/2006/relationships/font" Target="fonts/PTSansNarrow-bold.fntdata"/><Relationship Id="rId5" Type="http://schemas.openxmlformats.org/officeDocument/2006/relationships/notesMaster" Target="notesMasters/notesMaster1.xml"/><Relationship Id="rId15" Type="http://schemas.openxmlformats.org/officeDocument/2006/relationships/slide" Target="slides/slide10.xml"/><Relationship Id="rId31" Type="http://schemas.openxmlformats.org/officeDocument/2006/relationships/font" Target="fonts/OpenSans-italic.fntdata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22" Type="http://schemas.openxmlformats.org/officeDocument/2006/relationships/slide" Target="slides/slide1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7" Type="http://schemas.openxmlformats.org/officeDocument/2006/relationships/font" Target="fonts/PTSansNarrow-regular.fntdata"/><Relationship Id="rId30" Type="http://schemas.openxmlformats.org/officeDocument/2006/relationships/font" Target="fonts/OpenSans-bold.fntdata"/><Relationship Id="rId14" Type="http://schemas.openxmlformats.org/officeDocument/2006/relationships/slide" Target="slides/slide9.xml"/><Relationship Id="rId35" Type="http://schemas.openxmlformats.org/officeDocument/2006/relationships/customXml" Target="../customXml/item3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9a2b83776b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9a2b83776b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d015cd76b4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d015cd76b4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d5c2d4109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d5c2d4109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d5c2d4109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d5c2d4109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d5c2d4109f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d5c2d4109f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d5c2d4109f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d5c2d4109f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d5c2d4109f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d5c2d4109f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d5c2d4109f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d5c2d4109f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d015cd76b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d015cd76b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d015cd76b4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d015cd76b4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d015cd76b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d015cd76b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d015cd76b4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d015cd76b4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d015cd76b4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d015cd76b4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d015cd76b4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d015cd76b4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d015cd76b4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d015cd76b4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d015cd76b4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d015cd76b4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d015cd76b4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d015cd76b4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d015cd76b4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d015cd76b4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d015cd76b4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d015cd76b4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d015cd76b4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d015cd76b4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d015cd76b4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d015cd76b4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uk.instructure.com/courses/2009553/pages/creating-your-own-language-a-how-to-final-project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2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8.png"/><Relationship Id="rId5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://www.youtube.com/watch?v=Y6bi145MBjg" TargetMode="External"/><Relationship Id="rId4" Type="http://schemas.openxmlformats.org/officeDocument/2006/relationships/image" Target="../media/image17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www.apple.com/imovie/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Linguistics 200, Week 15</a:t>
            </a:r>
            <a:endParaRPr/>
          </a:p>
        </p:txBody>
      </p:sp>
      <p:sp>
        <p:nvSpPr>
          <p:cNvPr id="67" name="Google Shape;67;p13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Making the Final Product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Instructions</a:t>
            </a:r>
            <a:endParaRPr/>
          </a:p>
        </p:txBody>
      </p:sp>
      <p:sp>
        <p:nvSpPr>
          <p:cNvPr id="73" name="Google Shape;73;p1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Here is what you need to do for your final component.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1) </a:t>
            </a:r>
            <a:r>
              <a:rPr b="1" lang="en" sz="12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Components 1-4 edited.</a:t>
            </a:r>
            <a:r>
              <a:rPr lang="en" sz="12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Edits to the past components should reflect comments and feedback from your instructor, any changes made to the language after a component was submitted, and changes made to keep the language consistent. 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ii) </a:t>
            </a:r>
            <a:r>
              <a:rPr b="1" lang="en" sz="12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 creative work translated from English into your language.</a:t>
            </a:r>
            <a:r>
              <a:rPr lang="en" sz="12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Your component must include: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a) An interlinear translation. Put this translation at the end of your Google document.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b) A video recording of the translation, in which all group members perform the language in roughly an equal fashion. This recorded must be accompanied by images/video and the translation itself in video format. See </a:t>
            </a:r>
            <a:r>
              <a:rPr lang="en" sz="1200" u="sng">
                <a:solidFill>
                  <a:schemeClr val="hlink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3"/>
              </a:rPr>
              <a:t>Creating Your Own Language, a How To: Final Project</a:t>
            </a:r>
            <a:r>
              <a:rPr lang="en" sz="12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and the models provide for more. </a:t>
            </a:r>
            <a:r>
              <a:rPr b="1" lang="en" sz="12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You should upload a file or submit a link to your creative work in this Canvas assignment.</a:t>
            </a:r>
            <a:endParaRPr b="1" sz="12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c) You will present your language &amp; your video to the class, in person, on Wednesday, May 5.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9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 of Mɤɧøɴ</a:t>
            </a:r>
            <a:endParaRPr/>
          </a:p>
        </p:txBody>
      </p:sp>
      <p:sp>
        <p:nvSpPr>
          <p:cNvPr id="79" name="Google Shape;79;p15"/>
          <p:cNvSpPr txBox="1"/>
          <p:nvPr>
            <p:ph idx="1" type="body"/>
          </p:nvPr>
        </p:nvSpPr>
        <p:spPr>
          <a:xfrm>
            <a:off x="311700" y="1536725"/>
            <a:ext cx="8520600" cy="303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Their culture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Their</a:t>
            </a:r>
            <a:r>
              <a:rPr lang="en"/>
              <a:t> sound system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Their word system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Their writing system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Culture</a:t>
            </a:r>
            <a:endParaRPr/>
          </a:p>
        </p:txBody>
      </p:sp>
      <p:pic>
        <p:nvPicPr>
          <p:cNvPr id="85" name="Google Shape;8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950" y="1433625"/>
            <a:ext cx="3143250" cy="315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05950" y="1001250"/>
            <a:ext cx="3728097" cy="3686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210500" y="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Sound System</a:t>
            </a:r>
            <a:endParaRPr/>
          </a:p>
        </p:txBody>
      </p:sp>
      <p:pic>
        <p:nvPicPr>
          <p:cNvPr id="92" name="Google Shape;9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400" y="1530950"/>
            <a:ext cx="5109626" cy="317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67325" y="2406482"/>
            <a:ext cx="3821575" cy="1940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88076" y="445019"/>
            <a:ext cx="1390650" cy="139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182900" y="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Word </a:t>
            </a:r>
            <a:r>
              <a:rPr lang="en"/>
              <a:t>System</a:t>
            </a:r>
            <a:endParaRPr/>
          </a:p>
        </p:txBody>
      </p:sp>
      <p:pic>
        <p:nvPicPr>
          <p:cNvPr id="100" name="Google Shape;10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4038" y="1379563"/>
            <a:ext cx="5819775" cy="74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00250" y="2794700"/>
            <a:ext cx="5467350" cy="111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>
            <p:ph type="title"/>
          </p:nvPr>
        </p:nvSpPr>
        <p:spPr>
          <a:xfrm>
            <a:off x="182900" y="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Word System</a:t>
            </a:r>
            <a:endParaRPr/>
          </a:p>
        </p:txBody>
      </p:sp>
      <p:pic>
        <p:nvPicPr>
          <p:cNvPr id="107" name="Google Shape;10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2613" y="1130538"/>
            <a:ext cx="5438775" cy="320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type="title"/>
          </p:nvPr>
        </p:nvSpPr>
        <p:spPr>
          <a:xfrm>
            <a:off x="219725" y="4947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Writing </a:t>
            </a:r>
            <a:r>
              <a:rPr lang="en"/>
              <a:t>System</a:t>
            </a:r>
            <a:endParaRPr/>
          </a:p>
        </p:txBody>
      </p:sp>
      <p:pic>
        <p:nvPicPr>
          <p:cNvPr id="113" name="Google Shape;11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9600" y="1961950"/>
            <a:ext cx="5431551" cy="299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32988" y="220750"/>
            <a:ext cx="4067175" cy="141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1" title="The Rise of DaimentiRi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22600" y="359713"/>
            <a:ext cx="5898775" cy="442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we did it</a:t>
            </a:r>
            <a:endParaRPr/>
          </a:p>
        </p:txBody>
      </p:sp>
      <p:sp>
        <p:nvSpPr>
          <p:cNvPr id="125" name="Google Shape;125;p22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Composed the work in English first</a:t>
            </a:r>
            <a:endParaRPr/>
          </a:p>
        </p:txBody>
      </p:sp>
      <p:pic>
        <p:nvPicPr>
          <p:cNvPr id="126" name="Google Shape;12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193385"/>
            <a:ext cx="8520600" cy="25782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we did it</a:t>
            </a:r>
            <a:endParaRPr/>
          </a:p>
        </p:txBody>
      </p:sp>
      <p:sp>
        <p:nvSpPr>
          <p:cNvPr id="132" name="Google Shape;132;p23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Composed the work in English first</a:t>
            </a:r>
            <a:endParaRPr/>
          </a:p>
        </p:txBody>
      </p:sp>
      <p:pic>
        <p:nvPicPr>
          <p:cNvPr id="133" name="Google Shape;13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0425" y="1712200"/>
            <a:ext cx="5943150" cy="17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95075" y="3431300"/>
            <a:ext cx="6553850" cy="158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we did it</a:t>
            </a:r>
            <a:endParaRPr/>
          </a:p>
        </p:txBody>
      </p:sp>
      <p:sp>
        <p:nvSpPr>
          <p:cNvPr id="140" name="Google Shape;140;p24"/>
          <p:cNvSpPr txBox="1"/>
          <p:nvPr>
            <p:ph idx="1" type="body"/>
          </p:nvPr>
        </p:nvSpPr>
        <p:spPr>
          <a:xfrm>
            <a:off x="311700" y="1687275"/>
            <a:ext cx="2669700" cy="288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2. Interlinear translation, paying attention to how grammar differs between English &amp; Metra</a:t>
            </a:r>
            <a:endParaRPr/>
          </a:p>
        </p:txBody>
      </p:sp>
      <p:pic>
        <p:nvPicPr>
          <p:cNvPr id="141" name="Google Shape;14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1313" y="0"/>
            <a:ext cx="6162675" cy="499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we did it</a:t>
            </a:r>
            <a:endParaRPr/>
          </a:p>
        </p:txBody>
      </p:sp>
      <p:sp>
        <p:nvSpPr>
          <p:cNvPr id="147" name="Google Shape;147;p25"/>
          <p:cNvSpPr txBox="1"/>
          <p:nvPr>
            <p:ph idx="1" type="body"/>
          </p:nvPr>
        </p:nvSpPr>
        <p:spPr>
          <a:xfrm>
            <a:off x="311700" y="1687275"/>
            <a:ext cx="2669700" cy="288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Interlinear translation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Also focus on idioms / non-literal expressions -- is there a way that you can express it more simply?</a:t>
            </a:r>
            <a:endParaRPr/>
          </a:p>
        </p:txBody>
      </p:sp>
      <p:pic>
        <p:nvPicPr>
          <p:cNvPr id="148" name="Google Shape;14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51925" y="1540675"/>
            <a:ext cx="5857801" cy="221463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9" name="Google Shape;149;p25"/>
          <p:cNvCxnSpPr/>
          <p:nvPr/>
        </p:nvCxnSpPr>
        <p:spPr>
          <a:xfrm flipH="1" rot="10800000">
            <a:off x="4572000" y="1152425"/>
            <a:ext cx="1524000" cy="41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0" name="Google Shape;150;p25"/>
          <p:cNvSpPr txBox="1"/>
          <p:nvPr/>
        </p:nvSpPr>
        <p:spPr>
          <a:xfrm>
            <a:off x="6096000" y="907150"/>
            <a:ext cx="7344300" cy="7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But they were surprised</a:t>
            </a:r>
            <a:endParaRPr b="1" sz="1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we did it</a:t>
            </a:r>
            <a:endParaRPr/>
          </a:p>
        </p:txBody>
      </p:sp>
      <p:sp>
        <p:nvSpPr>
          <p:cNvPr id="156" name="Google Shape;156;p26"/>
          <p:cNvSpPr txBox="1"/>
          <p:nvPr>
            <p:ph idx="1" type="body"/>
          </p:nvPr>
        </p:nvSpPr>
        <p:spPr>
          <a:xfrm>
            <a:off x="311700" y="2213425"/>
            <a:ext cx="2482200" cy="23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Create visuals using Jamboard (you can use anything, really!)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Each slide “snipped” as image files</a:t>
            </a:r>
            <a:endParaRPr/>
          </a:p>
        </p:txBody>
      </p:sp>
      <p:pic>
        <p:nvPicPr>
          <p:cNvPr id="157" name="Google Shape;15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76115" y="349111"/>
            <a:ext cx="6167886" cy="4445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7"/>
          <p:cNvSpPr txBox="1"/>
          <p:nvPr>
            <p:ph type="title"/>
          </p:nvPr>
        </p:nvSpPr>
        <p:spPr>
          <a:xfrm>
            <a:off x="146100" y="408750"/>
            <a:ext cx="23961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we did it</a:t>
            </a:r>
            <a:endParaRPr/>
          </a:p>
        </p:txBody>
      </p:sp>
      <p:sp>
        <p:nvSpPr>
          <p:cNvPr id="163" name="Google Shape;163;p27"/>
          <p:cNvSpPr txBox="1"/>
          <p:nvPr>
            <p:ph idx="1" type="body"/>
          </p:nvPr>
        </p:nvSpPr>
        <p:spPr>
          <a:xfrm>
            <a:off x="311700" y="1941275"/>
            <a:ext cx="2064900" cy="26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4. Created a project in Microsoft Photos (PC) within the Video Editor (it’s free!)</a:t>
            </a:r>
            <a:endParaRPr/>
          </a:p>
        </p:txBody>
      </p:sp>
      <p:pic>
        <p:nvPicPr>
          <p:cNvPr id="164" name="Google Shape;16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7674" y="598700"/>
            <a:ext cx="6436324" cy="4149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we did it</a:t>
            </a:r>
            <a:endParaRPr/>
          </a:p>
        </p:txBody>
      </p:sp>
      <p:sp>
        <p:nvSpPr>
          <p:cNvPr id="170" name="Google Shape;170;p28"/>
          <p:cNvSpPr txBox="1"/>
          <p:nvPr>
            <p:ph idx="1" type="body"/>
          </p:nvPr>
        </p:nvSpPr>
        <p:spPr>
          <a:xfrm>
            <a:off x="311700" y="2286000"/>
            <a:ext cx="2101200" cy="22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5. Recorded audio using Audacity (it’s free!)</a:t>
            </a:r>
            <a:endParaRPr/>
          </a:p>
        </p:txBody>
      </p:sp>
      <p:pic>
        <p:nvPicPr>
          <p:cNvPr id="171" name="Google Shape;17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6403" y="0"/>
            <a:ext cx="6347593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9"/>
          <p:cNvSpPr txBox="1"/>
          <p:nvPr>
            <p:ph type="title"/>
          </p:nvPr>
        </p:nvSpPr>
        <p:spPr>
          <a:xfrm>
            <a:off x="127000" y="209175"/>
            <a:ext cx="10524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we did it</a:t>
            </a:r>
            <a:endParaRPr/>
          </a:p>
        </p:txBody>
      </p:sp>
      <p:sp>
        <p:nvSpPr>
          <p:cNvPr id="177" name="Google Shape;177;p29"/>
          <p:cNvSpPr txBox="1"/>
          <p:nvPr>
            <p:ph idx="1" type="body"/>
          </p:nvPr>
        </p:nvSpPr>
        <p:spPr>
          <a:xfrm>
            <a:off x="127000" y="2449275"/>
            <a:ext cx="14154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6. Custom Audio in Photos</a:t>
            </a:r>
            <a:endParaRPr/>
          </a:p>
        </p:txBody>
      </p:sp>
      <p:pic>
        <p:nvPicPr>
          <p:cNvPr id="178" name="Google Shape;17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3643" y="0"/>
            <a:ext cx="7860362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we did it</a:t>
            </a:r>
            <a:endParaRPr/>
          </a:p>
        </p:txBody>
      </p:sp>
      <p:sp>
        <p:nvSpPr>
          <p:cNvPr id="184" name="Google Shape;184;p30"/>
          <p:cNvSpPr txBox="1"/>
          <p:nvPr>
            <p:ph idx="1" type="body"/>
          </p:nvPr>
        </p:nvSpPr>
        <p:spPr>
          <a:xfrm>
            <a:off x="311700" y="1251850"/>
            <a:ext cx="5874900" cy="23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7. Uploaded to Youtube as “unlisted”</a:t>
            </a:r>
            <a:endParaRPr/>
          </a:p>
        </p:txBody>
      </p:sp>
      <p:pic>
        <p:nvPicPr>
          <p:cNvPr id="185" name="Google Shape;18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975" y="2189475"/>
            <a:ext cx="8782050" cy="26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Working on a Mac / iPad? </a:t>
            </a:r>
            <a:endParaRPr/>
          </a:p>
        </p:txBody>
      </p:sp>
      <p:sp>
        <p:nvSpPr>
          <p:cNvPr id="191" name="Google Shape;191;p31"/>
          <p:cNvSpPr txBox="1"/>
          <p:nvPr>
            <p:ph idx="1" type="body"/>
          </p:nvPr>
        </p:nvSpPr>
        <p:spPr>
          <a:xfrm>
            <a:off x="311700" y="2267850"/>
            <a:ext cx="8520600" cy="230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https://www.apple.com/imovie/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2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First Step : WRITE SOMETHING</a:t>
            </a:r>
            <a:endParaRPr/>
          </a:p>
        </p:txBody>
      </p:sp>
      <p:sp>
        <p:nvSpPr>
          <p:cNvPr id="197" name="Google Shape;197;p32"/>
          <p:cNvSpPr txBox="1"/>
          <p:nvPr>
            <p:ph idx="1" type="body"/>
          </p:nvPr>
        </p:nvSpPr>
        <p:spPr>
          <a:xfrm>
            <a:off x="311700" y="2104575"/>
            <a:ext cx="8520600" cy="24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Wednesday</a:t>
            </a:r>
            <a:r>
              <a:rPr lang="en"/>
              <a:t>, 12/1 -- Rough Draft of Your Creative Work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It does NOT have to be a story (like Alex’s and mine)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It can be: a poem, a song, a skit, a cartoon, a video game, etc. etc. etc.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You need to have the creative work sketched out, </a:t>
            </a:r>
            <a:r>
              <a:rPr b="1" lang="en"/>
              <a:t>in English</a:t>
            </a:r>
            <a:endParaRPr b="1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3"/>
          <p:cNvSpPr txBox="1"/>
          <p:nvPr>
            <p:ph idx="1" type="body"/>
          </p:nvPr>
        </p:nvSpPr>
        <p:spPr>
          <a:xfrm>
            <a:off x="311700" y="1578300"/>
            <a:ext cx="8520600" cy="24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Monday / </a:t>
            </a:r>
            <a:r>
              <a:rPr lang="en"/>
              <a:t>Wednesday</a:t>
            </a:r>
            <a:r>
              <a:rPr lang="en"/>
              <a:t>, 12/6 - 12/8 -- Presentation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Who are your language speakers, what is their culture? Where do they come from?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What is the sound system?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What is the word system?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What is the </a:t>
            </a:r>
            <a:r>
              <a:rPr lang="en"/>
              <a:t>writing system?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009668"/>
      </a:accent2>
      <a:accent3>
        <a:srgbClr val="4DB6AC"/>
      </a:accent3>
      <a:accent4>
        <a:srgbClr val="FF9800"/>
      </a:accent4>
      <a:accent5>
        <a:srgbClr val="CE93D8"/>
      </a:accent5>
      <a:accent6>
        <a:srgbClr val="EEFF41"/>
      </a:accent6>
      <a:hlink>
        <a:srgbClr val="CE93D8"/>
      </a:hlink>
      <a:folHlink>
        <a:srgbClr val="CE93D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943261E1A16A147A2466AA19A77A585" ma:contentTypeVersion="12" ma:contentTypeDescription="Create a new document." ma:contentTypeScope="" ma:versionID="87297b476093a76ea43c34a3d28dafa5">
  <xsd:schema xmlns:xsd="http://www.w3.org/2001/XMLSchema" xmlns:xs="http://www.w3.org/2001/XMLSchema" xmlns:p="http://schemas.microsoft.com/office/2006/metadata/properties" xmlns:ns2="3e067b83-0621-4377-b1f9-3cbd7d70ef02" xmlns:ns3="094ebba0-f250-498f-82c1-8c3cc4fdf0d5" targetNamespace="http://schemas.microsoft.com/office/2006/metadata/properties" ma:root="true" ma:fieldsID="c8715fd8ea0146e3dd143d045fc9d519" ns2:_="" ns3:_="">
    <xsd:import namespace="3e067b83-0621-4377-b1f9-3cbd7d70ef02"/>
    <xsd:import namespace="094ebba0-f250-498f-82c1-8c3cc4fdf0d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067b83-0621-4377-b1f9-3cbd7d70ef0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560d88b-9459-45c3-8a30-9c03b99f5b1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4ebba0-f250-498f-82c1-8c3cc4fdf0d5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32d0cfcc-8f92-45a5-b6cb-c3f5aa4c553e}" ma:internalName="TaxCatchAll" ma:showField="CatchAllData" ma:web="094ebba0-f250-498f-82c1-8c3cc4fdf0d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e067b83-0621-4377-b1f9-3cbd7d70ef02">
      <Terms xmlns="http://schemas.microsoft.com/office/infopath/2007/PartnerControls"/>
    </lcf76f155ced4ddcb4097134ff3c332f>
    <TaxCatchAll xmlns="094ebba0-f250-498f-82c1-8c3cc4fdf0d5" xsi:nil="true"/>
  </documentManagement>
</p:properties>
</file>

<file path=customXml/itemProps1.xml><?xml version="1.0" encoding="utf-8"?>
<ds:datastoreItem xmlns:ds="http://schemas.openxmlformats.org/officeDocument/2006/customXml" ds:itemID="{375AC129-0599-4608-A7E6-0280D2775276}"/>
</file>

<file path=customXml/itemProps2.xml><?xml version="1.0" encoding="utf-8"?>
<ds:datastoreItem xmlns:ds="http://schemas.openxmlformats.org/officeDocument/2006/customXml" ds:itemID="{7FB16502-F167-4D15-B81A-52CE0F894F7C}"/>
</file>

<file path=customXml/itemProps3.xml><?xml version="1.0" encoding="utf-8"?>
<ds:datastoreItem xmlns:ds="http://schemas.openxmlformats.org/officeDocument/2006/customXml" ds:itemID="{5AEE030E-DCFC-40A4-A738-5A5EC19E237E}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0x0101002943261E1A16A147A2466AA19A77A585</vt:lpwstr>
  </property>
</Properties>
</file>