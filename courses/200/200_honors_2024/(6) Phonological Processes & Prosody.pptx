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50.xml" ContentType="application/vnd.openxmlformats-officedocument.presentationml.slide+xml"/>
  <Override PartName="/ppt/slides/slide51.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3"/>
  </p:notesMasterIdLst>
  <p:sldIdLst>
    <p:sldId id="256" r:id="rId2"/>
    <p:sldId id="359" r:id="rId3"/>
    <p:sldId id="289" r:id="rId4"/>
    <p:sldId id="290" r:id="rId5"/>
    <p:sldId id="291" r:id="rId6"/>
    <p:sldId id="292" r:id="rId7"/>
    <p:sldId id="293" r:id="rId8"/>
    <p:sldId id="294" r:id="rId9"/>
    <p:sldId id="295" r:id="rId10"/>
    <p:sldId id="296" r:id="rId11"/>
    <p:sldId id="357" r:id="rId12"/>
    <p:sldId id="353" r:id="rId13"/>
    <p:sldId id="355" r:id="rId14"/>
    <p:sldId id="356" r:id="rId15"/>
    <p:sldId id="354" r:id="rId16"/>
    <p:sldId id="352" r:id="rId17"/>
    <p:sldId id="284" r:id="rId18"/>
    <p:sldId id="288" r:id="rId19"/>
    <p:sldId id="297" r:id="rId20"/>
    <p:sldId id="361" r:id="rId21"/>
    <p:sldId id="362" r:id="rId22"/>
    <p:sldId id="360" r:id="rId23"/>
    <p:sldId id="363" r:id="rId24"/>
    <p:sldId id="365" r:id="rId25"/>
    <p:sldId id="364" r:id="rId26"/>
    <p:sldId id="366" r:id="rId27"/>
    <p:sldId id="367" r:id="rId28"/>
    <p:sldId id="368" r:id="rId29"/>
    <p:sldId id="369" r:id="rId30"/>
    <p:sldId id="370" r:id="rId31"/>
    <p:sldId id="358" r:id="rId32"/>
    <p:sldId id="316" r:id="rId33"/>
    <p:sldId id="298" r:id="rId34"/>
    <p:sldId id="299" r:id="rId35"/>
    <p:sldId id="301" r:id="rId36"/>
    <p:sldId id="302" r:id="rId37"/>
    <p:sldId id="300"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71" r:id="rId51"/>
    <p:sldId id="315" r:id="rId52"/>
  </p:sldIdLst>
  <p:sldSz cx="9144000" cy="5143500" type="screen16x9"/>
  <p:notesSz cx="6858000" cy="9144000"/>
  <p:embeddedFontLst>
    <p:embeddedFont>
      <p:font typeface="Noto Sans" panose="020B0502040504020204" pitchFamily="34" charset="0"/>
      <p:regular r:id="rId54"/>
      <p:bold r:id="rId55"/>
      <p:italic r:id="rId56"/>
      <p:boldItalic r:id="rId57"/>
    </p:embeddedFont>
    <p:embeddedFont>
      <p:font typeface="Open Sans" panose="020B060603050402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093D8F-8982-2844-19BF-9ADC5BFD1F40}" v="2" dt="2024-10-16T18:59:44.053"/>
  </p1510:revLst>
</p1510:revInfo>
</file>

<file path=ppt/tableStyles.xml><?xml version="1.0" encoding="utf-8"?>
<a:tblStyleLst xmlns:a="http://schemas.openxmlformats.org/drawingml/2006/main" def="{D995918F-9A37-4E83-8684-8A561F7F0141}">
  <a:tblStyle styleId="{D995918F-9A37-4E83-8684-8A561F7F0141}" styleName="Table_0">
    <a:wholeTbl>
      <a:tcTxStyle>
        <a:font>
          <a:latin typeface="Arial"/>
          <a:ea typeface="Arial"/>
          <a:cs typeface="Arial"/>
        </a:font>
        <a:srgbClr val="000000"/>
      </a:tcTxStyle>
      <a:tcStyle>
        <a:tcBdr>
          <a:left>
            <a:ln w="9525" cap="flat" cmpd="sng">
              <a:solidFill>
                <a:srgbClr val="808080"/>
              </a:solidFill>
              <a:prstDash val="solid"/>
              <a:round/>
              <a:headEnd type="none" w="sm" len="sm"/>
              <a:tailEnd type="none" w="sm" len="sm"/>
            </a:ln>
          </a:left>
          <a:right>
            <a:ln w="9525" cap="flat" cmpd="sng">
              <a:solidFill>
                <a:srgbClr val="808080"/>
              </a:solidFill>
              <a:prstDash val="solid"/>
              <a:round/>
              <a:headEnd type="none" w="sm" len="sm"/>
              <a:tailEnd type="none" w="sm" len="sm"/>
            </a:ln>
          </a:right>
          <a:top>
            <a:ln w="9525" cap="flat" cmpd="sng">
              <a:solidFill>
                <a:srgbClr val="808080"/>
              </a:solidFill>
              <a:prstDash val="solid"/>
              <a:round/>
              <a:headEnd type="none" w="sm" len="sm"/>
              <a:tailEnd type="none" w="sm" len="sm"/>
            </a:ln>
          </a:top>
          <a:bottom>
            <a:ln w="9525" cap="flat" cmpd="sng">
              <a:solidFill>
                <a:srgbClr val="808080"/>
              </a:solidFill>
              <a:prstDash val="solid"/>
              <a:round/>
              <a:headEnd type="none" w="sm" len="sm"/>
              <a:tailEnd type="none" w="sm" len="sm"/>
            </a:ln>
          </a:bottom>
          <a:insideH>
            <a:ln w="9525" cap="flat" cmpd="sng">
              <a:solidFill>
                <a:srgbClr val="808080"/>
              </a:solidFill>
              <a:prstDash val="solid"/>
              <a:round/>
              <a:headEnd type="none" w="sm" len="sm"/>
              <a:tailEnd type="none" w="sm" len="sm"/>
            </a:ln>
          </a:insideH>
          <a:insideV>
            <a:ln w="9525" cap="flat" cmpd="sng">
              <a:solidFill>
                <a:srgbClr val="808080"/>
              </a:solidFill>
              <a:prstDash val="solid"/>
              <a:round/>
              <a:headEnd type="none" w="sm" len="sm"/>
              <a:tailEnd type="none" w="sm" len="sm"/>
            </a:ln>
          </a:insideV>
        </a:tcBdr>
        <a:fill>
          <a:solidFill>
            <a:srgbClr val="FFFFFF"/>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144" y="11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viewProps" Target="viewProps.xml"/><Relationship Id="rId68"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theme" Target="theme/theme1.xml"/><Relationship Id="rId69"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presProps" Target="presProps.xml"/><Relationship Id="rId7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rd, Andrew M." userId="S::amby222@uky.edu::2d5836b5-4a72-4fdb-bd90-63723c1cd390" providerId="AD" clId="Web-{A7D692D4-3346-A72C-55EE-F4A2907AE805}"/>
    <pc:docChg chg="addSld modSld">
      <pc:chgData name="Byrd, Andrew M." userId="S::amby222@uky.edu::2d5836b5-4a72-4fdb-bd90-63723c1cd390" providerId="AD" clId="Web-{A7D692D4-3346-A72C-55EE-F4A2907AE805}" dt="2024-10-04T13:17:52.133" v="99" actId="20577"/>
      <pc:docMkLst>
        <pc:docMk/>
      </pc:docMkLst>
      <pc:sldChg chg="modSp">
        <pc:chgData name="Byrd, Andrew M." userId="S::amby222@uky.edu::2d5836b5-4a72-4fdb-bd90-63723c1cd390" providerId="AD" clId="Web-{A7D692D4-3346-A72C-55EE-F4A2907AE805}" dt="2024-10-04T13:12:06.518" v="3" actId="20577"/>
        <pc:sldMkLst>
          <pc:docMk/>
          <pc:sldMk cId="0" sldId="300"/>
        </pc:sldMkLst>
        <pc:spChg chg="mod">
          <ac:chgData name="Byrd, Andrew M." userId="S::amby222@uky.edu::2d5836b5-4a72-4fdb-bd90-63723c1cd390" providerId="AD" clId="Web-{A7D692D4-3346-A72C-55EE-F4A2907AE805}" dt="2024-10-04T13:12:06.518" v="3" actId="20577"/>
          <ac:spMkLst>
            <pc:docMk/>
            <pc:sldMk cId="0" sldId="300"/>
            <ac:spMk id="350" creationId="{00000000-0000-0000-0000-000000000000}"/>
          </ac:spMkLst>
        </pc:spChg>
      </pc:sldChg>
      <pc:sldChg chg="modSp">
        <pc:chgData name="Byrd, Andrew M." userId="S::amby222@uky.edu::2d5836b5-4a72-4fdb-bd90-63723c1cd390" providerId="AD" clId="Web-{A7D692D4-3346-A72C-55EE-F4A2907AE805}" dt="2024-10-04T13:14:25.167" v="7" actId="20577"/>
        <pc:sldMkLst>
          <pc:docMk/>
          <pc:sldMk cId="0" sldId="310"/>
        </pc:sldMkLst>
        <pc:spChg chg="mod">
          <ac:chgData name="Byrd, Andrew M." userId="S::amby222@uky.edu::2d5836b5-4a72-4fdb-bd90-63723c1cd390" providerId="AD" clId="Web-{A7D692D4-3346-A72C-55EE-F4A2907AE805}" dt="2024-10-04T13:14:25.167" v="7" actId="20577"/>
          <ac:spMkLst>
            <pc:docMk/>
            <pc:sldMk cId="0" sldId="310"/>
            <ac:spMk id="3" creationId="{7CFEC4C5-858C-9F37-34AD-ECBCB2D05EB2}"/>
          </ac:spMkLst>
        </pc:spChg>
      </pc:sldChg>
      <pc:sldChg chg="modSp">
        <pc:chgData name="Byrd, Andrew M." userId="S::amby222@uky.edu::2d5836b5-4a72-4fdb-bd90-63723c1cd390" providerId="AD" clId="Web-{A7D692D4-3346-A72C-55EE-F4A2907AE805}" dt="2024-10-04T13:14:31.183" v="17" actId="20577"/>
        <pc:sldMkLst>
          <pc:docMk/>
          <pc:sldMk cId="0" sldId="311"/>
        </pc:sldMkLst>
        <pc:spChg chg="mod">
          <ac:chgData name="Byrd, Andrew M." userId="S::amby222@uky.edu::2d5836b5-4a72-4fdb-bd90-63723c1cd390" providerId="AD" clId="Web-{A7D692D4-3346-A72C-55EE-F4A2907AE805}" dt="2024-10-04T13:14:31.183" v="17" actId="20577"/>
          <ac:spMkLst>
            <pc:docMk/>
            <pc:sldMk cId="0" sldId="311"/>
            <ac:spMk id="423" creationId="{00000000-0000-0000-0000-000000000000}"/>
          </ac:spMkLst>
        </pc:spChg>
      </pc:sldChg>
      <pc:sldChg chg="modSp">
        <pc:chgData name="Byrd, Andrew M." userId="S::amby222@uky.edu::2d5836b5-4a72-4fdb-bd90-63723c1cd390" providerId="AD" clId="Web-{A7D692D4-3346-A72C-55EE-F4A2907AE805}" dt="2024-10-04T13:17:52.133" v="99" actId="20577"/>
        <pc:sldMkLst>
          <pc:docMk/>
          <pc:sldMk cId="0" sldId="315"/>
        </pc:sldMkLst>
        <pc:spChg chg="mod">
          <ac:chgData name="Byrd, Andrew M." userId="S::amby222@uky.edu::2d5836b5-4a72-4fdb-bd90-63723c1cd390" providerId="AD" clId="Web-{A7D692D4-3346-A72C-55EE-F4A2907AE805}" dt="2024-10-04T13:17:14.209" v="81" actId="1076"/>
          <ac:spMkLst>
            <pc:docMk/>
            <pc:sldMk cId="0" sldId="315"/>
            <ac:spMk id="455" creationId="{00000000-0000-0000-0000-000000000000}"/>
          </ac:spMkLst>
        </pc:spChg>
        <pc:spChg chg="mod">
          <ac:chgData name="Byrd, Andrew M." userId="S::amby222@uky.edu::2d5836b5-4a72-4fdb-bd90-63723c1cd390" providerId="AD" clId="Web-{A7D692D4-3346-A72C-55EE-F4A2907AE805}" dt="2024-10-04T13:17:52.133" v="99" actId="20577"/>
          <ac:spMkLst>
            <pc:docMk/>
            <pc:sldMk cId="0" sldId="315"/>
            <ac:spMk id="456" creationId="{00000000-0000-0000-0000-000000000000}"/>
          </ac:spMkLst>
        </pc:spChg>
      </pc:sldChg>
      <pc:sldChg chg="modSp new">
        <pc:chgData name="Byrd, Andrew M." userId="S::amby222@uky.edu::2d5836b5-4a72-4fdb-bd90-63723c1cd390" providerId="AD" clId="Web-{A7D692D4-3346-A72C-55EE-F4A2907AE805}" dt="2024-10-04T13:15:41.141" v="48" actId="14100"/>
        <pc:sldMkLst>
          <pc:docMk/>
          <pc:sldMk cId="4131301101" sldId="371"/>
        </pc:sldMkLst>
        <pc:spChg chg="mod">
          <ac:chgData name="Byrd, Andrew M." userId="S::amby222@uky.edu::2d5836b5-4a72-4fdb-bd90-63723c1cd390" providerId="AD" clId="Web-{A7D692D4-3346-A72C-55EE-F4A2907AE805}" dt="2024-10-04T13:15:17.842" v="27" actId="20577"/>
          <ac:spMkLst>
            <pc:docMk/>
            <pc:sldMk cId="4131301101" sldId="371"/>
            <ac:spMk id="2" creationId="{1F2F2D8A-21A8-6DB3-E46D-046018E128AF}"/>
          </ac:spMkLst>
        </pc:spChg>
        <pc:spChg chg="mod">
          <ac:chgData name="Byrd, Andrew M." userId="S::amby222@uky.edu::2d5836b5-4a72-4fdb-bd90-63723c1cd390" providerId="AD" clId="Web-{A7D692D4-3346-A72C-55EE-F4A2907AE805}" dt="2024-10-04T13:15:41.141" v="48" actId="14100"/>
          <ac:spMkLst>
            <pc:docMk/>
            <pc:sldMk cId="4131301101" sldId="371"/>
            <ac:spMk id="3" creationId="{E8D9570A-788C-A524-1CC5-2E2D1E06F02D}"/>
          </ac:spMkLst>
        </pc:spChg>
      </pc:sldChg>
    </pc:docChg>
  </pc:docChgLst>
  <pc:docChgLst>
    <pc:chgData name="Byrd, Andrew M." userId="S::amby222@uky.edu::2d5836b5-4a72-4fdb-bd90-63723c1cd390" providerId="AD" clId="Web-{94E8F235-210E-543B-00E4-DD0B484A1F58}"/>
    <pc:docChg chg="modSld sldOrd">
      <pc:chgData name="Byrd, Andrew M." userId="S::amby222@uky.edu::2d5836b5-4a72-4fdb-bd90-63723c1cd390" providerId="AD" clId="Web-{94E8F235-210E-543B-00E4-DD0B484A1F58}" dt="2024-09-30T12:16:47.537" v="53" actId="14100"/>
      <pc:docMkLst>
        <pc:docMk/>
      </pc:docMkLst>
      <pc:sldChg chg="modSp">
        <pc:chgData name="Byrd, Andrew M." userId="S::amby222@uky.edu::2d5836b5-4a72-4fdb-bd90-63723c1cd390" providerId="AD" clId="Web-{94E8F235-210E-543B-00E4-DD0B484A1F58}" dt="2024-09-30T12:14:58.860" v="20" actId="20577"/>
        <pc:sldMkLst>
          <pc:docMk/>
          <pc:sldMk cId="0" sldId="256"/>
        </pc:sldMkLst>
        <pc:spChg chg="mod">
          <ac:chgData name="Byrd, Andrew M." userId="S::amby222@uky.edu::2d5836b5-4a72-4fdb-bd90-63723c1cd390" providerId="AD" clId="Web-{94E8F235-210E-543B-00E4-DD0B484A1F58}" dt="2024-09-30T12:14:58.860" v="20" actId="20577"/>
          <ac:spMkLst>
            <pc:docMk/>
            <pc:sldMk cId="0" sldId="256"/>
            <ac:spMk id="67" creationId="{00000000-0000-0000-0000-000000000000}"/>
          </ac:spMkLst>
        </pc:spChg>
      </pc:sldChg>
      <pc:sldChg chg="ord">
        <pc:chgData name="Byrd, Andrew M." userId="S::amby222@uky.edu::2d5836b5-4a72-4fdb-bd90-63723c1cd390" providerId="AD" clId="Web-{94E8F235-210E-543B-00E4-DD0B484A1F58}" dt="2024-09-30T12:15:16.752" v="21"/>
        <pc:sldMkLst>
          <pc:docMk/>
          <pc:sldMk cId="0" sldId="289"/>
        </pc:sldMkLst>
      </pc:sldChg>
      <pc:sldChg chg="ord">
        <pc:chgData name="Byrd, Andrew M." userId="S::amby222@uky.edu::2d5836b5-4a72-4fdb-bd90-63723c1cd390" providerId="AD" clId="Web-{94E8F235-210E-543B-00E4-DD0B484A1F58}" dt="2024-09-30T12:15:19.283" v="22"/>
        <pc:sldMkLst>
          <pc:docMk/>
          <pc:sldMk cId="0" sldId="290"/>
        </pc:sldMkLst>
      </pc:sldChg>
      <pc:sldChg chg="addSp modSp ord">
        <pc:chgData name="Byrd, Andrew M." userId="S::amby222@uky.edu::2d5836b5-4a72-4fdb-bd90-63723c1cd390" providerId="AD" clId="Web-{94E8F235-210E-543B-00E4-DD0B484A1F58}" dt="2024-09-30T12:16:25.130" v="47" actId="1076"/>
        <pc:sldMkLst>
          <pc:docMk/>
          <pc:sldMk cId="0" sldId="291"/>
        </pc:sldMkLst>
        <pc:spChg chg="add mod">
          <ac:chgData name="Byrd, Andrew M." userId="S::amby222@uky.edu::2d5836b5-4a72-4fdb-bd90-63723c1cd390" providerId="AD" clId="Web-{94E8F235-210E-543B-00E4-DD0B484A1F58}" dt="2024-09-30T12:16:13.739" v="41" actId="14100"/>
          <ac:spMkLst>
            <pc:docMk/>
            <pc:sldMk cId="0" sldId="291"/>
            <ac:spMk id="2" creationId="{7083E6D3-01B1-E2A0-E03D-CE9E0D08FAEA}"/>
          </ac:spMkLst>
        </pc:spChg>
        <pc:spChg chg="add mod">
          <ac:chgData name="Byrd, Andrew M." userId="S::amby222@uky.edu::2d5836b5-4a72-4fdb-bd90-63723c1cd390" providerId="AD" clId="Web-{94E8F235-210E-543B-00E4-DD0B484A1F58}" dt="2024-09-30T12:16:25.130" v="47" actId="1076"/>
          <ac:spMkLst>
            <pc:docMk/>
            <pc:sldMk cId="0" sldId="291"/>
            <ac:spMk id="3" creationId="{5B6C2806-8B01-CC8C-FD52-EBF520ACCBB9}"/>
          </ac:spMkLst>
        </pc:spChg>
        <pc:spChg chg="mod">
          <ac:chgData name="Byrd, Andrew M." userId="S::amby222@uky.edu::2d5836b5-4a72-4fdb-bd90-63723c1cd390" providerId="AD" clId="Web-{94E8F235-210E-543B-00E4-DD0B484A1F58}" dt="2024-09-30T12:16:01.848" v="34" actId="1076"/>
          <ac:spMkLst>
            <pc:docMk/>
            <pc:sldMk cId="0" sldId="291"/>
            <ac:spMk id="294" creationId="{00000000-0000-0000-0000-000000000000}"/>
          </ac:spMkLst>
        </pc:spChg>
      </pc:sldChg>
      <pc:sldChg chg="ord">
        <pc:chgData name="Byrd, Andrew M." userId="S::amby222@uky.edu::2d5836b5-4a72-4fdb-bd90-63723c1cd390" providerId="AD" clId="Web-{94E8F235-210E-543B-00E4-DD0B484A1F58}" dt="2024-09-30T12:16:31.365" v="48"/>
        <pc:sldMkLst>
          <pc:docMk/>
          <pc:sldMk cId="0" sldId="292"/>
        </pc:sldMkLst>
      </pc:sldChg>
      <pc:sldChg chg="modSp ord">
        <pc:chgData name="Byrd, Andrew M." userId="S::amby222@uky.edu::2d5836b5-4a72-4fdb-bd90-63723c1cd390" providerId="AD" clId="Web-{94E8F235-210E-543B-00E4-DD0B484A1F58}" dt="2024-09-30T12:16:39.021" v="51" actId="20577"/>
        <pc:sldMkLst>
          <pc:docMk/>
          <pc:sldMk cId="0" sldId="293"/>
        </pc:sldMkLst>
        <pc:spChg chg="mod">
          <ac:chgData name="Byrd, Andrew M." userId="S::amby222@uky.edu::2d5836b5-4a72-4fdb-bd90-63723c1cd390" providerId="AD" clId="Web-{94E8F235-210E-543B-00E4-DD0B484A1F58}" dt="2024-09-30T12:16:39.021" v="51" actId="20577"/>
          <ac:spMkLst>
            <pc:docMk/>
            <pc:sldMk cId="0" sldId="293"/>
            <ac:spMk id="306" creationId="{00000000-0000-0000-0000-000000000000}"/>
          </ac:spMkLst>
        </pc:spChg>
      </pc:sldChg>
      <pc:sldChg chg="modSp ord">
        <pc:chgData name="Byrd, Andrew M." userId="S::amby222@uky.edu::2d5836b5-4a72-4fdb-bd90-63723c1cd390" providerId="AD" clId="Web-{94E8F235-210E-543B-00E4-DD0B484A1F58}" dt="2024-09-30T12:16:47.537" v="53" actId="14100"/>
        <pc:sldMkLst>
          <pc:docMk/>
          <pc:sldMk cId="0" sldId="294"/>
        </pc:sldMkLst>
        <pc:spChg chg="mod">
          <ac:chgData name="Byrd, Andrew M." userId="S::amby222@uky.edu::2d5836b5-4a72-4fdb-bd90-63723c1cd390" providerId="AD" clId="Web-{94E8F235-210E-543B-00E4-DD0B484A1F58}" dt="2024-09-30T12:16:47.537" v="53" actId="14100"/>
          <ac:spMkLst>
            <pc:docMk/>
            <pc:sldMk cId="0" sldId="294"/>
            <ac:spMk id="312" creationId="{00000000-0000-0000-0000-000000000000}"/>
          </ac:spMkLst>
        </pc:spChg>
      </pc:sldChg>
      <pc:sldChg chg="modSp">
        <pc:chgData name="Byrd, Andrew M." userId="S::amby222@uky.edu::2d5836b5-4a72-4fdb-bd90-63723c1cd390" providerId="AD" clId="Web-{94E8F235-210E-543B-00E4-DD0B484A1F58}" dt="2024-09-30T12:14:25.843" v="2" actId="14100"/>
        <pc:sldMkLst>
          <pc:docMk/>
          <pc:sldMk cId="3453704898" sldId="354"/>
        </pc:sldMkLst>
        <pc:spChg chg="mod">
          <ac:chgData name="Byrd, Andrew M." userId="S::amby222@uky.edu::2d5836b5-4a72-4fdb-bd90-63723c1cd390" providerId="AD" clId="Web-{94E8F235-210E-543B-00E4-DD0B484A1F58}" dt="2024-09-30T12:14:25.843" v="2" actId="14100"/>
          <ac:spMkLst>
            <pc:docMk/>
            <pc:sldMk cId="3453704898" sldId="354"/>
            <ac:spMk id="3" creationId="{F7129ED2-EACF-5F85-1133-54504D2821CF}"/>
          </ac:spMkLst>
        </pc:spChg>
      </pc:sldChg>
      <pc:sldChg chg="modSp">
        <pc:chgData name="Byrd, Andrew M." userId="S::amby222@uky.edu::2d5836b5-4a72-4fdb-bd90-63723c1cd390" providerId="AD" clId="Web-{94E8F235-210E-543B-00E4-DD0B484A1F58}" dt="2024-09-30T12:13:17.590" v="1" actId="20577"/>
        <pc:sldMkLst>
          <pc:docMk/>
          <pc:sldMk cId="488001733" sldId="355"/>
        </pc:sldMkLst>
        <pc:spChg chg="mod">
          <ac:chgData name="Byrd, Andrew M." userId="S::amby222@uky.edu::2d5836b5-4a72-4fdb-bd90-63723c1cd390" providerId="AD" clId="Web-{94E8F235-210E-543B-00E4-DD0B484A1F58}" dt="2024-09-30T12:13:17.590" v="1" actId="20577"/>
          <ac:spMkLst>
            <pc:docMk/>
            <pc:sldMk cId="488001733" sldId="355"/>
            <ac:spMk id="3" creationId="{DF230A0B-8253-9DE4-C63B-442779EA0A3A}"/>
          </ac:spMkLst>
        </pc:spChg>
      </pc:sldChg>
    </pc:docChg>
  </pc:docChgLst>
  <pc:docChgLst>
    <pc:chgData name="Byrd, Andrew M." userId="S::amby222@uky.edu::2d5836b5-4a72-4fdb-bd90-63723c1cd390" providerId="AD" clId="Web-{B561FD72-E79F-83EA-4324-A5084E3E0144}"/>
    <pc:docChg chg="addSld modSld">
      <pc:chgData name="Byrd, Andrew M." userId="S::amby222@uky.edu::2d5836b5-4a72-4fdb-bd90-63723c1cd390" providerId="AD" clId="Web-{B561FD72-E79F-83EA-4324-A5084E3E0144}" dt="2024-09-29T18:46:32.547" v="217" actId="20577"/>
      <pc:docMkLst>
        <pc:docMk/>
      </pc:docMkLst>
      <pc:sldChg chg="modSp new">
        <pc:chgData name="Byrd, Andrew M." userId="S::amby222@uky.edu::2d5836b5-4a72-4fdb-bd90-63723c1cd390" providerId="AD" clId="Web-{B561FD72-E79F-83EA-4324-A5084E3E0144}" dt="2024-09-29T18:46:32.547" v="217" actId="20577"/>
        <pc:sldMkLst>
          <pc:docMk/>
          <pc:sldMk cId="2237953106" sldId="353"/>
        </pc:sldMkLst>
        <pc:spChg chg="mod">
          <ac:chgData name="Byrd, Andrew M." userId="S::amby222@uky.edu::2d5836b5-4a72-4fdb-bd90-63723c1cd390" providerId="AD" clId="Web-{B561FD72-E79F-83EA-4324-A5084E3E0144}" dt="2024-09-29T18:27:18.982" v="119" actId="20577"/>
          <ac:spMkLst>
            <pc:docMk/>
            <pc:sldMk cId="2237953106" sldId="353"/>
            <ac:spMk id="2" creationId="{F05C3538-1465-C76E-38E1-A1E955063693}"/>
          </ac:spMkLst>
        </pc:spChg>
        <pc:spChg chg="mod">
          <ac:chgData name="Byrd, Andrew M." userId="S::amby222@uky.edu::2d5836b5-4a72-4fdb-bd90-63723c1cd390" providerId="AD" clId="Web-{B561FD72-E79F-83EA-4324-A5084E3E0144}" dt="2024-09-29T18:46:32.547" v="217" actId="20577"/>
          <ac:spMkLst>
            <pc:docMk/>
            <pc:sldMk cId="2237953106" sldId="353"/>
            <ac:spMk id="3" creationId="{BB66FEEF-2DC6-1C6F-9459-B0277AD8BE41}"/>
          </ac:spMkLst>
        </pc:spChg>
      </pc:sldChg>
      <pc:sldChg chg="modSp new">
        <pc:chgData name="Byrd, Andrew M." userId="S::amby222@uky.edu::2d5836b5-4a72-4fdb-bd90-63723c1cd390" providerId="AD" clId="Web-{B561FD72-E79F-83EA-4324-A5084E3E0144}" dt="2024-09-29T18:38:40.936" v="215" actId="20577"/>
        <pc:sldMkLst>
          <pc:docMk/>
          <pc:sldMk cId="3453704898" sldId="354"/>
        </pc:sldMkLst>
        <pc:spChg chg="mod">
          <ac:chgData name="Byrd, Andrew M." userId="S::amby222@uky.edu::2d5836b5-4a72-4fdb-bd90-63723c1cd390" providerId="AD" clId="Web-{B561FD72-E79F-83EA-4324-A5084E3E0144}" dt="2024-09-29T18:38:40.936" v="215" actId="20577"/>
          <ac:spMkLst>
            <pc:docMk/>
            <pc:sldMk cId="3453704898" sldId="354"/>
            <ac:spMk id="3" creationId="{F7129ED2-EACF-5F85-1133-54504D2821CF}"/>
          </ac:spMkLst>
        </pc:spChg>
      </pc:sldChg>
      <pc:sldChg chg="modSp new">
        <pc:chgData name="Byrd, Andrew M." userId="S::amby222@uky.edu::2d5836b5-4a72-4fdb-bd90-63723c1cd390" providerId="AD" clId="Web-{B561FD72-E79F-83EA-4324-A5084E3E0144}" dt="2024-09-29T18:34:37.908" v="173" actId="20577"/>
        <pc:sldMkLst>
          <pc:docMk/>
          <pc:sldMk cId="488001733" sldId="355"/>
        </pc:sldMkLst>
        <pc:spChg chg="mod">
          <ac:chgData name="Byrd, Andrew M." userId="S::amby222@uky.edu::2d5836b5-4a72-4fdb-bd90-63723c1cd390" providerId="AD" clId="Web-{B561FD72-E79F-83EA-4324-A5084E3E0144}" dt="2024-09-29T18:20:04.493" v="58" actId="20577"/>
          <ac:spMkLst>
            <pc:docMk/>
            <pc:sldMk cId="488001733" sldId="355"/>
            <ac:spMk id="2" creationId="{387370BB-B24C-7127-9F80-9BAD1307BD9D}"/>
          </ac:spMkLst>
        </pc:spChg>
        <pc:spChg chg="mod">
          <ac:chgData name="Byrd, Andrew M." userId="S::amby222@uky.edu::2d5836b5-4a72-4fdb-bd90-63723c1cd390" providerId="AD" clId="Web-{B561FD72-E79F-83EA-4324-A5084E3E0144}" dt="2024-09-29T18:34:37.908" v="173" actId="20577"/>
          <ac:spMkLst>
            <pc:docMk/>
            <pc:sldMk cId="488001733" sldId="355"/>
            <ac:spMk id="3" creationId="{DF230A0B-8253-9DE4-C63B-442779EA0A3A}"/>
          </ac:spMkLst>
        </pc:spChg>
      </pc:sldChg>
      <pc:sldChg chg="modSp add replId">
        <pc:chgData name="Byrd, Andrew M." userId="S::amby222@uky.edu::2d5836b5-4a72-4fdb-bd90-63723c1cd390" providerId="AD" clId="Web-{B561FD72-E79F-83EA-4324-A5084E3E0144}" dt="2024-09-29T18:36:11.568" v="184" actId="20577"/>
        <pc:sldMkLst>
          <pc:docMk/>
          <pc:sldMk cId="2698908344" sldId="356"/>
        </pc:sldMkLst>
        <pc:spChg chg="mod">
          <ac:chgData name="Byrd, Andrew M." userId="S::amby222@uky.edu::2d5836b5-4a72-4fdb-bd90-63723c1cd390" providerId="AD" clId="Web-{B561FD72-E79F-83EA-4324-A5084E3E0144}" dt="2024-09-29T18:36:11.568" v="184" actId="20577"/>
          <ac:spMkLst>
            <pc:docMk/>
            <pc:sldMk cId="2698908344" sldId="356"/>
            <ac:spMk id="3" creationId="{DF230A0B-8253-9DE4-C63B-442779EA0A3A}"/>
          </ac:spMkLst>
        </pc:spChg>
      </pc:sldChg>
    </pc:docChg>
  </pc:docChgLst>
  <pc:docChgLst>
    <pc:chgData name="Byrd, Andrew M." userId="S::amby222@uky.edu::2d5836b5-4a72-4fdb-bd90-63723c1cd390" providerId="AD" clId="Web-{68B2952E-1A5F-6684-9AA8-838C17E7493C}"/>
    <pc:docChg chg="addSld modSld sldOrd">
      <pc:chgData name="Byrd, Andrew M." userId="S::amby222@uky.edu::2d5836b5-4a72-4fdb-bd90-63723c1cd390" providerId="AD" clId="Web-{68B2952E-1A5F-6684-9AA8-838C17E7493C}" dt="2024-10-01T18:24:38.826" v="138" actId="20577"/>
      <pc:docMkLst>
        <pc:docMk/>
      </pc:docMkLst>
      <pc:sldChg chg="ord">
        <pc:chgData name="Byrd, Andrew M." userId="S::amby222@uky.edu::2d5836b5-4a72-4fdb-bd90-63723c1cd390" providerId="AD" clId="Web-{68B2952E-1A5F-6684-9AA8-838C17E7493C}" dt="2024-10-01T18:21:16.125" v="11"/>
        <pc:sldMkLst>
          <pc:docMk/>
          <pc:sldMk cId="170309672" sldId="358"/>
        </pc:sldMkLst>
      </pc:sldChg>
      <pc:sldChg chg="modSp new">
        <pc:chgData name="Byrd, Andrew M." userId="S::amby222@uky.edu::2d5836b5-4a72-4fdb-bd90-63723c1cd390" providerId="AD" clId="Web-{68B2952E-1A5F-6684-9AA8-838C17E7493C}" dt="2024-10-01T18:24:38.826" v="138" actId="20577"/>
        <pc:sldMkLst>
          <pc:docMk/>
          <pc:sldMk cId="2269925187" sldId="360"/>
        </pc:sldMkLst>
        <pc:spChg chg="mod">
          <ac:chgData name="Byrd, Andrew M." userId="S::amby222@uky.edu::2d5836b5-4a72-4fdb-bd90-63723c1cd390" providerId="AD" clId="Web-{68B2952E-1A5F-6684-9AA8-838C17E7493C}" dt="2024-10-01T18:21:09.516" v="10" actId="20577"/>
          <ac:spMkLst>
            <pc:docMk/>
            <pc:sldMk cId="2269925187" sldId="360"/>
            <ac:spMk id="2" creationId="{01D562B0-E738-1FCD-B7F9-D69AFA279600}"/>
          </ac:spMkLst>
        </pc:spChg>
        <pc:spChg chg="mod">
          <ac:chgData name="Byrd, Andrew M." userId="S::amby222@uky.edu::2d5836b5-4a72-4fdb-bd90-63723c1cd390" providerId="AD" clId="Web-{68B2952E-1A5F-6684-9AA8-838C17E7493C}" dt="2024-10-01T18:24:38.826" v="138" actId="20577"/>
          <ac:spMkLst>
            <pc:docMk/>
            <pc:sldMk cId="2269925187" sldId="360"/>
            <ac:spMk id="3" creationId="{8973F767-FBED-6225-0243-36B9DFCA995B}"/>
          </ac:spMkLst>
        </pc:spChg>
      </pc:sldChg>
      <pc:sldChg chg="modSp new ord">
        <pc:chgData name="Byrd, Andrew M." userId="S::amby222@uky.edu::2d5836b5-4a72-4fdb-bd90-63723c1cd390" providerId="AD" clId="Web-{68B2952E-1A5F-6684-9AA8-838C17E7493C}" dt="2024-10-01T18:21:54.581" v="40" actId="14100"/>
        <pc:sldMkLst>
          <pc:docMk/>
          <pc:sldMk cId="1842751625" sldId="361"/>
        </pc:sldMkLst>
        <pc:spChg chg="mod">
          <ac:chgData name="Byrd, Andrew M." userId="S::amby222@uky.edu::2d5836b5-4a72-4fdb-bd90-63723c1cd390" providerId="AD" clId="Web-{68B2952E-1A5F-6684-9AA8-838C17E7493C}" dt="2024-10-01T18:21:37.955" v="17" actId="20577"/>
          <ac:spMkLst>
            <pc:docMk/>
            <pc:sldMk cId="1842751625" sldId="361"/>
            <ac:spMk id="2" creationId="{979D1877-7B0E-5B36-9DA5-839CAA20A4DC}"/>
          </ac:spMkLst>
        </pc:spChg>
        <pc:spChg chg="mod">
          <ac:chgData name="Byrd, Andrew M." userId="S::amby222@uky.edu::2d5836b5-4a72-4fdb-bd90-63723c1cd390" providerId="AD" clId="Web-{68B2952E-1A5F-6684-9AA8-838C17E7493C}" dt="2024-10-01T18:21:54.581" v="40" actId="14100"/>
          <ac:spMkLst>
            <pc:docMk/>
            <pc:sldMk cId="1842751625" sldId="361"/>
            <ac:spMk id="3" creationId="{A3DF14D7-2F61-7F17-D290-ECDF89E85989}"/>
          </ac:spMkLst>
        </pc:spChg>
      </pc:sldChg>
      <pc:sldChg chg="modSp new">
        <pc:chgData name="Byrd, Andrew M." userId="S::amby222@uky.edu::2d5836b5-4a72-4fdb-bd90-63723c1cd390" providerId="AD" clId="Web-{68B2952E-1A5F-6684-9AA8-838C17E7493C}" dt="2024-10-01T18:22:04.300" v="57" actId="20577"/>
        <pc:sldMkLst>
          <pc:docMk/>
          <pc:sldMk cId="2649480678" sldId="362"/>
        </pc:sldMkLst>
        <pc:spChg chg="mod">
          <ac:chgData name="Byrd, Andrew M." userId="S::amby222@uky.edu::2d5836b5-4a72-4fdb-bd90-63723c1cd390" providerId="AD" clId="Web-{68B2952E-1A5F-6684-9AA8-838C17E7493C}" dt="2024-10-01T18:22:04.300" v="57" actId="20577"/>
          <ac:spMkLst>
            <pc:docMk/>
            <pc:sldMk cId="2649480678" sldId="362"/>
            <ac:spMk id="2" creationId="{CDA56F27-9DB0-27C5-3DC9-43C0D573C82A}"/>
          </ac:spMkLst>
        </pc:spChg>
      </pc:sldChg>
    </pc:docChg>
  </pc:docChgLst>
  <pc:docChgLst>
    <pc:chgData name="Byrd, Andrew M." userId="S::amby222@uky.edu::2d5836b5-4a72-4fdb-bd90-63723c1cd390" providerId="AD" clId="Web-{F14324E2-00E0-F845-B22F-BBA6D5B38EDC}"/>
    <pc:docChg chg="addSld delSld modSld sldOrd">
      <pc:chgData name="Byrd, Andrew M." userId="S::amby222@uky.edu::2d5836b5-4a72-4fdb-bd90-63723c1cd390" providerId="AD" clId="Web-{F14324E2-00E0-F845-B22F-BBA6D5B38EDC}" dt="2024-09-27T14:53:06.939" v="64"/>
      <pc:docMkLst>
        <pc:docMk/>
      </pc:docMkLst>
      <pc:sldChg chg="modSp">
        <pc:chgData name="Byrd, Andrew M." userId="S::amby222@uky.edu::2d5836b5-4a72-4fdb-bd90-63723c1cd390" providerId="AD" clId="Web-{F14324E2-00E0-F845-B22F-BBA6D5B38EDC}" dt="2024-09-27T14:51:51.765" v="18" actId="20577"/>
        <pc:sldMkLst>
          <pc:docMk/>
          <pc:sldMk cId="0" sldId="256"/>
        </pc:sldMkLst>
        <pc:spChg chg="mod">
          <ac:chgData name="Byrd, Andrew M." userId="S::amby222@uky.edu::2d5836b5-4a72-4fdb-bd90-63723c1cd390" providerId="AD" clId="Web-{F14324E2-00E0-F845-B22F-BBA6D5B38EDC}" dt="2024-09-27T14:51:51.765" v="18" actId="20577"/>
          <ac:spMkLst>
            <pc:docMk/>
            <pc:sldMk cId="0" sldId="256"/>
            <ac:spMk id="67" creationId="{00000000-0000-0000-0000-000000000000}"/>
          </ac:spMkLst>
        </pc:spChg>
      </pc:sldChg>
      <pc:sldChg chg="add">
        <pc:chgData name="Byrd, Andrew M." userId="S::amby222@uky.edu::2d5836b5-4a72-4fdb-bd90-63723c1cd390" providerId="AD" clId="Web-{F14324E2-00E0-F845-B22F-BBA6D5B38EDC}" dt="2024-09-27T14:53:06.939" v="64"/>
        <pc:sldMkLst>
          <pc:docMk/>
          <pc:sldMk cId="0" sldId="284"/>
        </pc:sldMkLst>
      </pc:sldChg>
      <pc:sldChg chg="add">
        <pc:chgData name="Byrd, Andrew M." userId="S::amby222@uky.edu::2d5836b5-4a72-4fdb-bd90-63723c1cd390" providerId="AD" clId="Web-{F14324E2-00E0-F845-B22F-BBA6D5B38EDC}" dt="2024-09-27T14:52:59.158" v="63"/>
        <pc:sldMkLst>
          <pc:docMk/>
          <pc:sldMk cId="0" sldId="288"/>
        </pc:sldMkLst>
      </pc:sldChg>
      <pc:sldChg chg="ord">
        <pc:chgData name="Byrd, Andrew M." userId="S::amby222@uky.edu::2d5836b5-4a72-4fdb-bd90-63723c1cd390" providerId="AD" clId="Web-{F14324E2-00E0-F845-B22F-BBA6D5B38EDC}" dt="2024-09-27T14:52:43.298" v="49"/>
        <pc:sldMkLst>
          <pc:docMk/>
          <pc:sldMk cId="0" sldId="289"/>
        </pc:sldMkLst>
      </pc:sldChg>
      <pc:sldChg chg="add del">
        <pc:chgData name="Byrd, Andrew M." userId="S::amby222@uky.edu::2d5836b5-4a72-4fdb-bd90-63723c1cd390" providerId="AD" clId="Web-{F14324E2-00E0-F845-B22F-BBA6D5B38EDC}" dt="2024-09-27T14:52:29.563" v="42"/>
        <pc:sldMkLst>
          <pc:docMk/>
          <pc:sldMk cId="0" sldId="290"/>
        </pc:sldMkLst>
      </pc:sldChg>
      <pc:sldChg chg="add del">
        <pc:chgData name="Byrd, Andrew M." userId="S::amby222@uky.edu::2d5836b5-4a72-4fdb-bd90-63723c1cd390" providerId="AD" clId="Web-{F14324E2-00E0-F845-B22F-BBA6D5B38EDC}" dt="2024-09-27T14:52:29.579" v="43"/>
        <pc:sldMkLst>
          <pc:docMk/>
          <pc:sldMk cId="0" sldId="291"/>
        </pc:sldMkLst>
      </pc:sldChg>
      <pc:sldChg chg="add del">
        <pc:chgData name="Byrd, Andrew M." userId="S::amby222@uky.edu::2d5836b5-4a72-4fdb-bd90-63723c1cd390" providerId="AD" clId="Web-{F14324E2-00E0-F845-B22F-BBA6D5B38EDC}" dt="2024-09-27T14:52:29.595" v="44"/>
        <pc:sldMkLst>
          <pc:docMk/>
          <pc:sldMk cId="0" sldId="292"/>
        </pc:sldMkLst>
      </pc:sldChg>
      <pc:sldChg chg="add del">
        <pc:chgData name="Byrd, Andrew M." userId="S::amby222@uky.edu::2d5836b5-4a72-4fdb-bd90-63723c1cd390" providerId="AD" clId="Web-{F14324E2-00E0-F845-B22F-BBA6D5B38EDC}" dt="2024-09-27T14:52:29.595" v="45"/>
        <pc:sldMkLst>
          <pc:docMk/>
          <pc:sldMk cId="0" sldId="293"/>
        </pc:sldMkLst>
      </pc:sldChg>
      <pc:sldChg chg="add del">
        <pc:chgData name="Byrd, Andrew M." userId="S::amby222@uky.edu::2d5836b5-4a72-4fdb-bd90-63723c1cd390" providerId="AD" clId="Web-{F14324E2-00E0-F845-B22F-BBA6D5B38EDC}" dt="2024-09-27T14:52:29.610" v="46"/>
        <pc:sldMkLst>
          <pc:docMk/>
          <pc:sldMk cId="0" sldId="294"/>
        </pc:sldMkLst>
      </pc:sldChg>
      <pc:sldChg chg="add del">
        <pc:chgData name="Byrd, Andrew M." userId="S::amby222@uky.edu::2d5836b5-4a72-4fdb-bd90-63723c1cd390" providerId="AD" clId="Web-{F14324E2-00E0-F845-B22F-BBA6D5B38EDC}" dt="2024-09-27T14:52:29.610" v="47"/>
        <pc:sldMkLst>
          <pc:docMk/>
          <pc:sldMk cId="0" sldId="295"/>
        </pc:sldMkLst>
      </pc:sldChg>
      <pc:sldChg chg="add del">
        <pc:chgData name="Byrd, Andrew M." userId="S::amby222@uky.edu::2d5836b5-4a72-4fdb-bd90-63723c1cd390" providerId="AD" clId="Web-{F14324E2-00E0-F845-B22F-BBA6D5B38EDC}" dt="2024-09-27T14:52:29.626" v="48"/>
        <pc:sldMkLst>
          <pc:docMk/>
          <pc:sldMk cId="0" sldId="296"/>
        </pc:sldMkLst>
      </pc:sldChg>
      <pc:sldChg chg="modSp">
        <pc:chgData name="Byrd, Andrew M." userId="S::amby222@uky.edu::2d5836b5-4a72-4fdb-bd90-63723c1cd390" providerId="AD" clId="Web-{F14324E2-00E0-F845-B22F-BBA6D5B38EDC}" dt="2024-09-27T14:52:09.375" v="32" actId="20577"/>
        <pc:sldMkLst>
          <pc:docMk/>
          <pc:sldMk cId="0" sldId="297"/>
        </pc:sldMkLst>
        <pc:spChg chg="mod">
          <ac:chgData name="Byrd, Andrew M." userId="S::amby222@uky.edu::2d5836b5-4a72-4fdb-bd90-63723c1cd390" providerId="AD" clId="Web-{F14324E2-00E0-F845-B22F-BBA6D5B38EDC}" dt="2024-09-27T14:52:09.375" v="32" actId="20577"/>
          <ac:spMkLst>
            <pc:docMk/>
            <pc:sldMk cId="0" sldId="297"/>
            <ac:spMk id="332" creationId="{00000000-0000-0000-0000-000000000000}"/>
          </ac:spMkLst>
        </pc:spChg>
      </pc:sldChg>
      <pc:sldChg chg="ord">
        <pc:chgData name="Byrd, Andrew M." userId="S::amby222@uky.edu::2d5836b5-4a72-4fdb-bd90-63723c1cd390" providerId="AD" clId="Web-{F14324E2-00E0-F845-B22F-BBA6D5B38EDC}" dt="2024-09-27T14:51:34.109" v="4"/>
        <pc:sldMkLst>
          <pc:docMk/>
          <pc:sldMk cId="0" sldId="298"/>
        </pc:sldMkLst>
      </pc:sldChg>
      <pc:sldChg chg="modSp ord">
        <pc:chgData name="Byrd, Andrew M." userId="S::amby222@uky.edu::2d5836b5-4a72-4fdb-bd90-63723c1cd390" providerId="AD" clId="Web-{F14324E2-00E0-F845-B22F-BBA6D5B38EDC}" dt="2024-09-27T14:51:42.625" v="17" actId="20577"/>
        <pc:sldMkLst>
          <pc:docMk/>
          <pc:sldMk cId="0" sldId="299"/>
        </pc:sldMkLst>
        <pc:spChg chg="mod">
          <ac:chgData name="Byrd, Andrew M." userId="S::amby222@uky.edu::2d5836b5-4a72-4fdb-bd90-63723c1cd390" providerId="AD" clId="Web-{F14324E2-00E0-F845-B22F-BBA6D5B38EDC}" dt="2024-09-27T14:51:42.625" v="17" actId="20577"/>
          <ac:spMkLst>
            <pc:docMk/>
            <pc:sldMk cId="0" sldId="299"/>
            <ac:spMk id="343" creationId="{00000000-0000-0000-0000-000000000000}"/>
          </ac:spMkLst>
        </pc:spChg>
      </pc:sldChg>
      <pc:sldChg chg="ord">
        <pc:chgData name="Byrd, Andrew M." userId="S::amby222@uky.edu::2d5836b5-4a72-4fdb-bd90-63723c1cd390" providerId="AD" clId="Web-{F14324E2-00E0-F845-B22F-BBA6D5B38EDC}" dt="2024-09-27T14:52:18.969" v="34"/>
        <pc:sldMkLst>
          <pc:docMk/>
          <pc:sldMk cId="0" sldId="300"/>
        </pc:sldMkLst>
      </pc:sldChg>
      <pc:sldChg chg="ord">
        <pc:chgData name="Byrd, Andrew M." userId="S::amby222@uky.edu::2d5836b5-4a72-4fdb-bd90-63723c1cd390" providerId="AD" clId="Web-{F14324E2-00E0-F845-B22F-BBA6D5B38EDC}" dt="2024-09-27T14:51:19.718" v="2"/>
        <pc:sldMkLst>
          <pc:docMk/>
          <pc:sldMk cId="0" sldId="301"/>
        </pc:sldMkLst>
      </pc:sldChg>
      <pc:sldChg chg="ord">
        <pc:chgData name="Byrd, Andrew M." userId="S::amby222@uky.edu::2d5836b5-4a72-4fdb-bd90-63723c1cd390" providerId="AD" clId="Web-{F14324E2-00E0-F845-B22F-BBA6D5B38EDC}" dt="2024-09-27T14:51:19.718" v="1"/>
        <pc:sldMkLst>
          <pc:docMk/>
          <pc:sldMk cId="0" sldId="302"/>
        </pc:sldMkLst>
      </pc:sldChg>
      <pc:sldChg chg="ord">
        <pc:chgData name="Byrd, Andrew M." userId="S::amby222@uky.edu::2d5836b5-4a72-4fdb-bd90-63723c1cd390" providerId="AD" clId="Web-{F14324E2-00E0-F845-B22F-BBA6D5B38EDC}" dt="2024-09-27T14:51:15.296" v="0"/>
        <pc:sldMkLst>
          <pc:docMk/>
          <pc:sldMk cId="2116562586" sldId="316"/>
        </pc:sldMkLst>
      </pc:sldChg>
      <pc:sldChg chg="modSp add">
        <pc:chgData name="Byrd, Andrew M." userId="S::amby222@uky.edu::2d5836b5-4a72-4fdb-bd90-63723c1cd390" providerId="AD" clId="Web-{F14324E2-00E0-F845-B22F-BBA6D5B38EDC}" dt="2024-09-27T14:52:51.173" v="62" actId="20577"/>
        <pc:sldMkLst>
          <pc:docMk/>
          <pc:sldMk cId="568996160" sldId="352"/>
        </pc:sldMkLst>
        <pc:spChg chg="mod">
          <ac:chgData name="Byrd, Andrew M." userId="S::amby222@uky.edu::2d5836b5-4a72-4fdb-bd90-63723c1cd390" providerId="AD" clId="Web-{F14324E2-00E0-F845-B22F-BBA6D5B38EDC}" dt="2024-09-27T14:52:51.173" v="62" actId="20577"/>
          <ac:spMkLst>
            <pc:docMk/>
            <pc:sldMk cId="568996160" sldId="352"/>
            <ac:spMk id="216" creationId="{00000000-0000-0000-0000-000000000000}"/>
          </ac:spMkLst>
        </pc:spChg>
      </pc:sldChg>
    </pc:docChg>
  </pc:docChgLst>
  <pc:docChgLst>
    <pc:chgData name="Byrd, Andrew M." userId="2d5836b5-4a72-4fdb-bd90-63723c1cd390" providerId="ADAL" clId="{91B23C04-9433-4BD7-A310-F2DBC946ED16}"/>
    <pc:docChg chg="undo custSel addSld delSld modSld sldOrd">
      <pc:chgData name="Byrd, Andrew M." userId="2d5836b5-4a72-4fdb-bd90-63723c1cd390" providerId="ADAL" clId="{91B23C04-9433-4BD7-A310-F2DBC946ED16}" dt="2024-10-01T18:41:21.074" v="1635" actId="20577"/>
      <pc:docMkLst>
        <pc:docMk/>
      </pc:docMkLst>
      <pc:sldChg chg="del ord modNotes">
        <pc:chgData name="Byrd, Andrew M." userId="2d5836b5-4a72-4fdb-bd90-63723c1cd390" providerId="ADAL" clId="{91B23C04-9433-4BD7-A310-F2DBC946ED16}" dt="2024-09-30T12:21:58.247" v="819" actId="2696"/>
        <pc:sldMkLst>
          <pc:docMk/>
          <pc:sldMk cId="0" sldId="284"/>
        </pc:sldMkLst>
      </pc:sldChg>
      <pc:sldChg chg="add">
        <pc:chgData name="Byrd, Andrew M." userId="2d5836b5-4a72-4fdb-bd90-63723c1cd390" providerId="ADAL" clId="{91B23C04-9433-4BD7-A310-F2DBC946ED16}" dt="2024-09-30T12:22:07.353" v="820"/>
        <pc:sldMkLst>
          <pc:docMk/>
          <pc:sldMk cId="874143195" sldId="284"/>
        </pc:sldMkLst>
      </pc:sldChg>
      <pc:sldChg chg="del">
        <pc:chgData name="Byrd, Andrew M." userId="2d5836b5-4a72-4fdb-bd90-63723c1cd390" providerId="ADAL" clId="{91B23C04-9433-4BD7-A310-F2DBC946ED16}" dt="2024-09-30T12:21:58.247" v="819" actId="2696"/>
        <pc:sldMkLst>
          <pc:docMk/>
          <pc:sldMk cId="0" sldId="288"/>
        </pc:sldMkLst>
      </pc:sldChg>
      <pc:sldChg chg="add">
        <pc:chgData name="Byrd, Andrew M." userId="2d5836b5-4a72-4fdb-bd90-63723c1cd390" providerId="ADAL" clId="{91B23C04-9433-4BD7-A310-F2DBC946ED16}" dt="2024-09-30T12:22:07.353" v="820"/>
        <pc:sldMkLst>
          <pc:docMk/>
          <pc:sldMk cId="3585184226" sldId="288"/>
        </pc:sldMkLst>
      </pc:sldChg>
      <pc:sldChg chg="modSp mod">
        <pc:chgData name="Byrd, Andrew M." userId="2d5836b5-4a72-4fdb-bd90-63723c1cd390" providerId="ADAL" clId="{91B23C04-9433-4BD7-A310-F2DBC946ED16}" dt="2024-09-30T12:17:51.477" v="32" actId="20577"/>
        <pc:sldMkLst>
          <pc:docMk/>
          <pc:sldMk cId="0" sldId="292"/>
        </pc:sldMkLst>
        <pc:spChg chg="mod">
          <ac:chgData name="Byrd, Andrew M." userId="2d5836b5-4a72-4fdb-bd90-63723c1cd390" providerId="ADAL" clId="{91B23C04-9433-4BD7-A310-F2DBC946ED16}" dt="2024-09-30T12:17:51.477" v="32" actId="20577"/>
          <ac:spMkLst>
            <pc:docMk/>
            <pc:sldMk cId="0" sldId="292"/>
            <ac:spMk id="300" creationId="{00000000-0000-0000-0000-000000000000}"/>
          </ac:spMkLst>
        </pc:spChg>
      </pc:sldChg>
      <pc:sldChg chg="modSp mod">
        <pc:chgData name="Byrd, Andrew M." userId="2d5836b5-4a72-4fdb-bd90-63723c1cd390" providerId="ADAL" clId="{91B23C04-9433-4BD7-A310-F2DBC946ED16}" dt="2024-09-30T12:17:44.726" v="26" actId="20577"/>
        <pc:sldMkLst>
          <pc:docMk/>
          <pc:sldMk cId="0" sldId="293"/>
        </pc:sldMkLst>
        <pc:spChg chg="mod">
          <ac:chgData name="Byrd, Andrew M." userId="2d5836b5-4a72-4fdb-bd90-63723c1cd390" providerId="ADAL" clId="{91B23C04-9433-4BD7-A310-F2DBC946ED16}" dt="2024-09-30T12:17:44.726" v="26" actId="20577"/>
          <ac:spMkLst>
            <pc:docMk/>
            <pc:sldMk cId="0" sldId="293"/>
            <ac:spMk id="306" creationId="{00000000-0000-0000-0000-000000000000}"/>
          </ac:spMkLst>
        </pc:spChg>
      </pc:sldChg>
      <pc:sldChg chg="modSp mod">
        <pc:chgData name="Byrd, Andrew M." userId="2d5836b5-4a72-4fdb-bd90-63723c1cd390" providerId="ADAL" clId="{91B23C04-9433-4BD7-A310-F2DBC946ED16}" dt="2024-09-30T12:18:01.695" v="36" actId="1076"/>
        <pc:sldMkLst>
          <pc:docMk/>
          <pc:sldMk cId="0" sldId="294"/>
        </pc:sldMkLst>
        <pc:spChg chg="mod">
          <ac:chgData name="Byrd, Andrew M." userId="2d5836b5-4a72-4fdb-bd90-63723c1cd390" providerId="ADAL" clId="{91B23C04-9433-4BD7-A310-F2DBC946ED16}" dt="2024-09-30T12:18:01.695" v="36" actId="1076"/>
          <ac:spMkLst>
            <pc:docMk/>
            <pc:sldMk cId="0" sldId="294"/>
            <ac:spMk id="312" creationId="{00000000-0000-0000-0000-000000000000}"/>
          </ac:spMkLst>
        </pc:spChg>
      </pc:sldChg>
      <pc:sldChg chg="modSp mod ord modNotes">
        <pc:chgData name="Byrd, Andrew M." userId="2d5836b5-4a72-4fdb-bd90-63723c1cd390" providerId="ADAL" clId="{91B23C04-9433-4BD7-A310-F2DBC946ED16}" dt="2024-09-30T12:18:26.354" v="42" actId="1076"/>
        <pc:sldMkLst>
          <pc:docMk/>
          <pc:sldMk cId="0" sldId="295"/>
        </pc:sldMkLst>
        <pc:spChg chg="mod">
          <ac:chgData name="Byrd, Andrew M." userId="2d5836b5-4a72-4fdb-bd90-63723c1cd390" providerId="ADAL" clId="{91B23C04-9433-4BD7-A310-F2DBC946ED16}" dt="2024-09-30T12:18:26.354" v="42" actId="1076"/>
          <ac:spMkLst>
            <pc:docMk/>
            <pc:sldMk cId="0" sldId="295"/>
            <ac:spMk id="319" creationId="{00000000-0000-0000-0000-000000000000}"/>
          </ac:spMkLst>
        </pc:spChg>
      </pc:sldChg>
      <pc:sldChg chg="ord modNotes">
        <pc:chgData name="Byrd, Andrew M." userId="2d5836b5-4a72-4fdb-bd90-63723c1cd390" providerId="ADAL" clId="{91B23C04-9433-4BD7-A310-F2DBC946ED16}" dt="2024-09-30T12:18:30.614" v="44"/>
        <pc:sldMkLst>
          <pc:docMk/>
          <pc:sldMk cId="0" sldId="296"/>
        </pc:sldMkLst>
      </pc:sldChg>
      <pc:sldChg chg="modSp mod">
        <pc:chgData name="Byrd, Andrew M." userId="2d5836b5-4a72-4fdb-bd90-63723c1cd390" providerId="ADAL" clId="{91B23C04-9433-4BD7-A310-F2DBC946ED16}" dt="2024-10-01T18:38:05.623" v="1487" actId="14100"/>
        <pc:sldMkLst>
          <pc:docMk/>
          <pc:sldMk cId="0" sldId="308"/>
        </pc:sldMkLst>
        <pc:spChg chg="mod">
          <ac:chgData name="Byrd, Andrew M." userId="2d5836b5-4a72-4fdb-bd90-63723c1cd390" providerId="ADAL" clId="{91B23C04-9433-4BD7-A310-F2DBC946ED16}" dt="2024-10-01T18:38:05.623" v="1487" actId="14100"/>
          <ac:spMkLst>
            <pc:docMk/>
            <pc:sldMk cId="0" sldId="308"/>
            <ac:spMk id="398" creationId="{00000000-0000-0000-0000-000000000000}"/>
          </ac:spMkLst>
        </pc:spChg>
      </pc:sldChg>
      <pc:sldChg chg="modSp mod">
        <pc:chgData name="Byrd, Andrew M." userId="2d5836b5-4a72-4fdb-bd90-63723c1cd390" providerId="ADAL" clId="{91B23C04-9433-4BD7-A310-F2DBC946ED16}" dt="2024-10-01T18:38:31.034" v="1507" actId="20577"/>
        <pc:sldMkLst>
          <pc:docMk/>
          <pc:sldMk cId="0" sldId="309"/>
        </pc:sldMkLst>
        <pc:spChg chg="mod">
          <ac:chgData name="Byrd, Andrew M." userId="2d5836b5-4a72-4fdb-bd90-63723c1cd390" providerId="ADAL" clId="{91B23C04-9433-4BD7-A310-F2DBC946ED16}" dt="2024-10-01T18:38:31.034" v="1507" actId="20577"/>
          <ac:spMkLst>
            <pc:docMk/>
            <pc:sldMk cId="0" sldId="309"/>
            <ac:spMk id="406" creationId="{00000000-0000-0000-0000-000000000000}"/>
          </ac:spMkLst>
        </pc:spChg>
      </pc:sldChg>
      <pc:sldChg chg="addSp delSp modSp mod">
        <pc:chgData name="Byrd, Andrew M." userId="2d5836b5-4a72-4fdb-bd90-63723c1cd390" providerId="ADAL" clId="{91B23C04-9433-4BD7-A310-F2DBC946ED16}" dt="2024-10-01T18:39:41.645" v="1553" actId="403"/>
        <pc:sldMkLst>
          <pc:docMk/>
          <pc:sldMk cId="0" sldId="310"/>
        </pc:sldMkLst>
        <pc:spChg chg="add mod">
          <ac:chgData name="Byrd, Andrew M." userId="2d5836b5-4a72-4fdb-bd90-63723c1cd390" providerId="ADAL" clId="{91B23C04-9433-4BD7-A310-F2DBC946ED16}" dt="2024-10-01T18:39:41.645" v="1553" actId="403"/>
          <ac:spMkLst>
            <pc:docMk/>
            <pc:sldMk cId="0" sldId="310"/>
            <ac:spMk id="3" creationId="{7CFEC4C5-858C-9F37-34AD-ECBCB2D05EB2}"/>
          </ac:spMkLst>
        </pc:spChg>
        <pc:spChg chg="del mod">
          <ac:chgData name="Byrd, Andrew M." userId="2d5836b5-4a72-4fdb-bd90-63723c1cd390" providerId="ADAL" clId="{91B23C04-9433-4BD7-A310-F2DBC946ED16}" dt="2024-10-01T18:39:22.771" v="1545" actId="478"/>
          <ac:spMkLst>
            <pc:docMk/>
            <pc:sldMk cId="0" sldId="310"/>
            <ac:spMk id="414" creationId="{00000000-0000-0000-0000-000000000000}"/>
          </ac:spMkLst>
        </pc:spChg>
      </pc:sldChg>
      <pc:sldChg chg="modSp mod">
        <pc:chgData name="Byrd, Andrew M." userId="2d5836b5-4a72-4fdb-bd90-63723c1cd390" providerId="ADAL" clId="{91B23C04-9433-4BD7-A310-F2DBC946ED16}" dt="2024-10-01T18:40:09.987" v="1572" actId="1076"/>
        <pc:sldMkLst>
          <pc:docMk/>
          <pc:sldMk cId="0" sldId="311"/>
        </pc:sldMkLst>
        <pc:spChg chg="mod">
          <ac:chgData name="Byrd, Andrew M." userId="2d5836b5-4a72-4fdb-bd90-63723c1cd390" providerId="ADAL" clId="{91B23C04-9433-4BD7-A310-F2DBC946ED16}" dt="2024-10-01T18:40:09.987" v="1572" actId="1076"/>
          <ac:spMkLst>
            <pc:docMk/>
            <pc:sldMk cId="0" sldId="311"/>
            <ac:spMk id="423" creationId="{00000000-0000-0000-0000-000000000000}"/>
          </ac:spMkLst>
        </pc:spChg>
      </pc:sldChg>
      <pc:sldChg chg="modSp mod">
        <pc:chgData name="Byrd, Andrew M." userId="2d5836b5-4a72-4fdb-bd90-63723c1cd390" providerId="ADAL" clId="{91B23C04-9433-4BD7-A310-F2DBC946ED16}" dt="2024-10-01T18:40:36.236" v="1599" actId="20577"/>
        <pc:sldMkLst>
          <pc:docMk/>
          <pc:sldMk cId="0" sldId="312"/>
        </pc:sldMkLst>
        <pc:spChg chg="mod">
          <ac:chgData name="Byrd, Andrew M." userId="2d5836b5-4a72-4fdb-bd90-63723c1cd390" providerId="ADAL" clId="{91B23C04-9433-4BD7-A310-F2DBC946ED16}" dt="2024-10-01T18:40:36.236" v="1599" actId="20577"/>
          <ac:spMkLst>
            <pc:docMk/>
            <pc:sldMk cId="0" sldId="312"/>
            <ac:spMk id="432" creationId="{00000000-0000-0000-0000-000000000000}"/>
          </ac:spMkLst>
        </pc:spChg>
      </pc:sldChg>
      <pc:sldChg chg="modSp mod">
        <pc:chgData name="Byrd, Andrew M." userId="2d5836b5-4a72-4fdb-bd90-63723c1cd390" providerId="ADAL" clId="{91B23C04-9433-4BD7-A310-F2DBC946ED16}" dt="2024-10-01T18:40:55.491" v="1614" actId="20577"/>
        <pc:sldMkLst>
          <pc:docMk/>
          <pc:sldMk cId="0" sldId="313"/>
        </pc:sldMkLst>
        <pc:spChg chg="mod">
          <ac:chgData name="Byrd, Andrew M." userId="2d5836b5-4a72-4fdb-bd90-63723c1cd390" providerId="ADAL" clId="{91B23C04-9433-4BD7-A310-F2DBC946ED16}" dt="2024-10-01T18:40:55.491" v="1614" actId="20577"/>
          <ac:spMkLst>
            <pc:docMk/>
            <pc:sldMk cId="0" sldId="313"/>
            <ac:spMk id="441" creationId="{00000000-0000-0000-0000-000000000000}"/>
          </ac:spMkLst>
        </pc:spChg>
      </pc:sldChg>
      <pc:sldChg chg="modSp mod">
        <pc:chgData name="Byrd, Andrew M." userId="2d5836b5-4a72-4fdb-bd90-63723c1cd390" providerId="ADAL" clId="{91B23C04-9433-4BD7-A310-F2DBC946ED16}" dt="2024-10-01T18:41:21.074" v="1635" actId="20577"/>
        <pc:sldMkLst>
          <pc:docMk/>
          <pc:sldMk cId="0" sldId="314"/>
        </pc:sldMkLst>
        <pc:spChg chg="mod">
          <ac:chgData name="Byrd, Andrew M." userId="2d5836b5-4a72-4fdb-bd90-63723c1cd390" providerId="ADAL" clId="{91B23C04-9433-4BD7-A310-F2DBC946ED16}" dt="2024-10-01T18:41:21.074" v="1635" actId="20577"/>
          <ac:spMkLst>
            <pc:docMk/>
            <pc:sldMk cId="0" sldId="314"/>
            <ac:spMk id="450" creationId="{00000000-0000-0000-0000-000000000000}"/>
          </ac:spMkLst>
        </pc:spChg>
      </pc:sldChg>
      <pc:sldChg chg="modSp mod">
        <pc:chgData name="Byrd, Andrew M." userId="2d5836b5-4a72-4fdb-bd90-63723c1cd390" providerId="ADAL" clId="{91B23C04-9433-4BD7-A310-F2DBC946ED16}" dt="2024-10-01T18:37:11.941" v="1476" actId="20577"/>
        <pc:sldMkLst>
          <pc:docMk/>
          <pc:sldMk cId="2116562586" sldId="316"/>
        </pc:sldMkLst>
        <pc:spChg chg="mod">
          <ac:chgData name="Byrd, Andrew M." userId="2d5836b5-4a72-4fdb-bd90-63723c1cd390" providerId="ADAL" clId="{91B23C04-9433-4BD7-A310-F2DBC946ED16}" dt="2024-10-01T18:37:11.941" v="1476" actId="20577"/>
          <ac:spMkLst>
            <pc:docMk/>
            <pc:sldMk cId="2116562586" sldId="316"/>
            <ac:spMk id="332" creationId="{00000000-0000-0000-0000-000000000000}"/>
          </ac:spMkLst>
        </pc:spChg>
      </pc:sldChg>
      <pc:sldChg chg="modSp del mod ord">
        <pc:chgData name="Byrd, Andrew M." userId="2d5836b5-4a72-4fdb-bd90-63723c1cd390" providerId="ADAL" clId="{91B23C04-9433-4BD7-A310-F2DBC946ED16}" dt="2024-09-30T12:21:58.247" v="819" actId="2696"/>
        <pc:sldMkLst>
          <pc:docMk/>
          <pc:sldMk cId="568996160" sldId="352"/>
        </pc:sldMkLst>
        <pc:spChg chg="mod">
          <ac:chgData name="Byrd, Andrew M." userId="2d5836b5-4a72-4fdb-bd90-63723c1cd390" providerId="ADAL" clId="{91B23C04-9433-4BD7-A310-F2DBC946ED16}" dt="2024-09-30T12:21:45.206" v="814" actId="20577"/>
          <ac:spMkLst>
            <pc:docMk/>
            <pc:sldMk cId="568996160" sldId="352"/>
            <ac:spMk id="216" creationId="{00000000-0000-0000-0000-000000000000}"/>
          </ac:spMkLst>
        </pc:spChg>
      </pc:sldChg>
      <pc:sldChg chg="modSp add mod">
        <pc:chgData name="Byrd, Andrew M." userId="2d5836b5-4a72-4fdb-bd90-63723c1cd390" providerId="ADAL" clId="{91B23C04-9433-4BD7-A310-F2DBC946ED16}" dt="2024-09-30T12:22:20.637" v="868" actId="20577"/>
        <pc:sldMkLst>
          <pc:docMk/>
          <pc:sldMk cId="1365387260" sldId="352"/>
        </pc:sldMkLst>
        <pc:spChg chg="mod">
          <ac:chgData name="Byrd, Andrew M." userId="2d5836b5-4a72-4fdb-bd90-63723c1cd390" providerId="ADAL" clId="{91B23C04-9433-4BD7-A310-F2DBC946ED16}" dt="2024-09-30T12:22:20.637" v="868" actId="20577"/>
          <ac:spMkLst>
            <pc:docMk/>
            <pc:sldMk cId="1365387260" sldId="352"/>
            <ac:spMk id="216" creationId="{00000000-0000-0000-0000-000000000000}"/>
          </ac:spMkLst>
        </pc:spChg>
      </pc:sldChg>
      <pc:sldChg chg="add del">
        <pc:chgData name="Byrd, Andrew M." userId="2d5836b5-4a72-4fdb-bd90-63723c1cd390" providerId="ADAL" clId="{91B23C04-9433-4BD7-A310-F2DBC946ED16}" dt="2024-09-30T12:25:27.153" v="1076"/>
        <pc:sldMkLst>
          <pc:docMk/>
          <pc:sldMk cId="1898044963" sldId="353"/>
        </pc:sldMkLst>
      </pc:sldChg>
      <pc:sldChg chg="del">
        <pc:chgData name="Byrd, Andrew M." userId="2d5836b5-4a72-4fdb-bd90-63723c1cd390" providerId="ADAL" clId="{91B23C04-9433-4BD7-A310-F2DBC946ED16}" dt="2024-09-30T12:25:20.094" v="1074" actId="2696"/>
        <pc:sldMkLst>
          <pc:docMk/>
          <pc:sldMk cId="2237953106" sldId="353"/>
        </pc:sldMkLst>
      </pc:sldChg>
      <pc:sldChg chg="add">
        <pc:chgData name="Byrd, Andrew M." userId="2d5836b5-4a72-4fdb-bd90-63723c1cd390" providerId="ADAL" clId="{91B23C04-9433-4BD7-A310-F2DBC946ED16}" dt="2024-09-30T12:25:31.202" v="1077"/>
        <pc:sldMkLst>
          <pc:docMk/>
          <pc:sldMk cId="3384079382" sldId="353"/>
        </pc:sldMkLst>
      </pc:sldChg>
      <pc:sldChg chg="add del">
        <pc:chgData name="Byrd, Andrew M." userId="2d5836b5-4a72-4fdb-bd90-63723c1cd390" providerId="ADAL" clId="{91B23C04-9433-4BD7-A310-F2DBC946ED16}" dt="2024-09-30T12:25:27.153" v="1076"/>
        <pc:sldMkLst>
          <pc:docMk/>
          <pc:sldMk cId="1693428969" sldId="354"/>
        </pc:sldMkLst>
      </pc:sldChg>
      <pc:sldChg chg="add">
        <pc:chgData name="Byrd, Andrew M." userId="2d5836b5-4a72-4fdb-bd90-63723c1cd390" providerId="ADAL" clId="{91B23C04-9433-4BD7-A310-F2DBC946ED16}" dt="2024-09-30T12:25:31.202" v="1077"/>
        <pc:sldMkLst>
          <pc:docMk/>
          <pc:sldMk cId="3240190227" sldId="354"/>
        </pc:sldMkLst>
      </pc:sldChg>
      <pc:sldChg chg="modSp del mod ord">
        <pc:chgData name="Byrd, Andrew M." userId="2d5836b5-4a72-4fdb-bd90-63723c1cd390" providerId="ADAL" clId="{91B23C04-9433-4BD7-A310-F2DBC946ED16}" dt="2024-09-30T12:25:20.094" v="1074" actId="2696"/>
        <pc:sldMkLst>
          <pc:docMk/>
          <pc:sldMk cId="3453704898" sldId="354"/>
        </pc:sldMkLst>
        <pc:spChg chg="mod">
          <ac:chgData name="Byrd, Andrew M." userId="2d5836b5-4a72-4fdb-bd90-63723c1cd390" providerId="ADAL" clId="{91B23C04-9433-4BD7-A310-F2DBC946ED16}" dt="2024-09-30T12:24:37.097" v="1069" actId="20577"/>
          <ac:spMkLst>
            <pc:docMk/>
            <pc:sldMk cId="3453704898" sldId="354"/>
            <ac:spMk id="2" creationId="{6D4C7A83-C0FD-54D7-FE12-754C4CF6FFFA}"/>
          </ac:spMkLst>
        </pc:spChg>
        <pc:spChg chg="mod">
          <ac:chgData name="Byrd, Andrew M." userId="2d5836b5-4a72-4fdb-bd90-63723c1cd390" providerId="ADAL" clId="{91B23C04-9433-4BD7-A310-F2DBC946ED16}" dt="2024-09-30T12:24:28.984" v="1051" actId="2711"/>
          <ac:spMkLst>
            <pc:docMk/>
            <pc:sldMk cId="3453704898" sldId="354"/>
            <ac:spMk id="3" creationId="{F7129ED2-EACF-5F85-1133-54504D2821CF}"/>
          </ac:spMkLst>
        </pc:spChg>
      </pc:sldChg>
      <pc:sldChg chg="add del">
        <pc:chgData name="Byrd, Andrew M." userId="2d5836b5-4a72-4fdb-bd90-63723c1cd390" providerId="ADAL" clId="{91B23C04-9433-4BD7-A310-F2DBC946ED16}" dt="2024-09-30T12:25:27.153" v="1076"/>
        <pc:sldMkLst>
          <pc:docMk/>
          <pc:sldMk cId="387853366" sldId="355"/>
        </pc:sldMkLst>
      </pc:sldChg>
      <pc:sldChg chg="add">
        <pc:chgData name="Byrd, Andrew M." userId="2d5836b5-4a72-4fdb-bd90-63723c1cd390" providerId="ADAL" clId="{91B23C04-9433-4BD7-A310-F2DBC946ED16}" dt="2024-09-30T12:25:31.202" v="1077"/>
        <pc:sldMkLst>
          <pc:docMk/>
          <pc:sldMk cId="447812506" sldId="355"/>
        </pc:sldMkLst>
      </pc:sldChg>
      <pc:sldChg chg="del">
        <pc:chgData name="Byrd, Andrew M." userId="2d5836b5-4a72-4fdb-bd90-63723c1cd390" providerId="ADAL" clId="{91B23C04-9433-4BD7-A310-F2DBC946ED16}" dt="2024-09-30T12:25:20.094" v="1074" actId="2696"/>
        <pc:sldMkLst>
          <pc:docMk/>
          <pc:sldMk cId="488001733" sldId="355"/>
        </pc:sldMkLst>
      </pc:sldChg>
      <pc:sldChg chg="add del">
        <pc:chgData name="Byrd, Andrew M." userId="2d5836b5-4a72-4fdb-bd90-63723c1cd390" providerId="ADAL" clId="{91B23C04-9433-4BD7-A310-F2DBC946ED16}" dt="2024-09-30T12:25:27.153" v="1076"/>
        <pc:sldMkLst>
          <pc:docMk/>
          <pc:sldMk cId="459476656" sldId="356"/>
        </pc:sldMkLst>
      </pc:sldChg>
      <pc:sldChg chg="del">
        <pc:chgData name="Byrd, Andrew M." userId="2d5836b5-4a72-4fdb-bd90-63723c1cd390" providerId="ADAL" clId="{91B23C04-9433-4BD7-A310-F2DBC946ED16}" dt="2024-09-30T12:25:20.094" v="1074" actId="2696"/>
        <pc:sldMkLst>
          <pc:docMk/>
          <pc:sldMk cId="2698908344" sldId="356"/>
        </pc:sldMkLst>
      </pc:sldChg>
      <pc:sldChg chg="add">
        <pc:chgData name="Byrd, Andrew M." userId="2d5836b5-4a72-4fdb-bd90-63723c1cd390" providerId="ADAL" clId="{91B23C04-9433-4BD7-A310-F2DBC946ED16}" dt="2024-09-30T12:25:31.202" v="1077"/>
        <pc:sldMkLst>
          <pc:docMk/>
          <pc:sldMk cId="3083555555" sldId="356"/>
        </pc:sldMkLst>
      </pc:sldChg>
      <pc:sldChg chg="modSp new mod ord">
        <pc:chgData name="Byrd, Andrew M." userId="2d5836b5-4a72-4fdb-bd90-63723c1cd390" providerId="ADAL" clId="{91B23C04-9433-4BD7-A310-F2DBC946ED16}" dt="2024-09-30T12:25:38.547" v="1081"/>
        <pc:sldMkLst>
          <pc:docMk/>
          <pc:sldMk cId="4274919278" sldId="357"/>
        </pc:sldMkLst>
        <pc:spChg chg="mod">
          <ac:chgData name="Byrd, Andrew M." userId="2d5836b5-4a72-4fdb-bd90-63723c1cd390" providerId="ADAL" clId="{91B23C04-9433-4BD7-A310-F2DBC946ED16}" dt="2024-09-30T12:18:42.648" v="58" actId="20577"/>
          <ac:spMkLst>
            <pc:docMk/>
            <pc:sldMk cId="4274919278" sldId="357"/>
            <ac:spMk id="2" creationId="{3A40300A-527A-F13E-8E26-C9B3DA1F36E1}"/>
          </ac:spMkLst>
        </pc:spChg>
        <pc:spChg chg="mod">
          <ac:chgData name="Byrd, Andrew M." userId="2d5836b5-4a72-4fdb-bd90-63723c1cd390" providerId="ADAL" clId="{91B23C04-9433-4BD7-A310-F2DBC946ED16}" dt="2024-09-30T12:19:36.906" v="351" actId="14100"/>
          <ac:spMkLst>
            <pc:docMk/>
            <pc:sldMk cId="4274919278" sldId="357"/>
            <ac:spMk id="3" creationId="{F634BABD-80F8-941C-A23F-59D296BA377C}"/>
          </ac:spMkLst>
        </pc:spChg>
      </pc:sldChg>
      <pc:sldChg chg="modSp add mod">
        <pc:chgData name="Byrd, Andrew M." userId="2d5836b5-4a72-4fdb-bd90-63723c1cd390" providerId="ADAL" clId="{91B23C04-9433-4BD7-A310-F2DBC946ED16}" dt="2024-09-30T12:19:46.644" v="364" actId="20577"/>
        <pc:sldMkLst>
          <pc:docMk/>
          <pc:sldMk cId="170309672" sldId="358"/>
        </pc:sldMkLst>
        <pc:spChg chg="mod">
          <ac:chgData name="Byrd, Andrew M." userId="2d5836b5-4a72-4fdb-bd90-63723c1cd390" providerId="ADAL" clId="{91B23C04-9433-4BD7-A310-F2DBC946ED16}" dt="2024-09-30T12:19:46.644" v="364" actId="20577"/>
          <ac:spMkLst>
            <pc:docMk/>
            <pc:sldMk cId="170309672" sldId="358"/>
            <ac:spMk id="2" creationId="{3A40300A-527A-F13E-8E26-C9B3DA1F36E1}"/>
          </ac:spMkLst>
        </pc:spChg>
      </pc:sldChg>
      <pc:sldChg chg="modSp new mod ord">
        <pc:chgData name="Byrd, Andrew M." userId="2d5836b5-4a72-4fdb-bd90-63723c1cd390" providerId="ADAL" clId="{91B23C04-9433-4BD7-A310-F2DBC946ED16}" dt="2024-09-30T12:25:16.381" v="1073" actId="5793"/>
        <pc:sldMkLst>
          <pc:docMk/>
          <pc:sldMk cId="417194110" sldId="359"/>
        </pc:sldMkLst>
        <pc:spChg chg="mod">
          <ac:chgData name="Byrd, Andrew M." userId="2d5836b5-4a72-4fdb-bd90-63723c1cd390" providerId="ADAL" clId="{91B23C04-9433-4BD7-A310-F2DBC946ED16}" dt="2024-09-30T12:20:09.386" v="372" actId="20577"/>
          <ac:spMkLst>
            <pc:docMk/>
            <pc:sldMk cId="417194110" sldId="359"/>
            <ac:spMk id="2" creationId="{62238E03-C2A5-7ECA-37B5-99EB4BB9EB20}"/>
          </ac:spMkLst>
        </pc:spChg>
        <pc:spChg chg="mod">
          <ac:chgData name="Byrd, Andrew M." userId="2d5836b5-4a72-4fdb-bd90-63723c1cd390" providerId="ADAL" clId="{91B23C04-9433-4BD7-A310-F2DBC946ED16}" dt="2024-09-30T12:25:16.381" v="1073" actId="5793"/>
          <ac:spMkLst>
            <pc:docMk/>
            <pc:sldMk cId="417194110" sldId="359"/>
            <ac:spMk id="3" creationId="{A3D7A370-9319-97D5-490C-5A9FB8D4DCE3}"/>
          </ac:spMkLst>
        </pc:spChg>
      </pc:sldChg>
      <pc:sldChg chg="modSp mod">
        <pc:chgData name="Byrd, Andrew M." userId="2d5836b5-4a72-4fdb-bd90-63723c1cd390" providerId="ADAL" clId="{91B23C04-9433-4BD7-A310-F2DBC946ED16}" dt="2024-10-01T18:26:39.897" v="1202" actId="14100"/>
        <pc:sldMkLst>
          <pc:docMk/>
          <pc:sldMk cId="2269925187" sldId="360"/>
        </pc:sldMkLst>
        <pc:spChg chg="mod">
          <ac:chgData name="Byrd, Andrew M." userId="2d5836b5-4a72-4fdb-bd90-63723c1cd390" providerId="ADAL" clId="{91B23C04-9433-4BD7-A310-F2DBC946ED16}" dt="2024-10-01T18:26:39.897" v="1202" actId="14100"/>
          <ac:spMkLst>
            <pc:docMk/>
            <pc:sldMk cId="2269925187" sldId="360"/>
            <ac:spMk id="3" creationId="{8973F767-FBED-6225-0243-36B9DFCA995B}"/>
          </ac:spMkLst>
        </pc:spChg>
      </pc:sldChg>
      <pc:sldChg chg="modSp add mod">
        <pc:chgData name="Byrd, Andrew M." userId="2d5836b5-4a72-4fdb-bd90-63723c1cd390" providerId="ADAL" clId="{91B23C04-9433-4BD7-A310-F2DBC946ED16}" dt="2024-10-01T18:34:27.129" v="1357"/>
        <pc:sldMkLst>
          <pc:docMk/>
          <pc:sldMk cId="4276758285" sldId="363"/>
        </pc:sldMkLst>
        <pc:spChg chg="mod">
          <ac:chgData name="Byrd, Andrew M." userId="2d5836b5-4a72-4fdb-bd90-63723c1cd390" providerId="ADAL" clId="{91B23C04-9433-4BD7-A310-F2DBC946ED16}" dt="2024-10-01T18:34:27.129" v="1357"/>
          <ac:spMkLst>
            <pc:docMk/>
            <pc:sldMk cId="4276758285" sldId="363"/>
            <ac:spMk id="3" creationId="{8973F767-FBED-6225-0243-36B9DFCA995B}"/>
          </ac:spMkLst>
        </pc:spChg>
      </pc:sldChg>
      <pc:sldChg chg="modSp add mod">
        <pc:chgData name="Byrd, Andrew M." userId="2d5836b5-4a72-4fdb-bd90-63723c1cd390" providerId="ADAL" clId="{91B23C04-9433-4BD7-A310-F2DBC946ED16}" dt="2024-10-01T18:30:40.775" v="1267" actId="20577"/>
        <pc:sldMkLst>
          <pc:docMk/>
          <pc:sldMk cId="2878870850" sldId="364"/>
        </pc:sldMkLst>
        <pc:spChg chg="mod">
          <ac:chgData name="Byrd, Andrew M." userId="2d5836b5-4a72-4fdb-bd90-63723c1cd390" providerId="ADAL" clId="{91B23C04-9433-4BD7-A310-F2DBC946ED16}" dt="2024-10-01T18:30:40.775" v="1267" actId="20577"/>
          <ac:spMkLst>
            <pc:docMk/>
            <pc:sldMk cId="2878870850" sldId="364"/>
            <ac:spMk id="3" creationId="{8973F767-FBED-6225-0243-36B9DFCA995B}"/>
          </ac:spMkLst>
        </pc:spChg>
      </pc:sldChg>
      <pc:sldChg chg="modSp add mod">
        <pc:chgData name="Byrd, Andrew M." userId="2d5836b5-4a72-4fdb-bd90-63723c1cd390" providerId="ADAL" clId="{91B23C04-9433-4BD7-A310-F2DBC946ED16}" dt="2024-10-01T18:28:59.792" v="1252" actId="6549"/>
        <pc:sldMkLst>
          <pc:docMk/>
          <pc:sldMk cId="2988019026" sldId="365"/>
        </pc:sldMkLst>
        <pc:spChg chg="mod">
          <ac:chgData name="Byrd, Andrew M." userId="2d5836b5-4a72-4fdb-bd90-63723c1cd390" providerId="ADAL" clId="{91B23C04-9433-4BD7-A310-F2DBC946ED16}" dt="2024-10-01T18:28:59.792" v="1252" actId="6549"/>
          <ac:spMkLst>
            <pc:docMk/>
            <pc:sldMk cId="2988019026" sldId="365"/>
            <ac:spMk id="3" creationId="{8973F767-FBED-6225-0243-36B9DFCA995B}"/>
          </ac:spMkLst>
        </pc:spChg>
      </pc:sldChg>
      <pc:sldChg chg="modSp add mod">
        <pc:chgData name="Byrd, Andrew M." userId="2d5836b5-4a72-4fdb-bd90-63723c1cd390" providerId="ADAL" clId="{91B23C04-9433-4BD7-A310-F2DBC946ED16}" dt="2024-10-01T18:34:46.585" v="1361" actId="14100"/>
        <pc:sldMkLst>
          <pc:docMk/>
          <pc:sldMk cId="473071362" sldId="366"/>
        </pc:sldMkLst>
        <pc:spChg chg="mod">
          <ac:chgData name="Byrd, Andrew M." userId="2d5836b5-4a72-4fdb-bd90-63723c1cd390" providerId="ADAL" clId="{91B23C04-9433-4BD7-A310-F2DBC946ED16}" dt="2024-10-01T18:31:10.086" v="1300" actId="20577"/>
          <ac:spMkLst>
            <pc:docMk/>
            <pc:sldMk cId="473071362" sldId="366"/>
            <ac:spMk id="2" creationId="{01D562B0-E738-1FCD-B7F9-D69AFA279600}"/>
          </ac:spMkLst>
        </pc:spChg>
        <pc:spChg chg="mod">
          <ac:chgData name="Byrd, Andrew M." userId="2d5836b5-4a72-4fdb-bd90-63723c1cd390" providerId="ADAL" clId="{91B23C04-9433-4BD7-A310-F2DBC946ED16}" dt="2024-10-01T18:34:46.585" v="1361" actId="14100"/>
          <ac:spMkLst>
            <pc:docMk/>
            <pc:sldMk cId="473071362" sldId="366"/>
            <ac:spMk id="3" creationId="{8973F767-FBED-6225-0243-36B9DFCA995B}"/>
          </ac:spMkLst>
        </pc:spChg>
      </pc:sldChg>
      <pc:sldChg chg="modSp add mod">
        <pc:chgData name="Byrd, Andrew M." userId="2d5836b5-4a72-4fdb-bd90-63723c1cd390" providerId="ADAL" clId="{91B23C04-9433-4BD7-A310-F2DBC946ED16}" dt="2024-10-01T18:35:00.815" v="1363" actId="14100"/>
        <pc:sldMkLst>
          <pc:docMk/>
          <pc:sldMk cId="4255366660" sldId="367"/>
        </pc:sldMkLst>
        <pc:spChg chg="mod">
          <ac:chgData name="Byrd, Andrew M." userId="2d5836b5-4a72-4fdb-bd90-63723c1cd390" providerId="ADAL" clId="{91B23C04-9433-4BD7-A310-F2DBC946ED16}" dt="2024-10-01T18:31:41.468" v="1333" actId="20577"/>
          <ac:spMkLst>
            <pc:docMk/>
            <pc:sldMk cId="4255366660" sldId="367"/>
            <ac:spMk id="2" creationId="{01D562B0-E738-1FCD-B7F9-D69AFA279600}"/>
          </ac:spMkLst>
        </pc:spChg>
        <pc:spChg chg="mod">
          <ac:chgData name="Byrd, Andrew M." userId="2d5836b5-4a72-4fdb-bd90-63723c1cd390" providerId="ADAL" clId="{91B23C04-9433-4BD7-A310-F2DBC946ED16}" dt="2024-10-01T18:35:00.815" v="1363" actId="14100"/>
          <ac:spMkLst>
            <pc:docMk/>
            <pc:sldMk cId="4255366660" sldId="367"/>
            <ac:spMk id="3" creationId="{8973F767-FBED-6225-0243-36B9DFCA995B}"/>
          </ac:spMkLst>
        </pc:spChg>
      </pc:sldChg>
      <pc:sldChg chg="modSp add mod">
        <pc:chgData name="Byrd, Andrew M." userId="2d5836b5-4a72-4fdb-bd90-63723c1cd390" providerId="ADAL" clId="{91B23C04-9433-4BD7-A310-F2DBC946ED16}" dt="2024-10-01T18:36:03.381" v="1418" actId="255"/>
        <pc:sldMkLst>
          <pc:docMk/>
          <pc:sldMk cId="1852866972" sldId="368"/>
        </pc:sldMkLst>
        <pc:spChg chg="mod">
          <ac:chgData name="Byrd, Andrew M." userId="2d5836b5-4a72-4fdb-bd90-63723c1cd390" providerId="ADAL" clId="{91B23C04-9433-4BD7-A310-F2DBC946ED16}" dt="2024-10-01T18:36:03.381" v="1418" actId="255"/>
          <ac:spMkLst>
            <pc:docMk/>
            <pc:sldMk cId="1852866972" sldId="368"/>
            <ac:spMk id="2" creationId="{01D562B0-E738-1FCD-B7F9-D69AFA279600}"/>
          </ac:spMkLst>
        </pc:spChg>
      </pc:sldChg>
      <pc:sldChg chg="modSp add mod">
        <pc:chgData name="Byrd, Andrew M." userId="2d5836b5-4a72-4fdb-bd90-63723c1cd390" providerId="ADAL" clId="{91B23C04-9433-4BD7-A310-F2DBC946ED16}" dt="2024-10-01T18:36:20.885" v="1469" actId="20577"/>
        <pc:sldMkLst>
          <pc:docMk/>
          <pc:sldMk cId="3079912012" sldId="369"/>
        </pc:sldMkLst>
        <pc:spChg chg="mod">
          <ac:chgData name="Byrd, Andrew M." userId="2d5836b5-4a72-4fdb-bd90-63723c1cd390" providerId="ADAL" clId="{91B23C04-9433-4BD7-A310-F2DBC946ED16}" dt="2024-10-01T18:36:20.885" v="1469" actId="20577"/>
          <ac:spMkLst>
            <pc:docMk/>
            <pc:sldMk cId="3079912012" sldId="369"/>
            <ac:spMk id="2" creationId="{01D562B0-E738-1FCD-B7F9-D69AFA279600}"/>
          </ac:spMkLst>
        </pc:spChg>
      </pc:sldChg>
    </pc:docChg>
  </pc:docChgLst>
  <pc:docChgLst>
    <pc:chgData name="Byrd, Andrew M." userId="S::amby222@uky.edu::2d5836b5-4a72-4fdb-bd90-63723c1cd390" providerId="AD" clId="Web-{1F0C3EDA-2E28-01C1-0DD6-88CBE7248618}"/>
    <pc:docChg chg="addSld modSld sldOrd">
      <pc:chgData name="Byrd, Andrew M." userId="S::amby222@uky.edu::2d5836b5-4a72-4fdb-bd90-63723c1cd390" providerId="AD" clId="Web-{1F0C3EDA-2E28-01C1-0DD6-88CBE7248618}" dt="2024-10-02T14:03:12.431" v="22" actId="20577"/>
      <pc:docMkLst>
        <pc:docMk/>
      </pc:docMkLst>
      <pc:sldChg chg="modSp new ord">
        <pc:chgData name="Byrd, Andrew M." userId="S::amby222@uky.edu::2d5836b5-4a72-4fdb-bd90-63723c1cd390" providerId="AD" clId="Web-{1F0C3EDA-2E28-01C1-0DD6-88CBE7248618}" dt="2024-10-02T14:03:12.431" v="22" actId="20577"/>
        <pc:sldMkLst>
          <pc:docMk/>
          <pc:sldMk cId="122168300" sldId="370"/>
        </pc:sldMkLst>
        <pc:spChg chg="mod">
          <ac:chgData name="Byrd, Andrew M." userId="S::amby222@uky.edu::2d5836b5-4a72-4fdb-bd90-63723c1cd390" providerId="AD" clId="Web-{1F0C3EDA-2E28-01C1-0DD6-88CBE7248618}" dt="2024-10-02T14:03:12.431" v="22" actId="20577"/>
          <ac:spMkLst>
            <pc:docMk/>
            <pc:sldMk cId="122168300" sldId="370"/>
            <ac:spMk id="2" creationId="{BFBD5B9E-8D1D-68C7-5496-FA261C4B0627}"/>
          </ac:spMkLst>
        </pc:spChg>
      </pc:sldChg>
    </pc:docChg>
  </pc:docChgLst>
  <pc:docChgLst>
    <pc:chgData name="Byrd, Andrew M." userId="S::amby222@uky.edu::2d5836b5-4a72-4fdb-bd90-63723c1cd390" providerId="AD" clId="Web-{5D45F290-9513-9773-FCBC-64442DA302E3}"/>
    <pc:docChg chg="addSld delSld modSld">
      <pc:chgData name="Byrd, Andrew M." userId="S::amby222@uky.edu::2d5836b5-4a72-4fdb-bd90-63723c1cd390" providerId="AD" clId="Web-{5D45F290-9513-9773-FCBC-64442DA302E3}" dt="2024-08-18T13:19:07.330" v="66" actId="20577"/>
      <pc:docMkLst>
        <pc:docMk/>
      </pc:docMkLst>
      <pc:sldChg chg="modSp">
        <pc:chgData name="Byrd, Andrew M." userId="S::amby222@uky.edu::2d5836b5-4a72-4fdb-bd90-63723c1cd390" providerId="AD" clId="Web-{5D45F290-9513-9773-FCBC-64442DA302E3}" dt="2024-08-18T13:17:49.984" v="10" actId="20577"/>
        <pc:sldMkLst>
          <pc:docMk/>
          <pc:sldMk cId="0" sldId="256"/>
        </pc:sldMkLst>
        <pc:spChg chg="mod">
          <ac:chgData name="Byrd, Andrew M." userId="S::amby222@uky.edu::2d5836b5-4a72-4fdb-bd90-63723c1cd390" providerId="AD" clId="Web-{5D45F290-9513-9773-FCBC-64442DA302E3}" dt="2024-08-18T13:17:41.609" v="0" actId="20577"/>
          <ac:spMkLst>
            <pc:docMk/>
            <pc:sldMk cId="0" sldId="256"/>
            <ac:spMk id="66" creationId="{00000000-0000-0000-0000-000000000000}"/>
          </ac:spMkLst>
        </pc:spChg>
        <pc:spChg chg="mod">
          <ac:chgData name="Byrd, Andrew M." userId="S::amby222@uky.edu::2d5836b5-4a72-4fdb-bd90-63723c1cd390" providerId="AD" clId="Web-{5D45F290-9513-9773-FCBC-64442DA302E3}" dt="2024-08-18T13:17:49.984" v="10" actId="20577"/>
          <ac:spMkLst>
            <pc:docMk/>
            <pc:sldMk cId="0" sldId="256"/>
            <ac:spMk id="67" creationId="{00000000-0000-0000-0000-000000000000}"/>
          </ac:spMkLst>
        </pc:spChg>
      </pc:sldChg>
      <pc:sldChg chg="del">
        <pc:chgData name="Byrd, Andrew M." userId="S::amby222@uky.edu::2d5836b5-4a72-4fdb-bd90-63723c1cd390" providerId="AD" clId="Web-{5D45F290-9513-9773-FCBC-64442DA302E3}" dt="2024-08-18T13:18:01.297" v="50"/>
        <pc:sldMkLst>
          <pc:docMk/>
          <pc:sldMk cId="0" sldId="257"/>
        </pc:sldMkLst>
      </pc:sldChg>
      <pc:sldChg chg="del">
        <pc:chgData name="Byrd, Andrew M." userId="S::amby222@uky.edu::2d5836b5-4a72-4fdb-bd90-63723c1cd390" providerId="AD" clId="Web-{5D45F290-9513-9773-FCBC-64442DA302E3}" dt="2024-08-18T13:18:01.297" v="49"/>
        <pc:sldMkLst>
          <pc:docMk/>
          <pc:sldMk cId="0" sldId="258"/>
        </pc:sldMkLst>
      </pc:sldChg>
      <pc:sldChg chg="del">
        <pc:chgData name="Byrd, Andrew M." userId="S::amby222@uky.edu::2d5836b5-4a72-4fdb-bd90-63723c1cd390" providerId="AD" clId="Web-{5D45F290-9513-9773-FCBC-64442DA302E3}" dt="2024-08-18T13:18:01.297" v="48"/>
        <pc:sldMkLst>
          <pc:docMk/>
          <pc:sldMk cId="0" sldId="259"/>
        </pc:sldMkLst>
      </pc:sldChg>
      <pc:sldChg chg="del">
        <pc:chgData name="Byrd, Andrew M." userId="S::amby222@uky.edu::2d5836b5-4a72-4fdb-bd90-63723c1cd390" providerId="AD" clId="Web-{5D45F290-9513-9773-FCBC-64442DA302E3}" dt="2024-08-18T13:18:01.297" v="47"/>
        <pc:sldMkLst>
          <pc:docMk/>
          <pc:sldMk cId="0" sldId="260"/>
        </pc:sldMkLst>
      </pc:sldChg>
      <pc:sldChg chg="del">
        <pc:chgData name="Byrd, Andrew M." userId="S::amby222@uky.edu::2d5836b5-4a72-4fdb-bd90-63723c1cd390" providerId="AD" clId="Web-{5D45F290-9513-9773-FCBC-64442DA302E3}" dt="2024-08-18T13:18:01.297" v="46"/>
        <pc:sldMkLst>
          <pc:docMk/>
          <pc:sldMk cId="0" sldId="261"/>
        </pc:sldMkLst>
      </pc:sldChg>
      <pc:sldChg chg="del">
        <pc:chgData name="Byrd, Andrew M." userId="S::amby222@uky.edu::2d5836b5-4a72-4fdb-bd90-63723c1cd390" providerId="AD" clId="Web-{5D45F290-9513-9773-FCBC-64442DA302E3}" dt="2024-08-18T13:18:01.297" v="45"/>
        <pc:sldMkLst>
          <pc:docMk/>
          <pc:sldMk cId="0" sldId="262"/>
        </pc:sldMkLst>
      </pc:sldChg>
      <pc:sldChg chg="del">
        <pc:chgData name="Byrd, Andrew M." userId="S::amby222@uky.edu::2d5836b5-4a72-4fdb-bd90-63723c1cd390" providerId="AD" clId="Web-{5D45F290-9513-9773-FCBC-64442DA302E3}" dt="2024-08-18T13:18:01.297" v="44"/>
        <pc:sldMkLst>
          <pc:docMk/>
          <pc:sldMk cId="0" sldId="263"/>
        </pc:sldMkLst>
      </pc:sldChg>
      <pc:sldChg chg="del">
        <pc:chgData name="Byrd, Andrew M." userId="S::amby222@uky.edu::2d5836b5-4a72-4fdb-bd90-63723c1cd390" providerId="AD" clId="Web-{5D45F290-9513-9773-FCBC-64442DA302E3}" dt="2024-08-18T13:18:01.297" v="43"/>
        <pc:sldMkLst>
          <pc:docMk/>
          <pc:sldMk cId="0" sldId="264"/>
        </pc:sldMkLst>
      </pc:sldChg>
      <pc:sldChg chg="del">
        <pc:chgData name="Byrd, Andrew M." userId="S::amby222@uky.edu::2d5836b5-4a72-4fdb-bd90-63723c1cd390" providerId="AD" clId="Web-{5D45F290-9513-9773-FCBC-64442DA302E3}" dt="2024-08-18T13:18:01.297" v="42"/>
        <pc:sldMkLst>
          <pc:docMk/>
          <pc:sldMk cId="0" sldId="265"/>
        </pc:sldMkLst>
      </pc:sldChg>
      <pc:sldChg chg="del">
        <pc:chgData name="Byrd, Andrew M." userId="S::amby222@uky.edu::2d5836b5-4a72-4fdb-bd90-63723c1cd390" providerId="AD" clId="Web-{5D45F290-9513-9773-FCBC-64442DA302E3}" dt="2024-08-18T13:18:01.281" v="41"/>
        <pc:sldMkLst>
          <pc:docMk/>
          <pc:sldMk cId="0" sldId="266"/>
        </pc:sldMkLst>
      </pc:sldChg>
      <pc:sldChg chg="del">
        <pc:chgData name="Byrd, Andrew M." userId="S::amby222@uky.edu::2d5836b5-4a72-4fdb-bd90-63723c1cd390" providerId="AD" clId="Web-{5D45F290-9513-9773-FCBC-64442DA302E3}" dt="2024-08-18T13:18:01.281" v="40"/>
        <pc:sldMkLst>
          <pc:docMk/>
          <pc:sldMk cId="0" sldId="267"/>
        </pc:sldMkLst>
      </pc:sldChg>
      <pc:sldChg chg="del">
        <pc:chgData name="Byrd, Andrew M." userId="S::amby222@uky.edu::2d5836b5-4a72-4fdb-bd90-63723c1cd390" providerId="AD" clId="Web-{5D45F290-9513-9773-FCBC-64442DA302E3}" dt="2024-08-18T13:18:01.281" v="39"/>
        <pc:sldMkLst>
          <pc:docMk/>
          <pc:sldMk cId="0" sldId="268"/>
        </pc:sldMkLst>
      </pc:sldChg>
      <pc:sldChg chg="del">
        <pc:chgData name="Byrd, Andrew M." userId="S::amby222@uky.edu::2d5836b5-4a72-4fdb-bd90-63723c1cd390" providerId="AD" clId="Web-{5D45F290-9513-9773-FCBC-64442DA302E3}" dt="2024-08-18T13:18:01.281" v="38"/>
        <pc:sldMkLst>
          <pc:docMk/>
          <pc:sldMk cId="0" sldId="269"/>
        </pc:sldMkLst>
      </pc:sldChg>
      <pc:sldChg chg="del">
        <pc:chgData name="Byrd, Andrew M." userId="S::amby222@uky.edu::2d5836b5-4a72-4fdb-bd90-63723c1cd390" providerId="AD" clId="Web-{5D45F290-9513-9773-FCBC-64442DA302E3}" dt="2024-08-18T13:18:01.281" v="37"/>
        <pc:sldMkLst>
          <pc:docMk/>
          <pc:sldMk cId="0" sldId="270"/>
        </pc:sldMkLst>
      </pc:sldChg>
      <pc:sldChg chg="del">
        <pc:chgData name="Byrd, Andrew M." userId="S::amby222@uky.edu::2d5836b5-4a72-4fdb-bd90-63723c1cd390" providerId="AD" clId="Web-{5D45F290-9513-9773-FCBC-64442DA302E3}" dt="2024-08-18T13:18:01.281" v="36"/>
        <pc:sldMkLst>
          <pc:docMk/>
          <pc:sldMk cId="0" sldId="271"/>
        </pc:sldMkLst>
      </pc:sldChg>
      <pc:sldChg chg="del">
        <pc:chgData name="Byrd, Andrew M." userId="S::amby222@uky.edu::2d5836b5-4a72-4fdb-bd90-63723c1cd390" providerId="AD" clId="Web-{5D45F290-9513-9773-FCBC-64442DA302E3}" dt="2024-08-18T13:18:01.281" v="35"/>
        <pc:sldMkLst>
          <pc:docMk/>
          <pc:sldMk cId="0" sldId="272"/>
        </pc:sldMkLst>
      </pc:sldChg>
      <pc:sldChg chg="del">
        <pc:chgData name="Byrd, Andrew M." userId="S::amby222@uky.edu::2d5836b5-4a72-4fdb-bd90-63723c1cd390" providerId="AD" clId="Web-{5D45F290-9513-9773-FCBC-64442DA302E3}" dt="2024-08-18T13:18:01.281" v="34"/>
        <pc:sldMkLst>
          <pc:docMk/>
          <pc:sldMk cId="0" sldId="273"/>
        </pc:sldMkLst>
      </pc:sldChg>
      <pc:sldChg chg="del">
        <pc:chgData name="Byrd, Andrew M." userId="S::amby222@uky.edu::2d5836b5-4a72-4fdb-bd90-63723c1cd390" providerId="AD" clId="Web-{5D45F290-9513-9773-FCBC-64442DA302E3}" dt="2024-08-18T13:18:01.281" v="33"/>
        <pc:sldMkLst>
          <pc:docMk/>
          <pc:sldMk cId="0" sldId="274"/>
        </pc:sldMkLst>
      </pc:sldChg>
      <pc:sldChg chg="del">
        <pc:chgData name="Byrd, Andrew M." userId="S::amby222@uky.edu::2d5836b5-4a72-4fdb-bd90-63723c1cd390" providerId="AD" clId="Web-{5D45F290-9513-9773-FCBC-64442DA302E3}" dt="2024-08-18T13:18:01.266" v="32"/>
        <pc:sldMkLst>
          <pc:docMk/>
          <pc:sldMk cId="0" sldId="275"/>
        </pc:sldMkLst>
      </pc:sldChg>
      <pc:sldChg chg="del">
        <pc:chgData name="Byrd, Andrew M." userId="S::amby222@uky.edu::2d5836b5-4a72-4fdb-bd90-63723c1cd390" providerId="AD" clId="Web-{5D45F290-9513-9773-FCBC-64442DA302E3}" dt="2024-08-18T13:18:01.266" v="31"/>
        <pc:sldMkLst>
          <pc:docMk/>
          <pc:sldMk cId="0" sldId="276"/>
        </pc:sldMkLst>
      </pc:sldChg>
      <pc:sldChg chg="del">
        <pc:chgData name="Byrd, Andrew M." userId="S::amby222@uky.edu::2d5836b5-4a72-4fdb-bd90-63723c1cd390" providerId="AD" clId="Web-{5D45F290-9513-9773-FCBC-64442DA302E3}" dt="2024-08-18T13:18:01.266" v="30"/>
        <pc:sldMkLst>
          <pc:docMk/>
          <pc:sldMk cId="0" sldId="277"/>
        </pc:sldMkLst>
      </pc:sldChg>
      <pc:sldChg chg="del">
        <pc:chgData name="Byrd, Andrew M." userId="S::amby222@uky.edu::2d5836b5-4a72-4fdb-bd90-63723c1cd390" providerId="AD" clId="Web-{5D45F290-9513-9773-FCBC-64442DA302E3}" dt="2024-08-18T13:18:01.266" v="29"/>
        <pc:sldMkLst>
          <pc:docMk/>
          <pc:sldMk cId="0" sldId="278"/>
        </pc:sldMkLst>
      </pc:sldChg>
      <pc:sldChg chg="del">
        <pc:chgData name="Byrd, Andrew M." userId="S::amby222@uky.edu::2d5836b5-4a72-4fdb-bd90-63723c1cd390" providerId="AD" clId="Web-{5D45F290-9513-9773-FCBC-64442DA302E3}" dt="2024-08-18T13:18:01.266" v="28"/>
        <pc:sldMkLst>
          <pc:docMk/>
          <pc:sldMk cId="0" sldId="279"/>
        </pc:sldMkLst>
      </pc:sldChg>
      <pc:sldChg chg="del">
        <pc:chgData name="Byrd, Andrew M." userId="S::amby222@uky.edu::2d5836b5-4a72-4fdb-bd90-63723c1cd390" providerId="AD" clId="Web-{5D45F290-9513-9773-FCBC-64442DA302E3}" dt="2024-08-18T13:18:01.266" v="27"/>
        <pc:sldMkLst>
          <pc:docMk/>
          <pc:sldMk cId="0" sldId="280"/>
        </pc:sldMkLst>
      </pc:sldChg>
      <pc:sldChg chg="del">
        <pc:chgData name="Byrd, Andrew M." userId="S::amby222@uky.edu::2d5836b5-4a72-4fdb-bd90-63723c1cd390" providerId="AD" clId="Web-{5D45F290-9513-9773-FCBC-64442DA302E3}" dt="2024-08-18T13:18:01.266" v="26"/>
        <pc:sldMkLst>
          <pc:docMk/>
          <pc:sldMk cId="0" sldId="281"/>
        </pc:sldMkLst>
      </pc:sldChg>
      <pc:sldChg chg="del">
        <pc:chgData name="Byrd, Andrew M." userId="S::amby222@uky.edu::2d5836b5-4a72-4fdb-bd90-63723c1cd390" providerId="AD" clId="Web-{5D45F290-9513-9773-FCBC-64442DA302E3}" dt="2024-08-18T13:18:01.266" v="25"/>
        <pc:sldMkLst>
          <pc:docMk/>
          <pc:sldMk cId="0" sldId="282"/>
        </pc:sldMkLst>
      </pc:sldChg>
      <pc:sldChg chg="del">
        <pc:chgData name="Byrd, Andrew M." userId="S::amby222@uky.edu::2d5836b5-4a72-4fdb-bd90-63723c1cd390" providerId="AD" clId="Web-{5D45F290-9513-9773-FCBC-64442DA302E3}" dt="2024-08-18T13:18:01.266" v="24"/>
        <pc:sldMkLst>
          <pc:docMk/>
          <pc:sldMk cId="0" sldId="283"/>
        </pc:sldMkLst>
      </pc:sldChg>
      <pc:sldChg chg="del">
        <pc:chgData name="Byrd, Andrew M." userId="S::amby222@uky.edu::2d5836b5-4a72-4fdb-bd90-63723c1cd390" providerId="AD" clId="Web-{5D45F290-9513-9773-FCBC-64442DA302E3}" dt="2024-08-18T13:18:01.266" v="23"/>
        <pc:sldMkLst>
          <pc:docMk/>
          <pc:sldMk cId="0" sldId="284"/>
        </pc:sldMkLst>
      </pc:sldChg>
      <pc:sldChg chg="del">
        <pc:chgData name="Byrd, Andrew M." userId="S::amby222@uky.edu::2d5836b5-4a72-4fdb-bd90-63723c1cd390" providerId="AD" clId="Web-{5D45F290-9513-9773-FCBC-64442DA302E3}" dt="2024-08-18T13:18:01.266" v="22"/>
        <pc:sldMkLst>
          <pc:docMk/>
          <pc:sldMk cId="0" sldId="285"/>
        </pc:sldMkLst>
      </pc:sldChg>
      <pc:sldChg chg="del">
        <pc:chgData name="Byrd, Andrew M." userId="S::amby222@uky.edu::2d5836b5-4a72-4fdb-bd90-63723c1cd390" providerId="AD" clId="Web-{5D45F290-9513-9773-FCBC-64442DA302E3}" dt="2024-08-18T13:18:01.250" v="21"/>
        <pc:sldMkLst>
          <pc:docMk/>
          <pc:sldMk cId="0" sldId="286"/>
        </pc:sldMkLst>
      </pc:sldChg>
      <pc:sldChg chg="del">
        <pc:chgData name="Byrd, Andrew M." userId="S::amby222@uky.edu::2d5836b5-4a72-4fdb-bd90-63723c1cd390" providerId="AD" clId="Web-{5D45F290-9513-9773-FCBC-64442DA302E3}" dt="2024-08-18T13:18:01.250" v="20"/>
        <pc:sldMkLst>
          <pc:docMk/>
          <pc:sldMk cId="0" sldId="287"/>
        </pc:sldMkLst>
      </pc:sldChg>
      <pc:sldChg chg="del">
        <pc:chgData name="Byrd, Andrew M." userId="S::amby222@uky.edu::2d5836b5-4a72-4fdb-bd90-63723c1cd390" providerId="AD" clId="Web-{5D45F290-9513-9773-FCBC-64442DA302E3}" dt="2024-08-18T13:18:01.250" v="19"/>
        <pc:sldMkLst>
          <pc:docMk/>
          <pc:sldMk cId="0" sldId="288"/>
        </pc:sldMkLst>
      </pc:sldChg>
      <pc:sldChg chg="del">
        <pc:chgData name="Byrd, Andrew M." userId="S::amby222@uky.edu::2d5836b5-4a72-4fdb-bd90-63723c1cd390" providerId="AD" clId="Web-{5D45F290-9513-9773-FCBC-64442DA302E3}" dt="2024-08-18T13:18:01.250" v="18"/>
        <pc:sldMkLst>
          <pc:docMk/>
          <pc:sldMk cId="0" sldId="289"/>
        </pc:sldMkLst>
      </pc:sldChg>
      <pc:sldChg chg="del">
        <pc:chgData name="Byrd, Andrew M." userId="S::amby222@uky.edu::2d5836b5-4a72-4fdb-bd90-63723c1cd390" providerId="AD" clId="Web-{5D45F290-9513-9773-FCBC-64442DA302E3}" dt="2024-08-18T13:18:01.250" v="17"/>
        <pc:sldMkLst>
          <pc:docMk/>
          <pc:sldMk cId="0" sldId="290"/>
        </pc:sldMkLst>
      </pc:sldChg>
      <pc:sldChg chg="del">
        <pc:chgData name="Byrd, Andrew M." userId="S::amby222@uky.edu::2d5836b5-4a72-4fdb-bd90-63723c1cd390" providerId="AD" clId="Web-{5D45F290-9513-9773-FCBC-64442DA302E3}" dt="2024-08-18T13:18:01.250" v="16"/>
        <pc:sldMkLst>
          <pc:docMk/>
          <pc:sldMk cId="0" sldId="291"/>
        </pc:sldMkLst>
      </pc:sldChg>
      <pc:sldChg chg="del">
        <pc:chgData name="Byrd, Andrew M." userId="S::amby222@uky.edu::2d5836b5-4a72-4fdb-bd90-63723c1cd390" providerId="AD" clId="Web-{5D45F290-9513-9773-FCBC-64442DA302E3}" dt="2024-08-18T13:18:01.250" v="15"/>
        <pc:sldMkLst>
          <pc:docMk/>
          <pc:sldMk cId="0" sldId="292"/>
        </pc:sldMkLst>
      </pc:sldChg>
      <pc:sldChg chg="del">
        <pc:chgData name="Byrd, Andrew M." userId="S::amby222@uky.edu::2d5836b5-4a72-4fdb-bd90-63723c1cd390" providerId="AD" clId="Web-{5D45F290-9513-9773-FCBC-64442DA302E3}" dt="2024-08-18T13:18:01.250" v="14"/>
        <pc:sldMkLst>
          <pc:docMk/>
          <pc:sldMk cId="0" sldId="293"/>
        </pc:sldMkLst>
      </pc:sldChg>
      <pc:sldChg chg="del">
        <pc:chgData name="Byrd, Andrew M." userId="S::amby222@uky.edu::2d5836b5-4a72-4fdb-bd90-63723c1cd390" providerId="AD" clId="Web-{5D45F290-9513-9773-FCBC-64442DA302E3}" dt="2024-08-18T13:18:01.250" v="13"/>
        <pc:sldMkLst>
          <pc:docMk/>
          <pc:sldMk cId="0" sldId="294"/>
        </pc:sldMkLst>
      </pc:sldChg>
      <pc:sldChg chg="del">
        <pc:chgData name="Byrd, Andrew M." userId="S::amby222@uky.edu::2d5836b5-4a72-4fdb-bd90-63723c1cd390" providerId="AD" clId="Web-{5D45F290-9513-9773-FCBC-64442DA302E3}" dt="2024-08-18T13:18:01.250" v="12"/>
        <pc:sldMkLst>
          <pc:docMk/>
          <pc:sldMk cId="0" sldId="295"/>
        </pc:sldMkLst>
      </pc:sldChg>
      <pc:sldChg chg="del">
        <pc:chgData name="Byrd, Andrew M." userId="S::amby222@uky.edu::2d5836b5-4a72-4fdb-bd90-63723c1cd390" providerId="AD" clId="Web-{5D45F290-9513-9773-FCBC-64442DA302E3}" dt="2024-08-18T13:18:01.250" v="11"/>
        <pc:sldMkLst>
          <pc:docMk/>
          <pc:sldMk cId="0" sldId="296"/>
        </pc:sldMkLst>
      </pc:sldChg>
      <pc:sldChg chg="modSp">
        <pc:chgData name="Byrd, Andrew M." userId="S::amby222@uky.edu::2d5836b5-4a72-4fdb-bd90-63723c1cd390" providerId="AD" clId="Web-{5D45F290-9513-9773-FCBC-64442DA302E3}" dt="2024-08-18T13:18:53.970" v="57" actId="20577"/>
        <pc:sldMkLst>
          <pc:docMk/>
          <pc:sldMk cId="0" sldId="297"/>
        </pc:sldMkLst>
        <pc:spChg chg="mod">
          <ac:chgData name="Byrd, Andrew M." userId="S::amby222@uky.edu::2d5836b5-4a72-4fdb-bd90-63723c1cd390" providerId="AD" clId="Web-{5D45F290-9513-9773-FCBC-64442DA302E3}" dt="2024-08-18T13:18:49.939" v="54" actId="20577"/>
          <ac:spMkLst>
            <pc:docMk/>
            <pc:sldMk cId="0" sldId="297"/>
            <ac:spMk id="331" creationId="{00000000-0000-0000-0000-000000000000}"/>
          </ac:spMkLst>
        </pc:spChg>
        <pc:spChg chg="mod">
          <ac:chgData name="Byrd, Andrew M." userId="S::amby222@uky.edu::2d5836b5-4a72-4fdb-bd90-63723c1cd390" providerId="AD" clId="Web-{5D45F290-9513-9773-FCBC-64442DA302E3}" dt="2024-08-18T13:18:53.970" v="57" actId="20577"/>
          <ac:spMkLst>
            <pc:docMk/>
            <pc:sldMk cId="0" sldId="297"/>
            <ac:spMk id="332" creationId="{00000000-0000-0000-0000-000000000000}"/>
          </ac:spMkLst>
        </pc:spChg>
      </pc:sldChg>
      <pc:sldChg chg="del">
        <pc:chgData name="Byrd, Andrew M." userId="S::amby222@uky.edu::2d5836b5-4a72-4fdb-bd90-63723c1cd390" providerId="AD" clId="Web-{5D45F290-9513-9773-FCBC-64442DA302E3}" dt="2024-08-18T13:18:01.297" v="51"/>
        <pc:sldMkLst>
          <pc:docMk/>
          <pc:sldMk cId="1161999918" sldId="316"/>
        </pc:sldMkLst>
      </pc:sldChg>
      <pc:sldChg chg="modSp add replId">
        <pc:chgData name="Byrd, Andrew M." userId="S::amby222@uky.edu::2d5836b5-4a72-4fdb-bd90-63723c1cd390" providerId="AD" clId="Web-{5D45F290-9513-9773-FCBC-64442DA302E3}" dt="2024-08-18T13:19:07.330" v="66" actId="20577"/>
        <pc:sldMkLst>
          <pc:docMk/>
          <pc:sldMk cId="2116562586" sldId="316"/>
        </pc:sldMkLst>
        <pc:spChg chg="mod">
          <ac:chgData name="Byrd, Andrew M." userId="S::amby222@uky.edu::2d5836b5-4a72-4fdb-bd90-63723c1cd390" providerId="AD" clId="Web-{5D45F290-9513-9773-FCBC-64442DA302E3}" dt="2024-08-18T13:19:07.330" v="66" actId="20577"/>
          <ac:spMkLst>
            <pc:docMk/>
            <pc:sldMk cId="2116562586" sldId="316"/>
            <ac:spMk id="332" creationId="{00000000-0000-0000-0000-000000000000}"/>
          </ac:spMkLst>
        </pc:spChg>
      </pc:sldChg>
      <pc:sldChg chg="del">
        <pc:chgData name="Byrd, Andrew M." userId="S::amby222@uky.edu::2d5836b5-4a72-4fdb-bd90-63723c1cd390" providerId="AD" clId="Web-{5D45F290-9513-9773-FCBC-64442DA302E3}" dt="2024-08-18T13:18:01.297" v="52"/>
        <pc:sldMkLst>
          <pc:docMk/>
          <pc:sldMk cId="2351613266" sldId="317"/>
        </pc:sldMkLst>
      </pc:sldChg>
    </pc:docChg>
  </pc:docChgLst>
  <pc:docChgLst>
    <pc:chgData name="Byrd, Andrew M." userId="S::amby222@uky.edu::2d5836b5-4a72-4fdb-bd90-63723c1cd390" providerId="AD" clId="Web-{6DA3545C-B262-DAA8-0336-1C4145F6FCAE}"/>
    <pc:docChg chg="addSld delSld modSld">
      <pc:chgData name="Byrd, Andrew M." userId="S::amby222@uky.edu::2d5836b5-4a72-4fdb-bd90-63723c1cd390" providerId="AD" clId="Web-{6DA3545C-B262-DAA8-0336-1C4145F6FCAE}" dt="2024-08-18T13:14:47.706" v="25" actId="20577"/>
      <pc:docMkLst>
        <pc:docMk/>
      </pc:docMkLst>
      <pc:sldChg chg="modSp">
        <pc:chgData name="Byrd, Andrew M." userId="S::amby222@uky.edu::2d5836b5-4a72-4fdb-bd90-63723c1cd390" providerId="AD" clId="Web-{6DA3545C-B262-DAA8-0336-1C4145F6FCAE}" dt="2024-08-18T13:14:33.987" v="19" actId="20577"/>
        <pc:sldMkLst>
          <pc:docMk/>
          <pc:sldMk cId="0" sldId="256"/>
        </pc:sldMkLst>
        <pc:spChg chg="mod">
          <ac:chgData name="Byrd, Andrew M." userId="S::amby222@uky.edu::2d5836b5-4a72-4fdb-bd90-63723c1cd390" providerId="AD" clId="Web-{6DA3545C-B262-DAA8-0336-1C4145F6FCAE}" dt="2024-08-18T13:14:27.502" v="12" actId="20577"/>
          <ac:spMkLst>
            <pc:docMk/>
            <pc:sldMk cId="0" sldId="256"/>
            <ac:spMk id="66" creationId="{00000000-0000-0000-0000-000000000000}"/>
          </ac:spMkLst>
        </pc:spChg>
        <pc:spChg chg="mod">
          <ac:chgData name="Byrd, Andrew M." userId="S::amby222@uky.edu::2d5836b5-4a72-4fdb-bd90-63723c1cd390" providerId="AD" clId="Web-{6DA3545C-B262-DAA8-0336-1C4145F6FCAE}" dt="2024-08-18T13:14:33.987" v="19" actId="20577"/>
          <ac:spMkLst>
            <pc:docMk/>
            <pc:sldMk cId="0" sldId="256"/>
            <ac:spMk id="67" creationId="{00000000-0000-0000-0000-000000000000}"/>
          </ac:spMkLst>
        </pc:spChg>
      </pc:sldChg>
      <pc:sldChg chg="modSp">
        <pc:chgData name="Byrd, Andrew M." userId="S::amby222@uky.edu::2d5836b5-4a72-4fdb-bd90-63723c1cd390" providerId="AD" clId="Web-{6DA3545C-B262-DAA8-0336-1C4145F6FCAE}" dt="2024-08-16T13:42:14.802" v="3" actId="20577"/>
        <pc:sldMkLst>
          <pc:docMk/>
          <pc:sldMk cId="0" sldId="284"/>
        </pc:sldMkLst>
        <pc:spChg chg="mod">
          <ac:chgData name="Byrd, Andrew M." userId="S::amby222@uky.edu::2d5836b5-4a72-4fdb-bd90-63723c1cd390" providerId="AD" clId="Web-{6DA3545C-B262-DAA8-0336-1C4145F6FCAE}" dt="2024-08-16T13:42:14.802" v="3" actId="20577"/>
          <ac:spMkLst>
            <pc:docMk/>
            <pc:sldMk cId="0" sldId="284"/>
            <ac:spMk id="247" creationId="{00000000-0000-0000-0000-000000000000}"/>
          </ac:spMkLst>
        </pc:spChg>
      </pc:sldChg>
      <pc:sldChg chg="modSp">
        <pc:chgData name="Byrd, Andrew M." userId="S::amby222@uky.edu::2d5836b5-4a72-4fdb-bd90-63723c1cd390" providerId="AD" clId="Web-{6DA3545C-B262-DAA8-0336-1C4145F6FCAE}" dt="2024-08-16T13:42:28.161" v="8" actId="20577"/>
        <pc:sldMkLst>
          <pc:docMk/>
          <pc:sldMk cId="0" sldId="285"/>
        </pc:sldMkLst>
        <pc:spChg chg="mod">
          <ac:chgData name="Byrd, Andrew M." userId="S::amby222@uky.edu::2d5836b5-4a72-4fdb-bd90-63723c1cd390" providerId="AD" clId="Web-{6DA3545C-B262-DAA8-0336-1C4145F6FCAE}" dt="2024-08-16T13:42:28.161" v="8" actId="20577"/>
          <ac:spMkLst>
            <pc:docMk/>
            <pc:sldMk cId="0" sldId="285"/>
            <ac:spMk id="253" creationId="{00000000-0000-0000-0000-000000000000}"/>
          </ac:spMkLst>
        </pc:spChg>
      </pc:sldChg>
      <pc:sldChg chg="add replId">
        <pc:chgData name="Byrd, Andrew M." userId="S::amby222@uky.edu::2d5836b5-4a72-4fdb-bd90-63723c1cd390" providerId="AD" clId="Web-{6DA3545C-B262-DAA8-0336-1C4145F6FCAE}" dt="2024-08-18T13:14:23.190" v="9"/>
        <pc:sldMkLst>
          <pc:docMk/>
          <pc:sldMk cId="1161999918" sldId="316"/>
        </pc:sldMkLst>
      </pc:sldChg>
      <pc:sldChg chg="new del">
        <pc:chgData name="Byrd, Andrew M." userId="S::amby222@uky.edu::2d5836b5-4a72-4fdb-bd90-63723c1cd390" providerId="AD" clId="Web-{6DA3545C-B262-DAA8-0336-1C4145F6FCAE}" dt="2024-08-18T13:14:40.768" v="21"/>
        <pc:sldMkLst>
          <pc:docMk/>
          <pc:sldMk cId="154554064" sldId="317"/>
        </pc:sldMkLst>
      </pc:sldChg>
      <pc:sldChg chg="modSp add replId">
        <pc:chgData name="Byrd, Andrew M." userId="S::amby222@uky.edu::2d5836b5-4a72-4fdb-bd90-63723c1cd390" providerId="AD" clId="Web-{6DA3545C-B262-DAA8-0336-1C4145F6FCAE}" dt="2024-08-18T13:14:47.706" v="25" actId="20577"/>
        <pc:sldMkLst>
          <pc:docMk/>
          <pc:sldMk cId="2351613266" sldId="317"/>
        </pc:sldMkLst>
        <pc:spChg chg="mod">
          <ac:chgData name="Byrd, Andrew M." userId="S::amby222@uky.edu::2d5836b5-4a72-4fdb-bd90-63723c1cd390" providerId="AD" clId="Web-{6DA3545C-B262-DAA8-0336-1C4145F6FCAE}" dt="2024-08-18T13:14:45.409" v="23" actId="20577"/>
          <ac:spMkLst>
            <pc:docMk/>
            <pc:sldMk cId="2351613266" sldId="317"/>
            <ac:spMk id="72" creationId="{00000000-0000-0000-0000-000000000000}"/>
          </ac:spMkLst>
        </pc:spChg>
        <pc:spChg chg="mod">
          <ac:chgData name="Byrd, Andrew M." userId="S::amby222@uky.edu::2d5836b5-4a72-4fdb-bd90-63723c1cd390" providerId="AD" clId="Web-{6DA3545C-B262-DAA8-0336-1C4145F6FCAE}" dt="2024-08-18T13:14:47.706" v="25" actId="20577"/>
          <ac:spMkLst>
            <pc:docMk/>
            <pc:sldMk cId="2351613266" sldId="317"/>
            <ac:spMk id="73" creationId="{00000000-0000-0000-0000-000000000000}"/>
          </ac:spMkLst>
        </pc:spChg>
      </pc:sldChg>
    </pc:docChg>
  </pc:docChgLst>
  <pc:docChgLst>
    <pc:chgData name="Byrd, Andrew M." userId="S::amby222@uky.edu::2d5836b5-4a72-4fdb-bd90-63723c1cd390" providerId="AD" clId="Web-{37F38DBB-311F-25B2-5338-E0977E72B4EC}"/>
    <pc:docChg chg="addSld modSld">
      <pc:chgData name="Byrd, Andrew M." userId="S::amby222@uky.edu::2d5836b5-4a72-4fdb-bd90-63723c1cd390" providerId="AD" clId="Web-{37F38DBB-311F-25B2-5338-E0977E72B4EC}" dt="2024-09-23T12:35:18.813" v="16" actId="20577"/>
      <pc:docMkLst>
        <pc:docMk/>
      </pc:docMkLst>
      <pc:sldChg chg="add">
        <pc:chgData name="Byrd, Andrew M." userId="S::amby222@uky.edu::2d5836b5-4a72-4fdb-bd90-63723c1cd390" providerId="AD" clId="Web-{37F38DBB-311F-25B2-5338-E0977E72B4EC}" dt="2024-09-23T12:34:56.968" v="0"/>
        <pc:sldMkLst>
          <pc:docMk/>
          <pc:sldMk cId="0" sldId="289"/>
        </pc:sldMkLst>
      </pc:sldChg>
      <pc:sldChg chg="add">
        <pc:chgData name="Byrd, Andrew M." userId="S::amby222@uky.edu::2d5836b5-4a72-4fdb-bd90-63723c1cd390" providerId="AD" clId="Web-{37F38DBB-311F-25B2-5338-E0977E72B4EC}" dt="2024-09-23T12:34:56.968" v="1"/>
        <pc:sldMkLst>
          <pc:docMk/>
          <pc:sldMk cId="0" sldId="290"/>
        </pc:sldMkLst>
      </pc:sldChg>
      <pc:sldChg chg="add">
        <pc:chgData name="Byrd, Andrew M." userId="S::amby222@uky.edu::2d5836b5-4a72-4fdb-bd90-63723c1cd390" providerId="AD" clId="Web-{37F38DBB-311F-25B2-5338-E0977E72B4EC}" dt="2024-09-23T12:34:56.984" v="2"/>
        <pc:sldMkLst>
          <pc:docMk/>
          <pc:sldMk cId="0" sldId="291"/>
        </pc:sldMkLst>
      </pc:sldChg>
      <pc:sldChg chg="add">
        <pc:chgData name="Byrd, Andrew M." userId="S::amby222@uky.edu::2d5836b5-4a72-4fdb-bd90-63723c1cd390" providerId="AD" clId="Web-{37F38DBB-311F-25B2-5338-E0977E72B4EC}" dt="2024-09-23T12:34:57" v="3"/>
        <pc:sldMkLst>
          <pc:docMk/>
          <pc:sldMk cId="0" sldId="292"/>
        </pc:sldMkLst>
      </pc:sldChg>
      <pc:sldChg chg="add">
        <pc:chgData name="Byrd, Andrew M." userId="S::amby222@uky.edu::2d5836b5-4a72-4fdb-bd90-63723c1cd390" providerId="AD" clId="Web-{37F38DBB-311F-25B2-5338-E0977E72B4EC}" dt="2024-09-23T12:34:57.015" v="4"/>
        <pc:sldMkLst>
          <pc:docMk/>
          <pc:sldMk cId="0" sldId="293"/>
        </pc:sldMkLst>
      </pc:sldChg>
      <pc:sldChg chg="add">
        <pc:chgData name="Byrd, Andrew M." userId="S::amby222@uky.edu::2d5836b5-4a72-4fdb-bd90-63723c1cd390" providerId="AD" clId="Web-{37F38DBB-311F-25B2-5338-E0977E72B4EC}" dt="2024-09-23T12:34:57.015" v="5"/>
        <pc:sldMkLst>
          <pc:docMk/>
          <pc:sldMk cId="0" sldId="294"/>
        </pc:sldMkLst>
      </pc:sldChg>
      <pc:sldChg chg="add">
        <pc:chgData name="Byrd, Andrew M." userId="S::amby222@uky.edu::2d5836b5-4a72-4fdb-bd90-63723c1cd390" providerId="AD" clId="Web-{37F38DBB-311F-25B2-5338-E0977E72B4EC}" dt="2024-09-23T12:34:57.031" v="6"/>
        <pc:sldMkLst>
          <pc:docMk/>
          <pc:sldMk cId="0" sldId="295"/>
        </pc:sldMkLst>
      </pc:sldChg>
      <pc:sldChg chg="add">
        <pc:chgData name="Byrd, Andrew M." userId="S::amby222@uky.edu::2d5836b5-4a72-4fdb-bd90-63723c1cd390" providerId="AD" clId="Web-{37F38DBB-311F-25B2-5338-E0977E72B4EC}" dt="2024-09-23T12:34:57.046" v="7"/>
        <pc:sldMkLst>
          <pc:docMk/>
          <pc:sldMk cId="0" sldId="296"/>
        </pc:sldMkLst>
      </pc:sldChg>
      <pc:sldChg chg="modSp">
        <pc:chgData name="Byrd, Andrew M." userId="S::amby222@uky.edu::2d5836b5-4a72-4fdb-bd90-63723c1cd390" providerId="AD" clId="Web-{37F38DBB-311F-25B2-5338-E0977E72B4EC}" dt="2024-09-23T12:35:18.813" v="16" actId="20577"/>
        <pc:sldMkLst>
          <pc:docMk/>
          <pc:sldMk cId="2116562586" sldId="316"/>
        </pc:sldMkLst>
        <pc:spChg chg="mod">
          <ac:chgData name="Byrd, Andrew M." userId="S::amby222@uky.edu::2d5836b5-4a72-4fdb-bd90-63723c1cd390" providerId="AD" clId="Web-{37F38DBB-311F-25B2-5338-E0977E72B4EC}" dt="2024-09-23T12:35:18.813" v="16" actId="20577"/>
          <ac:spMkLst>
            <pc:docMk/>
            <pc:sldMk cId="2116562586" sldId="316"/>
            <ac:spMk id="332" creationId="{00000000-0000-0000-0000-000000000000}"/>
          </ac:spMkLst>
        </pc:spChg>
      </pc:sldChg>
    </pc:docChg>
  </pc:docChgLst>
  <pc:docChgLst>
    <pc:chgData name="Byrd, Andrew M." userId="S::amby222@uky.edu::2d5836b5-4a72-4fdb-bd90-63723c1cd390" providerId="AD" clId="Web-{2FCEDA0E-58EF-DBD7-2829-FA71DE19BE3F}"/>
    <pc:docChg chg="modSld">
      <pc:chgData name="Byrd, Andrew M." userId="S::amby222@uky.edu::2d5836b5-4a72-4fdb-bd90-63723c1cd390" providerId="AD" clId="Web-{2FCEDA0E-58EF-DBD7-2829-FA71DE19BE3F}" dt="2024-10-06T18:36:02.720" v="30" actId="20577"/>
      <pc:docMkLst>
        <pc:docMk/>
      </pc:docMkLst>
      <pc:sldChg chg="modSp">
        <pc:chgData name="Byrd, Andrew M." userId="S::amby222@uky.edu::2d5836b5-4a72-4fdb-bd90-63723c1cd390" providerId="AD" clId="Web-{2FCEDA0E-58EF-DBD7-2829-FA71DE19BE3F}" dt="2024-10-06T18:36:02.720" v="30" actId="20577"/>
        <pc:sldMkLst>
          <pc:docMk/>
          <pc:sldMk cId="3240190227" sldId="354"/>
        </pc:sldMkLst>
        <pc:spChg chg="mod">
          <ac:chgData name="Byrd, Andrew M." userId="S::amby222@uky.edu::2d5836b5-4a72-4fdb-bd90-63723c1cd390" providerId="AD" clId="Web-{2FCEDA0E-58EF-DBD7-2829-FA71DE19BE3F}" dt="2024-10-06T18:36:02.720" v="30" actId="20577"/>
          <ac:spMkLst>
            <pc:docMk/>
            <pc:sldMk cId="3240190227" sldId="354"/>
            <ac:spMk id="3" creationId="{F7129ED2-EACF-5F85-1133-54504D2821CF}"/>
          </ac:spMkLst>
        </pc:spChg>
      </pc:sldChg>
    </pc:docChg>
  </pc:docChgLst>
  <pc:docChgLst>
    <pc:chgData name="Byrd, Andrew M." userId="S::amby222@uky.edu::2d5836b5-4a72-4fdb-bd90-63723c1cd390" providerId="AD" clId="Web-{6E093D8F-8982-2844-19BF-9ADC5BFD1F40}"/>
    <pc:docChg chg="modSld">
      <pc:chgData name="Byrd, Andrew M." userId="S::amby222@uky.edu::2d5836b5-4a72-4fdb-bd90-63723c1cd390" providerId="AD" clId="Web-{6E093D8F-8982-2844-19BF-9ADC5BFD1F40}" dt="2024-10-16T18:59:42.178" v="0" actId="20577"/>
      <pc:docMkLst>
        <pc:docMk/>
      </pc:docMkLst>
      <pc:sldChg chg="modSp">
        <pc:chgData name="Byrd, Andrew M." userId="S::amby222@uky.edu::2d5836b5-4a72-4fdb-bd90-63723c1cd390" providerId="AD" clId="Web-{6E093D8F-8982-2844-19BF-9ADC5BFD1F40}" dt="2024-10-16T18:59:42.178" v="0" actId="20577"/>
        <pc:sldMkLst>
          <pc:docMk/>
          <pc:sldMk cId="2269925187" sldId="360"/>
        </pc:sldMkLst>
        <pc:spChg chg="mod">
          <ac:chgData name="Byrd, Andrew M." userId="S::amby222@uky.edu::2d5836b5-4a72-4fdb-bd90-63723c1cd390" providerId="AD" clId="Web-{6E093D8F-8982-2844-19BF-9ADC5BFD1F40}" dt="2024-10-16T18:59:42.178" v="0" actId="20577"/>
          <ac:spMkLst>
            <pc:docMk/>
            <pc:sldMk cId="2269925187" sldId="360"/>
            <ac:spMk id="3" creationId="{8973F767-FBED-6225-0243-36B9DFCA99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9d8a78c1de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9d8a78c1d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9a2b83776b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9a2b83776b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9d8a78c1d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9d8a78c1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9d8a78c1d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9d8a78c1d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9d8a78c1d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9d8a78c1d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9d8a78c1d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9d8a78c1d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9d8a78c1de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9d8a78c1d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9d8a78c1de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9d8a78c1de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9a5770eccf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9a5770eccf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2690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9a2b83776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9a2b83776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5107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f59279e3d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f59279e3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4077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edc309763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edc309763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edc309763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edc309763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6916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edc309763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edc309763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f5d3fc547c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f5d3fc547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edc309763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edc309763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edc309763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edc309763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edc309763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edc309763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edc309763b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edc309763b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edc309763b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edc309763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edc309763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edc309763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edc309763b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edc309763b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edc309763b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edc309763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edc309763b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edc309763b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edc309763b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edc309763b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edc309763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edc309763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edc309763b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edc309763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edc309763b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edc309763b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edc309763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edc309763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edc309763b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edc309763b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edc309763b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edc309763b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susurrus-llc.github.io/langua/gen/"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ipa-reader.xyz/"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www.youtube.com/watch?v=1CBwwTj-PEQ" TargetMode="Externa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39.xml.rels><?xml version="1.0" encoding="UTF-8" standalone="yes"?>
<Relationships xmlns="http://schemas.openxmlformats.org/package/2006/relationships"><Relationship Id="rId3" Type="http://schemas.openxmlformats.org/officeDocument/2006/relationships/hyperlink" Target="http://www.youtube.com/watch?v=PPmfo1zEqiI"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40.xml.rels><?xml version="1.0" encoding="UTF-8" standalone="yes"?>
<Relationships xmlns="http://schemas.openxmlformats.org/package/2006/relationships"><Relationship Id="rId3" Type="http://schemas.openxmlformats.org/officeDocument/2006/relationships/hyperlink" Target="http://www.youtube.com/watch?v=FStyKn4V8cE"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41.xml.rels><?xml version="1.0" encoding="UTF-8" standalone="yes"?>
<Relationships xmlns="http://schemas.openxmlformats.org/package/2006/relationships"><Relationship Id="rId3" Type="http://schemas.openxmlformats.org/officeDocument/2006/relationships/hyperlink" Target="http://www.youtube.com/watch?v=5NlQkLpH9tc"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42.xml.rels><?xml version="1.0" encoding="UTF-8" standalone="yes"?>
<Relationships xmlns="http://schemas.openxmlformats.org/package/2006/relationships"><Relationship Id="rId3" Type="http://schemas.openxmlformats.org/officeDocument/2006/relationships/hyperlink" Target="http://www.youtube.com/watch?v=JxeOQce89Z0"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r>
              <a:rPr lang="en" dirty="0"/>
              <a:t>Linguistics 200, Week 6</a:t>
            </a:r>
            <a:endParaRPr dirty="0"/>
          </a:p>
        </p:txBody>
      </p:sp>
      <p:sp>
        <p:nvSpPr>
          <p:cNvPr id="67" name="Google Shape;67;p13"/>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indent="0"/>
            <a:r>
              <a:rPr lang="en" dirty="0"/>
              <a:t>Day 1: Phonotactics, Phonotactic Rules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38E03-C2A5-7ECA-37B5-99EB4BB9EB20}"/>
              </a:ext>
            </a:extLst>
          </p:cNvPr>
          <p:cNvSpPr>
            <a:spLocks noGrp="1"/>
          </p:cNvSpPr>
          <p:nvPr>
            <p:ph type="title"/>
          </p:nvPr>
        </p:nvSpPr>
        <p:spPr/>
        <p:txBody>
          <a:bodyPr/>
          <a:lstStyle/>
          <a:p>
            <a:r>
              <a:rPr lang="en-US" dirty="0"/>
              <a:t>Today</a:t>
            </a:r>
          </a:p>
        </p:txBody>
      </p:sp>
      <p:sp>
        <p:nvSpPr>
          <p:cNvPr id="3" name="Text Placeholder 2">
            <a:extLst>
              <a:ext uri="{FF2B5EF4-FFF2-40B4-BE49-F238E27FC236}">
                <a16:creationId xmlns:a16="http://schemas.microsoft.com/office/drawing/2014/main" id="{A3D7A370-9319-97D5-490C-5A9FB8D4DCE3}"/>
              </a:ext>
            </a:extLst>
          </p:cNvPr>
          <p:cNvSpPr>
            <a:spLocks noGrp="1"/>
          </p:cNvSpPr>
          <p:nvPr>
            <p:ph type="body" idx="1"/>
          </p:nvPr>
        </p:nvSpPr>
        <p:spPr/>
        <p:txBody>
          <a:bodyPr/>
          <a:lstStyle/>
          <a:p>
            <a:pPr marL="596900" lvl="1" indent="0">
              <a:buNone/>
            </a:pPr>
            <a:endParaRPr lang="en-US" dirty="0"/>
          </a:p>
          <a:p>
            <a:r>
              <a:rPr lang="en-US" dirty="0"/>
              <a:t>We’ll discuss phonotactic (phonological) rules</a:t>
            </a:r>
          </a:p>
          <a:p>
            <a:endParaRPr lang="en-US" dirty="0"/>
          </a:p>
          <a:p>
            <a:r>
              <a:rPr lang="en-US" dirty="0" err="1"/>
              <a:t>Dorgon</a:t>
            </a:r>
            <a:r>
              <a:rPr lang="en-US" dirty="0"/>
              <a:t> phonotactics identified (broadly speaking)</a:t>
            </a:r>
          </a:p>
          <a:p>
            <a:pPr lvl="1"/>
            <a:r>
              <a:rPr lang="en-US" dirty="0"/>
              <a:t>Language name given!</a:t>
            </a:r>
          </a:p>
          <a:p>
            <a:pPr marL="114300" indent="0">
              <a:buNone/>
            </a:pPr>
            <a:endParaRPr lang="en-US" dirty="0"/>
          </a:p>
          <a:p>
            <a:r>
              <a:rPr lang="en-US" dirty="0"/>
              <a:t>We’ll finish up with working towards identifying your phonotactics &amp; language name</a:t>
            </a:r>
          </a:p>
          <a:p>
            <a:endParaRPr lang="en-US" dirty="0"/>
          </a:p>
        </p:txBody>
      </p:sp>
    </p:spTree>
    <p:extLst>
      <p:ext uri="{BB962C8B-B14F-4D97-AF65-F5344CB8AC3E}">
        <p14:creationId xmlns:p14="http://schemas.microsoft.com/office/powerpoint/2010/main" val="417194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a:t>
            </a:r>
            <a:endParaRPr/>
          </a:p>
        </p:txBody>
      </p:sp>
      <p:sp>
        <p:nvSpPr>
          <p:cNvPr id="278" name="Google Shape;278;p46"/>
          <p:cNvSpPr txBox="1">
            <a:spLocks noGrp="1"/>
          </p:cNvSpPr>
          <p:nvPr>
            <p:ph type="body" idx="1"/>
          </p:nvPr>
        </p:nvSpPr>
        <p:spPr>
          <a:xfrm>
            <a:off x="311700" y="2192725"/>
            <a:ext cx="8520600" cy="23763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4800"/>
              <a:t>Phonotactic Rules</a:t>
            </a:r>
            <a:endParaRPr sz="4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 - Phonological Rules</a:t>
            </a:r>
            <a:endParaRPr/>
          </a:p>
        </p:txBody>
      </p:sp>
      <p:sp>
        <p:nvSpPr>
          <p:cNvPr id="284" name="Google Shape;284;p47"/>
          <p:cNvSpPr txBox="1">
            <a:spLocks noGrp="1"/>
          </p:cNvSpPr>
          <p:nvPr>
            <p:ph type="body" idx="1"/>
          </p:nvPr>
        </p:nvSpPr>
        <p:spPr>
          <a:xfrm>
            <a:off x="311700" y="1400850"/>
            <a:ext cx="8520600" cy="31683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b="1">
                <a:solidFill>
                  <a:srgbClr val="000000"/>
                </a:solidFill>
                <a:latin typeface="Arial"/>
                <a:ea typeface="Arial"/>
                <a:cs typeface="Arial"/>
                <a:sym typeface="Arial"/>
              </a:rPr>
              <a:t>6. </a:t>
            </a:r>
            <a:r>
              <a:rPr lang="en" sz="1200">
                <a:solidFill>
                  <a:srgbClr val="000000"/>
                </a:solidFill>
                <a:latin typeface="Arial"/>
                <a:ea typeface="Arial"/>
                <a:cs typeface="Arial"/>
                <a:sym typeface="Arial"/>
              </a:rPr>
              <a:t>Cite </a:t>
            </a:r>
            <a:r>
              <a:rPr lang="en" sz="1200" b="1">
                <a:solidFill>
                  <a:srgbClr val="000000"/>
                </a:solidFill>
                <a:latin typeface="Arial"/>
                <a:ea typeface="Arial"/>
                <a:cs typeface="Arial"/>
                <a:sym typeface="Arial"/>
              </a:rPr>
              <a:t>three</a:t>
            </a:r>
            <a:r>
              <a:rPr lang="en" sz="1200">
                <a:solidFill>
                  <a:srgbClr val="000000"/>
                </a:solidFill>
                <a:latin typeface="Arial"/>
                <a:ea typeface="Arial"/>
                <a:cs typeface="Arial"/>
                <a:sym typeface="Arial"/>
              </a:rPr>
              <a:t> phonotactic rules that occur within your language, with examples of each.</a:t>
            </a:r>
            <a:endParaRPr sz="1200">
              <a:solidFill>
                <a:srgbClr val="000000"/>
              </a:solidFill>
              <a:latin typeface="Arial"/>
              <a:ea typeface="Arial"/>
              <a:cs typeface="Arial"/>
              <a:sym typeface="Arial"/>
            </a:endParaRPr>
          </a:p>
          <a:p>
            <a:pPr marL="0" lvl="0" indent="0" algn="l" rtl="0">
              <a:spcBef>
                <a:spcPts val="900"/>
              </a:spcBef>
              <a:spcAft>
                <a:spcPts val="0"/>
              </a:spcAft>
              <a:buNone/>
            </a:pPr>
            <a:r>
              <a:rPr lang="en" sz="1200">
                <a:solidFill>
                  <a:srgbClr val="000000"/>
                </a:solidFill>
                <a:latin typeface="Arial"/>
                <a:ea typeface="Arial"/>
                <a:cs typeface="Arial"/>
                <a:sym typeface="Arial"/>
              </a:rPr>
              <a:t>Sample answer, based on English:</a:t>
            </a:r>
            <a:endParaRPr sz="1200">
              <a:solidFill>
                <a:srgbClr val="000000"/>
              </a:solidFill>
              <a:latin typeface="Arial"/>
              <a:ea typeface="Arial"/>
              <a:cs typeface="Arial"/>
              <a:sym typeface="Arial"/>
            </a:endParaRPr>
          </a:p>
          <a:p>
            <a:pPr marL="0" lvl="0" indent="0" algn="l" rtl="0">
              <a:spcBef>
                <a:spcPts val="900"/>
              </a:spcBef>
              <a:spcAft>
                <a:spcPts val="0"/>
              </a:spcAft>
              <a:buNone/>
            </a:pPr>
            <a:r>
              <a:rPr lang="en" sz="1200">
                <a:solidFill>
                  <a:srgbClr val="000000"/>
                </a:solidFill>
                <a:latin typeface="Arial"/>
                <a:ea typeface="Arial"/>
                <a:cs typeface="Arial"/>
                <a:sym typeface="Arial"/>
              </a:rPr>
              <a:t>"There are a number of phonotactic rules that occur in English.</a:t>
            </a:r>
            <a:endParaRPr sz="1200">
              <a:solidFill>
                <a:srgbClr val="000000"/>
              </a:solidFill>
              <a:latin typeface="Arial"/>
              <a:ea typeface="Arial"/>
              <a:cs typeface="Arial"/>
              <a:sym typeface="Arial"/>
            </a:endParaRPr>
          </a:p>
          <a:p>
            <a:pPr marL="0" lvl="0" indent="0" algn="l" rtl="0">
              <a:spcBef>
                <a:spcPts val="900"/>
              </a:spcBef>
              <a:spcAft>
                <a:spcPts val="0"/>
              </a:spcAft>
              <a:buNone/>
            </a:pPr>
            <a:r>
              <a:rPr lang="en" sz="1200">
                <a:solidFill>
                  <a:srgbClr val="000000"/>
                </a:solidFill>
                <a:latin typeface="Arial"/>
                <a:ea typeface="Arial"/>
                <a:cs typeface="Arial"/>
                <a:sym typeface="Arial"/>
              </a:rPr>
              <a:t>(1) The first is vowel nasalization, where vowels become nasalized before a nasal consonant (m, n, or ŋ).  Examples include </a:t>
            </a:r>
            <a:r>
              <a:rPr lang="en" sz="1200" b="1">
                <a:solidFill>
                  <a:srgbClr val="000000"/>
                </a:solidFill>
                <a:latin typeface="Arial"/>
                <a:ea typeface="Arial"/>
                <a:cs typeface="Arial"/>
                <a:sym typeface="Arial"/>
              </a:rPr>
              <a:t>tan</a:t>
            </a:r>
            <a:r>
              <a:rPr lang="en" sz="1200">
                <a:solidFill>
                  <a:srgbClr val="000000"/>
                </a:solidFill>
                <a:latin typeface="Arial"/>
                <a:ea typeface="Arial"/>
                <a:cs typeface="Arial"/>
                <a:sym typeface="Arial"/>
              </a:rPr>
              <a:t>, </a:t>
            </a:r>
            <a:r>
              <a:rPr lang="en" sz="1200" b="1">
                <a:solidFill>
                  <a:srgbClr val="000000"/>
                </a:solidFill>
                <a:latin typeface="Arial"/>
                <a:ea typeface="Arial"/>
                <a:cs typeface="Arial"/>
                <a:sym typeface="Arial"/>
              </a:rPr>
              <a:t>pam</a:t>
            </a:r>
            <a:r>
              <a:rPr lang="en" sz="1200">
                <a:solidFill>
                  <a:srgbClr val="000000"/>
                </a:solidFill>
                <a:latin typeface="Arial"/>
                <a:ea typeface="Arial"/>
                <a:cs typeface="Arial"/>
                <a:sym typeface="Arial"/>
              </a:rPr>
              <a:t>, </a:t>
            </a:r>
            <a:r>
              <a:rPr lang="en" sz="1200" b="1">
                <a:solidFill>
                  <a:srgbClr val="000000"/>
                </a:solidFill>
                <a:latin typeface="Arial"/>
                <a:ea typeface="Arial"/>
                <a:cs typeface="Arial"/>
                <a:sym typeface="Arial"/>
              </a:rPr>
              <a:t>tang</a:t>
            </a:r>
            <a:r>
              <a:rPr lang="en" sz="1200">
                <a:solidFill>
                  <a:srgbClr val="000000"/>
                </a:solidFill>
                <a:latin typeface="Arial"/>
                <a:ea typeface="Arial"/>
                <a:cs typeface="Arial"/>
                <a:sym typeface="Arial"/>
              </a:rPr>
              <a:t> - in all three instances the "a" vowel is nasalized. Contrast these vowels with </a:t>
            </a:r>
            <a:r>
              <a:rPr lang="en" sz="1200" b="1">
                <a:solidFill>
                  <a:srgbClr val="000000"/>
                </a:solidFill>
                <a:latin typeface="Arial"/>
                <a:ea typeface="Arial"/>
                <a:cs typeface="Arial"/>
                <a:sym typeface="Arial"/>
              </a:rPr>
              <a:t>tat</a:t>
            </a:r>
            <a:r>
              <a:rPr lang="en" sz="1200">
                <a:solidFill>
                  <a:srgbClr val="000000"/>
                </a:solidFill>
                <a:latin typeface="Arial"/>
                <a:ea typeface="Arial"/>
                <a:cs typeface="Arial"/>
                <a:sym typeface="Arial"/>
              </a:rPr>
              <a:t>, </a:t>
            </a:r>
            <a:r>
              <a:rPr lang="en" sz="1200" b="1">
                <a:solidFill>
                  <a:srgbClr val="000000"/>
                </a:solidFill>
                <a:latin typeface="Arial"/>
                <a:ea typeface="Arial"/>
                <a:cs typeface="Arial"/>
                <a:sym typeface="Arial"/>
              </a:rPr>
              <a:t>pap</a:t>
            </a:r>
            <a:r>
              <a:rPr lang="en" sz="1200">
                <a:solidFill>
                  <a:srgbClr val="000000"/>
                </a:solidFill>
                <a:latin typeface="Arial"/>
                <a:ea typeface="Arial"/>
                <a:cs typeface="Arial"/>
                <a:sym typeface="Arial"/>
              </a:rPr>
              <a:t>, and </a:t>
            </a:r>
            <a:r>
              <a:rPr lang="en" sz="1200" b="1">
                <a:solidFill>
                  <a:srgbClr val="000000"/>
                </a:solidFill>
                <a:latin typeface="Arial"/>
                <a:ea typeface="Arial"/>
                <a:cs typeface="Arial"/>
                <a:sym typeface="Arial"/>
              </a:rPr>
              <a:t>tack</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marL="0" lvl="0" indent="0" algn="l" rtl="0">
              <a:spcBef>
                <a:spcPts val="900"/>
              </a:spcBef>
              <a:spcAft>
                <a:spcPts val="0"/>
              </a:spcAft>
              <a:buNone/>
            </a:pPr>
            <a:r>
              <a:rPr lang="en" sz="1200">
                <a:solidFill>
                  <a:srgbClr val="000000"/>
                </a:solidFill>
                <a:latin typeface="Arial"/>
                <a:ea typeface="Arial"/>
                <a:cs typeface="Arial"/>
                <a:sym typeface="Arial"/>
              </a:rPr>
              <a:t>(2) The second is voicing assimilation, where the plural ending "z" (written </a:t>
            </a:r>
            <a:r>
              <a:rPr lang="en" sz="1200" b="1">
                <a:solidFill>
                  <a:srgbClr val="000000"/>
                </a:solidFill>
                <a:latin typeface="Arial"/>
                <a:ea typeface="Arial"/>
                <a:cs typeface="Arial"/>
                <a:sym typeface="Arial"/>
              </a:rPr>
              <a:t>-es</a:t>
            </a:r>
            <a:r>
              <a:rPr lang="en" sz="1200">
                <a:solidFill>
                  <a:srgbClr val="000000"/>
                </a:solidFill>
                <a:latin typeface="Arial"/>
                <a:ea typeface="Arial"/>
                <a:cs typeface="Arial"/>
                <a:sym typeface="Arial"/>
              </a:rPr>
              <a:t>) is pronounced as "s" when it follows a voiceless sound. Examples include </a:t>
            </a:r>
            <a:r>
              <a:rPr lang="en" sz="1200" b="1">
                <a:solidFill>
                  <a:srgbClr val="000000"/>
                </a:solidFill>
                <a:latin typeface="Arial"/>
                <a:ea typeface="Arial"/>
                <a:cs typeface="Arial"/>
                <a:sym typeface="Arial"/>
              </a:rPr>
              <a:t>taps</a:t>
            </a:r>
            <a:r>
              <a:rPr lang="en" sz="1200">
                <a:solidFill>
                  <a:srgbClr val="000000"/>
                </a:solidFill>
                <a:latin typeface="Arial"/>
                <a:ea typeface="Arial"/>
                <a:cs typeface="Arial"/>
                <a:sym typeface="Arial"/>
              </a:rPr>
              <a:t>, </a:t>
            </a:r>
            <a:r>
              <a:rPr lang="en" sz="1200" b="1">
                <a:solidFill>
                  <a:srgbClr val="000000"/>
                </a:solidFill>
                <a:latin typeface="Arial"/>
                <a:ea typeface="Arial"/>
                <a:cs typeface="Arial"/>
                <a:sym typeface="Arial"/>
              </a:rPr>
              <a:t>tats</a:t>
            </a:r>
            <a:r>
              <a:rPr lang="en" sz="1200">
                <a:solidFill>
                  <a:srgbClr val="000000"/>
                </a:solidFill>
                <a:latin typeface="Arial"/>
                <a:ea typeface="Arial"/>
                <a:cs typeface="Arial"/>
                <a:sym typeface="Arial"/>
              </a:rPr>
              <a:t>, and </a:t>
            </a:r>
            <a:r>
              <a:rPr lang="en" sz="1200" b="1">
                <a:solidFill>
                  <a:srgbClr val="000000"/>
                </a:solidFill>
                <a:latin typeface="Arial"/>
                <a:ea typeface="Arial"/>
                <a:cs typeface="Arial"/>
                <a:sym typeface="Arial"/>
              </a:rPr>
              <a:t>tacks </a:t>
            </a:r>
            <a:r>
              <a:rPr lang="en" sz="1200">
                <a:solidFill>
                  <a:srgbClr val="000000"/>
                </a:solidFill>
                <a:latin typeface="Arial"/>
                <a:ea typeface="Arial"/>
                <a:cs typeface="Arial"/>
                <a:sym typeface="Arial"/>
              </a:rPr>
              <a:t>(all with "s"); contrast tabz (</a:t>
            </a:r>
            <a:r>
              <a:rPr lang="en" sz="1200" b="1">
                <a:solidFill>
                  <a:srgbClr val="000000"/>
                </a:solidFill>
                <a:latin typeface="Arial"/>
                <a:ea typeface="Arial"/>
                <a:cs typeface="Arial"/>
                <a:sym typeface="Arial"/>
              </a:rPr>
              <a:t>tabs</a:t>
            </a:r>
            <a:r>
              <a:rPr lang="en" sz="1200">
                <a:solidFill>
                  <a:srgbClr val="000000"/>
                </a:solidFill>
                <a:latin typeface="Arial"/>
                <a:ea typeface="Arial"/>
                <a:cs typeface="Arial"/>
                <a:sym typeface="Arial"/>
              </a:rPr>
              <a:t>), tadz (</a:t>
            </a:r>
            <a:r>
              <a:rPr lang="en" sz="1200" b="1">
                <a:solidFill>
                  <a:srgbClr val="000000"/>
                </a:solidFill>
                <a:latin typeface="Arial"/>
                <a:ea typeface="Arial"/>
                <a:cs typeface="Arial"/>
                <a:sym typeface="Arial"/>
              </a:rPr>
              <a:t>tads</a:t>
            </a:r>
            <a:r>
              <a:rPr lang="en" sz="1200">
                <a:solidFill>
                  <a:srgbClr val="000000"/>
                </a:solidFill>
                <a:latin typeface="Arial"/>
                <a:ea typeface="Arial"/>
                <a:cs typeface="Arial"/>
                <a:sym typeface="Arial"/>
              </a:rPr>
              <a:t>), and tagz (</a:t>
            </a:r>
            <a:r>
              <a:rPr lang="en" sz="1200" b="1">
                <a:solidFill>
                  <a:srgbClr val="000000"/>
                </a:solidFill>
                <a:latin typeface="Arial"/>
                <a:ea typeface="Arial"/>
                <a:cs typeface="Arial"/>
                <a:sym typeface="Arial"/>
              </a:rPr>
              <a:t>tags</a:t>
            </a:r>
            <a:r>
              <a:rPr lang="en" sz="1200">
                <a:solidFill>
                  <a:srgbClr val="000000"/>
                </a:solidFill>
                <a:latin typeface="Arial"/>
                <a:ea typeface="Arial"/>
                <a:cs typeface="Arial"/>
                <a:sym typeface="Arial"/>
              </a:rPr>
              <a:t>), all with "z".</a:t>
            </a:r>
            <a:endParaRPr sz="1200">
              <a:solidFill>
                <a:srgbClr val="000000"/>
              </a:solidFill>
              <a:latin typeface="Arial"/>
              <a:ea typeface="Arial"/>
              <a:cs typeface="Arial"/>
              <a:sym typeface="Arial"/>
            </a:endParaRPr>
          </a:p>
          <a:p>
            <a:pPr marL="0" lvl="0" indent="0" algn="l" rtl="0">
              <a:spcBef>
                <a:spcPts val="900"/>
              </a:spcBef>
              <a:spcAft>
                <a:spcPts val="900"/>
              </a:spcAft>
              <a:buNone/>
            </a:pPr>
            <a:r>
              <a:rPr lang="en" sz="1200">
                <a:solidFill>
                  <a:srgbClr val="000000"/>
                </a:solidFill>
                <a:latin typeface="Arial"/>
                <a:ea typeface="Arial"/>
                <a:cs typeface="Arial"/>
                <a:sym typeface="Arial"/>
              </a:rPr>
              <a:t>(3) The third is stop aspiration, where the voiceless stops "p, t, k" are pronounced with aspiration "pʰ, tʰ, kʰ" at the very beginning of the word or at the beginning of a stressed syllable. An example that includes both environments is </a:t>
            </a:r>
            <a:r>
              <a:rPr lang="en" sz="1200" b="1">
                <a:solidFill>
                  <a:srgbClr val="000000"/>
                </a:solidFill>
                <a:latin typeface="Arial"/>
                <a:ea typeface="Arial"/>
                <a:cs typeface="Arial"/>
                <a:sym typeface="Arial"/>
              </a:rPr>
              <a:t>potato</a:t>
            </a:r>
            <a:r>
              <a:rPr lang="en" sz="1200">
                <a:solidFill>
                  <a:srgbClr val="000000"/>
                </a:solidFill>
                <a:latin typeface="Arial"/>
                <a:ea typeface="Arial"/>
                <a:cs typeface="Arial"/>
                <a:sym typeface="Arial"/>
              </a:rPr>
              <a:t>: pʰotʰato, where the "p" aspirates at the beginning of the word, and "t" at the beginning of a stressed syllable."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to do?</a:t>
            </a:r>
            <a:endParaRPr/>
          </a:p>
        </p:txBody>
      </p:sp>
      <p:sp>
        <p:nvSpPr>
          <p:cNvPr id="290" name="Google Shape;290;p48"/>
          <p:cNvSpPr txBox="1">
            <a:spLocks noGrp="1"/>
          </p:cNvSpPr>
          <p:nvPr>
            <p:ph type="body" idx="1"/>
          </p:nvPr>
        </p:nvSpPr>
        <p:spPr>
          <a:xfrm>
            <a:off x="311700" y="2234400"/>
            <a:ext cx="8520600" cy="23346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4800" b="1"/>
              <a:t>Assimilation</a:t>
            </a:r>
            <a:endParaRPr sz="4800" b="1"/>
          </a:p>
        </p:txBody>
      </p:sp>
      <p:cxnSp>
        <p:nvCxnSpPr>
          <p:cNvPr id="291" name="Google Shape;291;p48"/>
          <p:cNvCxnSpPr/>
          <p:nvPr/>
        </p:nvCxnSpPr>
        <p:spPr>
          <a:xfrm flipH="1">
            <a:off x="1608975" y="3092950"/>
            <a:ext cx="2117100" cy="1058700"/>
          </a:xfrm>
          <a:prstGeom prst="straightConnector1">
            <a:avLst/>
          </a:prstGeom>
          <a:noFill/>
          <a:ln w="9525" cap="flat" cmpd="sng">
            <a:solidFill>
              <a:schemeClr val="dk2"/>
            </a:solidFill>
            <a:prstDash val="solid"/>
            <a:round/>
            <a:headEnd type="none" w="med" len="med"/>
            <a:tailEnd type="none" w="med" len="med"/>
          </a:ln>
        </p:spPr>
      </p:cxnSp>
      <p:cxnSp>
        <p:nvCxnSpPr>
          <p:cNvPr id="292" name="Google Shape;292;p48"/>
          <p:cNvCxnSpPr/>
          <p:nvPr/>
        </p:nvCxnSpPr>
        <p:spPr>
          <a:xfrm flipH="1">
            <a:off x="4701250" y="3092950"/>
            <a:ext cx="8400" cy="10920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p48"/>
          <p:cNvCxnSpPr/>
          <p:nvPr/>
        </p:nvCxnSpPr>
        <p:spPr>
          <a:xfrm>
            <a:off x="5618225" y="3076275"/>
            <a:ext cx="2042100" cy="1108500"/>
          </a:xfrm>
          <a:prstGeom prst="straightConnector1">
            <a:avLst/>
          </a:prstGeom>
          <a:noFill/>
          <a:ln w="9525" cap="flat" cmpd="sng">
            <a:solidFill>
              <a:schemeClr val="dk2"/>
            </a:solidFill>
            <a:prstDash val="solid"/>
            <a:round/>
            <a:headEnd type="none" w="med" len="med"/>
            <a:tailEnd type="none" w="med" len="med"/>
          </a:ln>
        </p:spPr>
      </p:cxnSp>
      <p:sp>
        <p:nvSpPr>
          <p:cNvPr id="294" name="Google Shape;294;p48"/>
          <p:cNvSpPr txBox="1"/>
          <p:nvPr/>
        </p:nvSpPr>
        <p:spPr>
          <a:xfrm>
            <a:off x="1155527" y="4182723"/>
            <a:ext cx="724282" cy="560100"/>
          </a:xfrm>
          <a:prstGeom prst="rect">
            <a:avLst/>
          </a:prstGeom>
          <a:noFill/>
          <a:ln>
            <a:noFill/>
          </a:ln>
        </p:spPr>
        <p:txBody>
          <a:bodyPr spcFirstLastPara="1" wrap="square" lIns="91425" tIns="91425" rIns="91425" bIns="91425" anchor="t" anchorCtr="0">
            <a:noAutofit/>
          </a:bodyPr>
          <a:lstStyle/>
          <a:p>
            <a:r>
              <a:rPr lang="en" b="1" dirty="0">
                <a:latin typeface="Open Sans"/>
                <a:ea typeface="Open Sans"/>
                <a:cs typeface="Open Sans"/>
                <a:sym typeface="Open Sans"/>
              </a:rPr>
              <a:t>Place			</a:t>
            </a:r>
            <a:endParaRPr b="1" dirty="0">
              <a:latin typeface="Open Sans"/>
              <a:ea typeface="Open Sans"/>
              <a:cs typeface="Open Sans"/>
              <a:sym typeface="Open Sans"/>
            </a:endParaRPr>
          </a:p>
        </p:txBody>
      </p:sp>
      <p:sp>
        <p:nvSpPr>
          <p:cNvPr id="2" name="TextBox 1">
            <a:extLst>
              <a:ext uri="{FF2B5EF4-FFF2-40B4-BE49-F238E27FC236}">
                <a16:creationId xmlns:a16="http://schemas.microsoft.com/office/drawing/2014/main" id="{7083E6D3-01B1-E2A0-E03D-CE9E0D08FAEA}"/>
              </a:ext>
            </a:extLst>
          </p:cNvPr>
          <p:cNvSpPr txBox="1"/>
          <p:nvPr/>
        </p:nvSpPr>
        <p:spPr>
          <a:xfrm>
            <a:off x="4380510" y="4220936"/>
            <a:ext cx="88025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Open Sans"/>
              </a:rPr>
              <a:t>Manner</a:t>
            </a:r>
            <a:endParaRPr lang="en-US" dirty="0"/>
          </a:p>
        </p:txBody>
      </p:sp>
      <p:sp>
        <p:nvSpPr>
          <p:cNvPr id="3" name="TextBox 2">
            <a:extLst>
              <a:ext uri="{FF2B5EF4-FFF2-40B4-BE49-F238E27FC236}">
                <a16:creationId xmlns:a16="http://schemas.microsoft.com/office/drawing/2014/main" id="{5B6C2806-8B01-CC8C-FD52-EBF520ACCBB9}"/>
              </a:ext>
            </a:extLst>
          </p:cNvPr>
          <p:cNvSpPr txBox="1"/>
          <p:nvPr/>
        </p:nvSpPr>
        <p:spPr>
          <a:xfrm>
            <a:off x="7245432" y="4220936"/>
            <a:ext cx="85799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Open Sans"/>
              </a:rPr>
              <a:t>Voicing </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a:t>
            </a:r>
            <a:endParaRPr/>
          </a:p>
        </p:txBody>
      </p:sp>
      <p:sp>
        <p:nvSpPr>
          <p:cNvPr id="300" name="Google Shape;300;p49"/>
          <p:cNvSpPr txBox="1">
            <a:spLocks noGrp="1"/>
          </p:cNvSpPr>
          <p:nvPr>
            <p:ph type="body" idx="1"/>
          </p:nvPr>
        </p:nvSpPr>
        <p:spPr>
          <a:xfrm>
            <a:off x="311700" y="2267750"/>
            <a:ext cx="8520600" cy="23013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dirty="0">
                <a:solidFill>
                  <a:srgbClr val="000000"/>
                </a:solidFill>
                <a:latin typeface="Arial"/>
                <a:ea typeface="Arial"/>
                <a:cs typeface="Arial"/>
                <a:sym typeface="Arial"/>
              </a:rPr>
              <a:t>(1) The first is vowel nasalization, where vowels become nasalized before a nasal consonant (m, n, or ŋ).  Examples include </a:t>
            </a:r>
            <a:r>
              <a:rPr lang="en" sz="1200" b="1" dirty="0">
                <a:solidFill>
                  <a:srgbClr val="000000"/>
                </a:solidFill>
                <a:latin typeface="Arial"/>
                <a:ea typeface="Arial"/>
                <a:cs typeface="Arial"/>
                <a:sym typeface="Arial"/>
              </a:rPr>
              <a:t>tan</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pam</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tang</a:t>
            </a:r>
            <a:r>
              <a:rPr lang="en" sz="1200" dirty="0">
                <a:solidFill>
                  <a:srgbClr val="000000"/>
                </a:solidFill>
                <a:latin typeface="Arial"/>
                <a:ea typeface="Arial"/>
                <a:cs typeface="Arial"/>
                <a:sym typeface="Arial"/>
              </a:rPr>
              <a:t> - in all three instances the "a" vowel is nasalized. Contrast these vowels with </a:t>
            </a:r>
            <a:r>
              <a:rPr lang="en" sz="1200" b="1" dirty="0">
                <a:solidFill>
                  <a:srgbClr val="000000"/>
                </a:solidFill>
                <a:latin typeface="Arial"/>
                <a:ea typeface="Arial"/>
                <a:cs typeface="Arial"/>
                <a:sym typeface="Arial"/>
              </a:rPr>
              <a:t>tat</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pap</a:t>
            </a:r>
            <a:r>
              <a:rPr lang="en" sz="1200" dirty="0">
                <a:solidFill>
                  <a:srgbClr val="000000"/>
                </a:solidFill>
                <a:latin typeface="Arial"/>
                <a:ea typeface="Arial"/>
                <a:cs typeface="Arial"/>
                <a:sym typeface="Arial"/>
              </a:rPr>
              <a:t>, and </a:t>
            </a:r>
            <a:r>
              <a:rPr lang="en" sz="1200" b="1" dirty="0">
                <a:solidFill>
                  <a:srgbClr val="000000"/>
                </a:solidFill>
                <a:latin typeface="Arial"/>
                <a:ea typeface="Arial"/>
                <a:cs typeface="Arial"/>
                <a:sym typeface="Arial"/>
              </a:rPr>
              <a:t>tack</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a:p>
            <a:pPr marL="0" lvl="0" indent="0" algn="l" rtl="0">
              <a:spcBef>
                <a:spcPts val="900"/>
              </a:spcBef>
              <a:spcAft>
                <a:spcPts val="0"/>
              </a:spcAft>
              <a:buNone/>
            </a:pPr>
            <a:endParaRPr sz="1200" dirty="0">
              <a:solidFill>
                <a:srgbClr val="000000"/>
              </a:solidFill>
              <a:latin typeface="Arial"/>
              <a:ea typeface="Arial"/>
              <a:cs typeface="Arial"/>
              <a:sym typeface="Arial"/>
            </a:endParaRPr>
          </a:p>
          <a:p>
            <a:pPr marL="457200" lvl="0" indent="0" algn="l" rtl="0">
              <a:spcBef>
                <a:spcPts val="900"/>
              </a:spcBef>
              <a:spcAft>
                <a:spcPts val="0"/>
              </a:spcAft>
              <a:buNone/>
            </a:pPr>
            <a:r>
              <a:rPr lang="en" sz="1600" dirty="0">
                <a:solidFill>
                  <a:srgbClr val="000000"/>
                </a:solidFill>
                <a:latin typeface="Arial"/>
                <a:ea typeface="Arial"/>
                <a:cs typeface="Arial"/>
                <a:sym typeface="Arial"/>
              </a:rPr>
              <a:t>		/tæn/		→ 		[tæ̃n]</a:t>
            </a:r>
            <a:endParaRPr sz="1600" dirty="0">
              <a:solidFill>
                <a:srgbClr val="000000"/>
              </a:solidFill>
              <a:latin typeface="Arial"/>
              <a:ea typeface="Arial"/>
              <a:cs typeface="Arial"/>
              <a:sym typeface="Arial"/>
            </a:endParaRPr>
          </a:p>
          <a:p>
            <a:pPr marL="457200" lvl="0" indent="0" algn="l" rtl="0">
              <a:spcBef>
                <a:spcPts val="900"/>
              </a:spcBef>
              <a:spcAft>
                <a:spcPts val="0"/>
              </a:spcAft>
              <a:buNone/>
            </a:pPr>
            <a:r>
              <a:rPr lang="en" sz="1600" dirty="0">
                <a:solidFill>
                  <a:srgbClr val="000000"/>
                </a:solidFill>
                <a:latin typeface="Arial"/>
                <a:ea typeface="Arial"/>
                <a:cs typeface="Arial"/>
                <a:sym typeface="Arial"/>
              </a:rPr>
              <a:t>		/pæm/		→ 		[pæ̃m]</a:t>
            </a:r>
            <a:endParaRPr sz="1600" dirty="0">
              <a:solidFill>
                <a:srgbClr val="000000"/>
              </a:solidFill>
              <a:latin typeface="Arial"/>
              <a:ea typeface="Arial"/>
              <a:cs typeface="Arial"/>
              <a:sym typeface="Arial"/>
            </a:endParaRPr>
          </a:p>
          <a:p>
            <a:pPr marL="457200" lvl="0" indent="0" algn="l" rtl="0">
              <a:spcBef>
                <a:spcPts val="900"/>
              </a:spcBef>
              <a:spcAft>
                <a:spcPts val="0"/>
              </a:spcAft>
              <a:buNone/>
            </a:pPr>
            <a:r>
              <a:rPr lang="en" sz="1600" dirty="0">
                <a:solidFill>
                  <a:srgbClr val="000000"/>
                </a:solidFill>
                <a:latin typeface="Arial"/>
                <a:ea typeface="Arial"/>
                <a:cs typeface="Arial"/>
                <a:sym typeface="Arial"/>
              </a:rPr>
              <a:t>		/tæŋ/		→ 		[tæ̃ŋ]</a:t>
            </a:r>
            <a:endParaRPr sz="1600" dirty="0">
              <a:solidFill>
                <a:srgbClr val="000000"/>
              </a:solidFill>
              <a:latin typeface="Arial"/>
              <a:ea typeface="Arial"/>
              <a:cs typeface="Arial"/>
              <a:sym typeface="Arial"/>
            </a:endParaRPr>
          </a:p>
          <a:p>
            <a:pPr marL="0" lvl="0" indent="0" algn="l" rtl="0">
              <a:spcBef>
                <a:spcPts val="900"/>
              </a:spcBef>
              <a:spcAft>
                <a:spcPts val="900"/>
              </a:spcAft>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Examples</a:t>
            </a:r>
            <a:endParaRPr/>
          </a:p>
        </p:txBody>
      </p:sp>
      <p:sp>
        <p:nvSpPr>
          <p:cNvPr id="306" name="Google Shape;306;p5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endParaRPr sz="1200" dirty="0">
              <a:solidFill>
                <a:srgbClr val="000000"/>
              </a:solidFill>
              <a:latin typeface="Arial"/>
              <a:ea typeface="Arial"/>
              <a:cs typeface="Arial"/>
              <a:sym typeface="Arial"/>
            </a:endParaRPr>
          </a:p>
          <a:p>
            <a:pPr marL="0" lvl="0" indent="0" algn="l" rtl="0">
              <a:spcBef>
                <a:spcPts val="900"/>
              </a:spcBef>
              <a:spcAft>
                <a:spcPts val="0"/>
              </a:spcAft>
              <a:buNone/>
            </a:pPr>
            <a:endParaRPr sz="1200" dirty="0">
              <a:solidFill>
                <a:srgbClr val="000000"/>
              </a:solidFill>
              <a:latin typeface="Arial"/>
              <a:ea typeface="Arial"/>
              <a:cs typeface="Arial"/>
              <a:sym typeface="Arial"/>
            </a:endParaRPr>
          </a:p>
          <a:p>
            <a:pPr marL="0" lvl="0" indent="0" algn="l" rtl="0">
              <a:spcBef>
                <a:spcPts val="900"/>
              </a:spcBef>
              <a:spcAft>
                <a:spcPts val="0"/>
              </a:spcAft>
              <a:buNone/>
            </a:pPr>
            <a:endParaRPr sz="1200" dirty="0">
              <a:solidFill>
                <a:srgbClr val="000000"/>
              </a:solidFill>
              <a:latin typeface="Arial"/>
              <a:ea typeface="Arial"/>
              <a:cs typeface="Arial"/>
              <a:sym typeface="Arial"/>
            </a:endParaRPr>
          </a:p>
          <a:p>
            <a:pPr marL="0" lvl="0" indent="0" algn="l" rtl="0">
              <a:spcBef>
                <a:spcPts val="900"/>
              </a:spcBef>
              <a:spcAft>
                <a:spcPts val="0"/>
              </a:spcAft>
              <a:buNone/>
            </a:pPr>
            <a:r>
              <a:rPr lang="en" sz="1200" dirty="0">
                <a:solidFill>
                  <a:srgbClr val="000000"/>
                </a:solidFill>
                <a:latin typeface="Arial"/>
                <a:ea typeface="Arial"/>
                <a:cs typeface="Arial"/>
                <a:sym typeface="Arial"/>
              </a:rPr>
              <a:t>(2) The second is voicing assimilation, where the plural ending "z" (written </a:t>
            </a:r>
            <a:r>
              <a:rPr lang="en" sz="1200" b="1" dirty="0">
                <a:solidFill>
                  <a:srgbClr val="000000"/>
                </a:solidFill>
                <a:latin typeface="Arial"/>
                <a:ea typeface="Arial"/>
                <a:cs typeface="Arial"/>
                <a:sym typeface="Arial"/>
              </a:rPr>
              <a:t>-es</a:t>
            </a:r>
            <a:r>
              <a:rPr lang="en" sz="1200" dirty="0">
                <a:solidFill>
                  <a:srgbClr val="000000"/>
                </a:solidFill>
                <a:latin typeface="Arial"/>
                <a:ea typeface="Arial"/>
                <a:cs typeface="Arial"/>
                <a:sym typeface="Arial"/>
              </a:rPr>
              <a:t>) is pronounced as "s" when it follows a voiceless sound. Examples include </a:t>
            </a:r>
            <a:r>
              <a:rPr lang="en" sz="1200" b="1" dirty="0">
                <a:solidFill>
                  <a:srgbClr val="000000"/>
                </a:solidFill>
                <a:latin typeface="Arial"/>
                <a:ea typeface="Arial"/>
                <a:cs typeface="Arial"/>
                <a:sym typeface="Arial"/>
              </a:rPr>
              <a:t>taps</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tats</a:t>
            </a:r>
            <a:r>
              <a:rPr lang="en" sz="1200" dirty="0">
                <a:solidFill>
                  <a:srgbClr val="000000"/>
                </a:solidFill>
                <a:latin typeface="Arial"/>
                <a:ea typeface="Arial"/>
                <a:cs typeface="Arial"/>
                <a:sym typeface="Arial"/>
              </a:rPr>
              <a:t>, and </a:t>
            </a:r>
            <a:r>
              <a:rPr lang="en" sz="1200" b="1" dirty="0">
                <a:solidFill>
                  <a:srgbClr val="000000"/>
                </a:solidFill>
                <a:latin typeface="Arial"/>
                <a:ea typeface="Arial"/>
                <a:cs typeface="Arial"/>
                <a:sym typeface="Arial"/>
              </a:rPr>
              <a:t>tacks </a:t>
            </a:r>
            <a:r>
              <a:rPr lang="en" sz="1200" dirty="0">
                <a:solidFill>
                  <a:srgbClr val="000000"/>
                </a:solidFill>
                <a:latin typeface="Arial"/>
                <a:ea typeface="Arial"/>
                <a:cs typeface="Arial"/>
                <a:sym typeface="Arial"/>
              </a:rPr>
              <a:t>(all with "s"); contrast </a:t>
            </a:r>
            <a:r>
              <a:rPr lang="en" sz="1200" dirty="0" err="1">
                <a:solidFill>
                  <a:srgbClr val="000000"/>
                </a:solidFill>
                <a:latin typeface="Arial"/>
                <a:ea typeface="Arial"/>
                <a:cs typeface="Arial"/>
                <a:sym typeface="Arial"/>
              </a:rPr>
              <a:t>tabz</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tabs</a:t>
            </a:r>
            <a:r>
              <a:rPr lang="en" sz="1200" dirty="0">
                <a:solidFill>
                  <a:srgbClr val="000000"/>
                </a:solidFill>
                <a:latin typeface="Arial"/>
                <a:ea typeface="Arial"/>
                <a:cs typeface="Arial"/>
                <a:sym typeface="Arial"/>
              </a:rPr>
              <a:t>), </a:t>
            </a:r>
            <a:r>
              <a:rPr lang="en" sz="1200" dirty="0" err="1">
                <a:solidFill>
                  <a:srgbClr val="000000"/>
                </a:solidFill>
                <a:latin typeface="Arial"/>
                <a:ea typeface="Arial"/>
                <a:cs typeface="Arial"/>
                <a:sym typeface="Arial"/>
              </a:rPr>
              <a:t>tadz</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tads</a:t>
            </a:r>
            <a:r>
              <a:rPr lang="en" sz="1200" dirty="0">
                <a:solidFill>
                  <a:srgbClr val="000000"/>
                </a:solidFill>
                <a:latin typeface="Arial"/>
                <a:ea typeface="Arial"/>
                <a:cs typeface="Arial"/>
                <a:sym typeface="Arial"/>
              </a:rPr>
              <a:t>), and </a:t>
            </a:r>
            <a:r>
              <a:rPr lang="en" sz="1200" dirty="0" err="1">
                <a:solidFill>
                  <a:srgbClr val="000000"/>
                </a:solidFill>
                <a:latin typeface="Arial"/>
                <a:ea typeface="Arial"/>
                <a:cs typeface="Arial"/>
                <a:sym typeface="Arial"/>
              </a:rPr>
              <a:t>tagz</a:t>
            </a:r>
            <a:r>
              <a:rPr lang="en" sz="1200" dirty="0">
                <a:solidFill>
                  <a:srgbClr val="000000"/>
                </a:solidFill>
                <a:latin typeface="Arial"/>
                <a:ea typeface="Arial"/>
                <a:cs typeface="Arial"/>
                <a:sym typeface="Arial"/>
              </a:rPr>
              <a:t> (</a:t>
            </a:r>
            <a:r>
              <a:rPr lang="en" sz="1200" b="1" dirty="0">
                <a:solidFill>
                  <a:srgbClr val="000000"/>
                </a:solidFill>
                <a:latin typeface="Arial"/>
                <a:ea typeface="Arial"/>
                <a:cs typeface="Arial"/>
                <a:sym typeface="Arial"/>
              </a:rPr>
              <a:t>tags</a:t>
            </a:r>
            <a:r>
              <a:rPr lang="en" sz="1200" dirty="0">
                <a:solidFill>
                  <a:srgbClr val="000000"/>
                </a:solidFill>
                <a:latin typeface="Arial"/>
                <a:ea typeface="Arial"/>
                <a:cs typeface="Arial"/>
                <a:sym typeface="Arial"/>
              </a:rPr>
              <a:t>), all with "z".</a:t>
            </a:r>
            <a:endParaRPr sz="1200" dirty="0">
              <a:solidFill>
                <a:srgbClr val="000000"/>
              </a:solidFill>
              <a:latin typeface="Arial"/>
              <a:ea typeface="Arial"/>
              <a:cs typeface="Arial"/>
              <a:sym typeface="Arial"/>
            </a:endParaRPr>
          </a:p>
          <a:p>
            <a:pPr marL="0" lvl="0" indent="0" algn="l" rtl="0">
              <a:spcBef>
                <a:spcPts val="900"/>
              </a:spcBef>
              <a:spcAft>
                <a:spcPts val="0"/>
              </a:spcAft>
              <a:buNone/>
            </a:pPr>
            <a:endParaRPr sz="1200" dirty="0">
              <a:solidFill>
                <a:srgbClr val="000000"/>
              </a:solidFill>
              <a:latin typeface="Arial"/>
              <a:ea typeface="Arial"/>
              <a:cs typeface="Arial"/>
              <a:sym typeface="Arial"/>
            </a:endParaRPr>
          </a:p>
          <a:p>
            <a:pPr marL="914400" lvl="0" indent="0" algn="l" rtl="0">
              <a:spcBef>
                <a:spcPts val="900"/>
              </a:spcBef>
              <a:spcAft>
                <a:spcPts val="0"/>
              </a:spcAft>
              <a:buNone/>
            </a:pPr>
            <a:r>
              <a:rPr lang="en" sz="1600" dirty="0">
                <a:solidFill>
                  <a:srgbClr val="000000"/>
                </a:solidFill>
                <a:latin typeface="Arial"/>
                <a:ea typeface="Arial"/>
                <a:cs typeface="Arial"/>
                <a:sym typeface="Arial"/>
              </a:rPr>
              <a:t>	/tæpz/ 		→ 		[tæps]</a:t>
            </a:r>
            <a:endParaRPr sz="1600" dirty="0">
              <a:solidFill>
                <a:srgbClr val="000000"/>
              </a:solidFill>
              <a:latin typeface="Arial"/>
              <a:ea typeface="Arial"/>
              <a:cs typeface="Arial"/>
              <a:sym typeface="Arial"/>
            </a:endParaRPr>
          </a:p>
          <a:p>
            <a:pPr marL="914400" lvl="0" indent="0" algn="l" rtl="0">
              <a:spcBef>
                <a:spcPts val="900"/>
              </a:spcBef>
              <a:spcAft>
                <a:spcPts val="0"/>
              </a:spcAft>
              <a:buNone/>
            </a:pPr>
            <a:r>
              <a:rPr lang="en" sz="1600" dirty="0">
                <a:solidFill>
                  <a:srgbClr val="000000"/>
                </a:solidFill>
                <a:latin typeface="Arial"/>
                <a:ea typeface="Arial"/>
                <a:cs typeface="Arial"/>
                <a:sym typeface="Arial"/>
              </a:rPr>
              <a:t>	/tætz/ 		→ 		[tæts]</a:t>
            </a:r>
            <a:endParaRPr sz="1600" dirty="0">
              <a:solidFill>
                <a:srgbClr val="000000"/>
              </a:solidFill>
              <a:latin typeface="Arial"/>
              <a:ea typeface="Arial"/>
              <a:cs typeface="Arial"/>
              <a:sym typeface="Arial"/>
            </a:endParaRPr>
          </a:p>
          <a:p>
            <a:pPr marL="914400" lvl="0" indent="0" algn="l" rtl="0">
              <a:spcBef>
                <a:spcPts val="900"/>
              </a:spcBef>
              <a:spcAft>
                <a:spcPts val="900"/>
              </a:spcAft>
              <a:buNone/>
            </a:pPr>
            <a:r>
              <a:rPr lang="en" sz="1600" dirty="0">
                <a:solidFill>
                  <a:srgbClr val="000000"/>
                </a:solidFill>
                <a:latin typeface="Arial"/>
                <a:ea typeface="Arial"/>
                <a:cs typeface="Arial"/>
                <a:sym typeface="Arial"/>
              </a:rPr>
              <a:t>	/tækz/ 		→ 		[tæks]</a:t>
            </a:r>
            <a:endParaRPr sz="1600" dirty="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5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possible rule for Mɤɧøɴ</a:t>
            </a:r>
            <a:endParaRPr/>
          </a:p>
        </p:txBody>
      </p:sp>
      <p:sp>
        <p:nvSpPr>
          <p:cNvPr id="312" name="Google Shape;312;p51"/>
          <p:cNvSpPr txBox="1">
            <a:spLocks noGrp="1"/>
          </p:cNvSpPr>
          <p:nvPr>
            <p:ph type="body" idx="1"/>
          </p:nvPr>
        </p:nvSpPr>
        <p:spPr>
          <a:xfrm>
            <a:off x="1158023" y="3213485"/>
            <a:ext cx="7023253"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0000"/>
                </a:solidFill>
                <a:latin typeface="Arial"/>
                <a:ea typeface="Arial"/>
                <a:cs typeface="Arial"/>
                <a:sym typeface="Arial"/>
              </a:rPr>
              <a:t>/çen/		+ 	/ku/ 	→ 	[çeŋku]</a:t>
            </a:r>
            <a:endParaRPr dirty="0">
              <a:solidFill>
                <a:srgbClr val="000000"/>
              </a:solidFill>
              <a:latin typeface="Arial"/>
              <a:ea typeface="Arial"/>
              <a:cs typeface="Arial"/>
              <a:sym typeface="Arial"/>
            </a:endParaRPr>
          </a:p>
          <a:p>
            <a:pPr marL="0" lvl="0" indent="0" algn="l" rtl="0">
              <a:spcBef>
                <a:spcPts val="1600"/>
              </a:spcBef>
              <a:spcAft>
                <a:spcPts val="0"/>
              </a:spcAft>
              <a:buNone/>
            </a:pPr>
            <a:r>
              <a:rPr lang="en" dirty="0">
                <a:solidFill>
                  <a:srgbClr val="000000"/>
                </a:solidFill>
                <a:latin typeface="Arial"/>
                <a:ea typeface="Arial"/>
                <a:cs typeface="Arial"/>
                <a:sym typeface="Arial"/>
              </a:rPr>
              <a:t>/xan/		+	/min/ 	→ 	[xammin]</a:t>
            </a:r>
            <a:endParaRPr dirty="0">
              <a:solidFill>
                <a:srgbClr val="000000"/>
              </a:solidFill>
              <a:latin typeface="Arial"/>
              <a:ea typeface="Arial"/>
              <a:cs typeface="Arial"/>
              <a:sym typeface="Arial"/>
            </a:endParaRPr>
          </a:p>
          <a:p>
            <a:pPr marL="0" lvl="0" indent="0" algn="l" rtl="0">
              <a:spcBef>
                <a:spcPts val="1600"/>
              </a:spcBef>
              <a:spcAft>
                <a:spcPts val="1600"/>
              </a:spcAft>
              <a:buNone/>
            </a:pPr>
            <a:r>
              <a:rPr lang="en" dirty="0">
                <a:solidFill>
                  <a:srgbClr val="000000"/>
                </a:solidFill>
                <a:latin typeface="Arial"/>
                <a:ea typeface="Arial"/>
                <a:cs typeface="Arial"/>
                <a:sym typeface="Arial"/>
              </a:rPr>
              <a:t>/xønam/		+	/ɗin/	→ 	[xønanɗin]</a:t>
            </a:r>
            <a:endParaRPr dirty="0">
              <a:solidFill>
                <a:srgbClr val="000000"/>
              </a:solidFill>
              <a:latin typeface="Arial"/>
              <a:ea typeface="Arial"/>
              <a:cs typeface="Arial"/>
              <a:sym typeface="Arial"/>
            </a:endParaRPr>
          </a:p>
        </p:txBody>
      </p:sp>
      <p:pic>
        <p:nvPicPr>
          <p:cNvPr id="313" name="Google Shape;313;p51"/>
          <p:cNvPicPr preferRelativeResize="0"/>
          <p:nvPr/>
        </p:nvPicPr>
        <p:blipFill>
          <a:blip r:embed="rId3">
            <a:alphaModFix/>
          </a:blip>
          <a:stretch>
            <a:fillRect/>
          </a:stretch>
        </p:blipFill>
        <p:spPr>
          <a:xfrm>
            <a:off x="250050" y="1234300"/>
            <a:ext cx="8839200" cy="16254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2"/>
          <p:cNvSpPr txBox="1">
            <a:spLocks noGrp="1"/>
          </p:cNvSpPr>
          <p:nvPr>
            <p:ph type="title"/>
          </p:nvPr>
        </p:nvSpPr>
        <p:spPr>
          <a:xfrm>
            <a:off x="182288" y="10327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What’s going on here?</a:t>
            </a:r>
            <a:endParaRPr/>
          </a:p>
        </p:txBody>
      </p:sp>
      <p:sp>
        <p:nvSpPr>
          <p:cNvPr id="319" name="Google Shape;319;p52"/>
          <p:cNvSpPr txBox="1">
            <a:spLocks noGrp="1"/>
          </p:cNvSpPr>
          <p:nvPr>
            <p:ph type="body" idx="1"/>
          </p:nvPr>
        </p:nvSpPr>
        <p:spPr>
          <a:xfrm>
            <a:off x="1082707" y="3388875"/>
            <a:ext cx="6978585" cy="33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0000"/>
                </a:solidFill>
                <a:latin typeface="Arial"/>
                <a:ea typeface="Arial"/>
                <a:cs typeface="Arial"/>
                <a:sym typeface="Arial"/>
              </a:rPr>
              <a:t>/çen/		+ 	/ku/ 	→ 	[çeŋku]</a:t>
            </a:r>
            <a:endParaRPr dirty="0">
              <a:solidFill>
                <a:srgbClr val="000000"/>
              </a:solidFill>
              <a:latin typeface="Arial"/>
              <a:ea typeface="Arial"/>
              <a:cs typeface="Arial"/>
              <a:sym typeface="Arial"/>
            </a:endParaRPr>
          </a:p>
          <a:p>
            <a:pPr marL="0" lvl="0" indent="0" algn="l" rtl="0">
              <a:spcBef>
                <a:spcPts val="1600"/>
              </a:spcBef>
              <a:spcAft>
                <a:spcPts val="0"/>
              </a:spcAft>
              <a:buNone/>
            </a:pPr>
            <a:r>
              <a:rPr lang="en" dirty="0">
                <a:solidFill>
                  <a:srgbClr val="000000"/>
                </a:solidFill>
                <a:latin typeface="Arial"/>
                <a:ea typeface="Arial"/>
                <a:cs typeface="Arial"/>
                <a:sym typeface="Arial"/>
              </a:rPr>
              <a:t>/xan/		+	/min/ 	→ 	[xammin]</a:t>
            </a:r>
            <a:endParaRPr dirty="0">
              <a:solidFill>
                <a:srgbClr val="000000"/>
              </a:solidFill>
              <a:latin typeface="Arial"/>
              <a:ea typeface="Arial"/>
              <a:cs typeface="Arial"/>
              <a:sym typeface="Arial"/>
            </a:endParaRPr>
          </a:p>
          <a:p>
            <a:pPr marL="0" lvl="0" indent="0" algn="l" rtl="0">
              <a:spcBef>
                <a:spcPts val="1600"/>
              </a:spcBef>
              <a:spcAft>
                <a:spcPts val="1600"/>
              </a:spcAft>
              <a:buNone/>
            </a:pPr>
            <a:r>
              <a:rPr lang="en" dirty="0">
                <a:solidFill>
                  <a:srgbClr val="000000"/>
                </a:solidFill>
                <a:latin typeface="Arial"/>
                <a:ea typeface="Arial"/>
                <a:cs typeface="Arial"/>
                <a:sym typeface="Arial"/>
              </a:rPr>
              <a:t>/xønam/		+	/ɗin/	→ 	[xønanɗin]</a:t>
            </a:r>
            <a:endParaRPr dirty="0">
              <a:solidFill>
                <a:srgbClr val="000000"/>
              </a:solidFill>
              <a:latin typeface="Arial"/>
              <a:ea typeface="Arial"/>
              <a:cs typeface="Arial"/>
              <a:sym typeface="Arial"/>
            </a:endParaRPr>
          </a:p>
        </p:txBody>
      </p:sp>
      <p:pic>
        <p:nvPicPr>
          <p:cNvPr id="320" name="Google Shape;320;p52"/>
          <p:cNvPicPr preferRelativeResize="0"/>
          <p:nvPr/>
        </p:nvPicPr>
        <p:blipFill>
          <a:blip r:embed="rId3">
            <a:alphaModFix/>
          </a:blip>
          <a:stretch>
            <a:fillRect/>
          </a:stretch>
        </p:blipFill>
        <p:spPr>
          <a:xfrm>
            <a:off x="1255199" y="1065275"/>
            <a:ext cx="6374800" cy="2230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what should you do?</a:t>
            </a:r>
            <a:endParaRPr/>
          </a:p>
        </p:txBody>
      </p:sp>
      <p:sp>
        <p:nvSpPr>
          <p:cNvPr id="326" name="Google Shape;326;p53"/>
          <p:cNvSpPr txBox="1">
            <a:spLocks noGrp="1"/>
          </p:cNvSpPr>
          <p:nvPr>
            <p:ph type="body" idx="1"/>
          </p:nvPr>
        </p:nvSpPr>
        <p:spPr>
          <a:xfrm>
            <a:off x="311700" y="1542550"/>
            <a:ext cx="8520600" cy="302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a:t>Focus on one property (place, manner, or voicing) of a certain class of sounds (stops, fricatives, nasals, etc.)</a:t>
            </a:r>
            <a:endParaRPr/>
          </a:p>
          <a:p>
            <a:pPr marL="457200" lvl="0" indent="-342900" algn="l" rtl="0">
              <a:spcBef>
                <a:spcPts val="1000"/>
              </a:spcBef>
              <a:spcAft>
                <a:spcPts val="0"/>
              </a:spcAft>
              <a:buSzPts val="1800"/>
              <a:buAutoNum type="arabicPeriod"/>
            </a:pPr>
            <a:r>
              <a:rPr lang="en"/>
              <a:t>Assimilation tends to affect the first sound, not the second ( 1 2 → 2 2, and not *1 2 → 1 1)</a:t>
            </a:r>
            <a:endParaRPr/>
          </a:p>
          <a:p>
            <a:pPr marL="457200" lvl="0" indent="-342900" algn="l" rtl="0">
              <a:spcBef>
                <a:spcPts val="1000"/>
              </a:spcBef>
              <a:spcAft>
                <a:spcPts val="1000"/>
              </a:spcAft>
              <a:buSzPts val="1800"/>
              <a:buAutoNum type="arabicPeriod"/>
            </a:pPr>
            <a:r>
              <a:rPr lang="en"/>
              <a:t>Run ideas of possible phonotactic rules by me to gauge how plausible they are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300A-527A-F13E-8E26-C9B3DA1F36E1}"/>
              </a:ext>
            </a:extLst>
          </p:cNvPr>
          <p:cNvSpPr>
            <a:spLocks noGrp="1"/>
          </p:cNvSpPr>
          <p:nvPr>
            <p:ph type="title"/>
          </p:nvPr>
        </p:nvSpPr>
        <p:spPr/>
        <p:txBody>
          <a:bodyPr/>
          <a:lstStyle/>
          <a:p>
            <a:r>
              <a:rPr lang="en-US" dirty="0"/>
              <a:t>For Next Time</a:t>
            </a:r>
          </a:p>
        </p:txBody>
      </p:sp>
      <p:sp>
        <p:nvSpPr>
          <p:cNvPr id="3" name="Text Placeholder 2">
            <a:extLst>
              <a:ext uri="{FF2B5EF4-FFF2-40B4-BE49-F238E27FC236}">
                <a16:creationId xmlns:a16="http://schemas.microsoft.com/office/drawing/2014/main" id="{F634BABD-80F8-941C-A23F-59D296BA377C}"/>
              </a:ext>
            </a:extLst>
          </p:cNvPr>
          <p:cNvSpPr>
            <a:spLocks noGrp="1"/>
          </p:cNvSpPr>
          <p:nvPr>
            <p:ph type="body" idx="1"/>
          </p:nvPr>
        </p:nvSpPr>
        <p:spPr>
          <a:xfrm>
            <a:off x="311700" y="1470659"/>
            <a:ext cx="8520600" cy="3098365"/>
          </a:xfrm>
        </p:spPr>
        <p:txBody>
          <a:bodyPr/>
          <a:lstStyle/>
          <a:p>
            <a:r>
              <a:rPr lang="en-US" sz="2400" dirty="0"/>
              <a:t>With your phonotactics identified, see what types of sequences occur</a:t>
            </a:r>
          </a:p>
          <a:p>
            <a:r>
              <a:rPr lang="en-US" sz="2400" dirty="0"/>
              <a:t>What sort of interesting combinations occur </a:t>
            </a:r>
            <a:r>
              <a:rPr lang="en-US" sz="2400" i="1" dirty="0"/>
              <a:t>across </a:t>
            </a:r>
            <a:r>
              <a:rPr lang="en-US" sz="2400" dirty="0"/>
              <a:t>syllable boundaries?</a:t>
            </a:r>
          </a:p>
          <a:p>
            <a:r>
              <a:rPr lang="en-US" sz="2400" dirty="0"/>
              <a:t>Try to pronounce these combinations – do you find your mouth doing anything interesting in these cases?</a:t>
            </a:r>
          </a:p>
        </p:txBody>
      </p:sp>
    </p:spTree>
    <p:extLst>
      <p:ext uri="{BB962C8B-B14F-4D97-AF65-F5344CB8AC3E}">
        <p14:creationId xmlns:p14="http://schemas.microsoft.com/office/powerpoint/2010/main" val="4274919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C3538-1465-C76E-38E1-A1E955063693}"/>
              </a:ext>
            </a:extLst>
          </p:cNvPr>
          <p:cNvSpPr>
            <a:spLocks noGrp="1"/>
          </p:cNvSpPr>
          <p:nvPr>
            <p:ph type="title"/>
          </p:nvPr>
        </p:nvSpPr>
        <p:spPr/>
        <p:txBody>
          <a:bodyPr/>
          <a:lstStyle/>
          <a:p>
            <a:r>
              <a:rPr lang="en-US" dirty="0" err="1"/>
              <a:t>Px̩siˈnunʁ</a:t>
            </a:r>
            <a:r>
              <a:rPr lang="en-US" dirty="0"/>
              <a:t> "</a:t>
            </a:r>
            <a:r>
              <a:rPr lang="en-US" dirty="0" err="1"/>
              <a:t>Dorgon</a:t>
            </a:r>
            <a:r>
              <a:rPr lang="en-US" dirty="0"/>
              <a:t> language" (literally "cycle")</a:t>
            </a:r>
          </a:p>
        </p:txBody>
      </p:sp>
      <p:sp>
        <p:nvSpPr>
          <p:cNvPr id="3" name="Text Placeholder 2">
            <a:extLst>
              <a:ext uri="{FF2B5EF4-FFF2-40B4-BE49-F238E27FC236}">
                <a16:creationId xmlns:a16="http://schemas.microsoft.com/office/drawing/2014/main" id="{BB66FEEF-2DC6-1C6F-9459-B0277AD8BE41}"/>
              </a:ext>
            </a:extLst>
          </p:cNvPr>
          <p:cNvSpPr>
            <a:spLocks noGrp="1"/>
          </p:cNvSpPr>
          <p:nvPr>
            <p:ph type="body" idx="1"/>
          </p:nvPr>
        </p:nvSpPr>
        <p:spPr/>
        <p:txBody>
          <a:bodyPr/>
          <a:lstStyle/>
          <a:p>
            <a:r>
              <a:rPr lang="en-US" dirty="0" err="1"/>
              <a:t>Pthmi</a:t>
            </a:r>
            <a:endParaRPr lang="en-US" dirty="0"/>
          </a:p>
          <a:p>
            <a:pPr>
              <a:lnSpc>
                <a:spcPct val="114999"/>
              </a:lnSpc>
            </a:pPr>
            <a:r>
              <a:rPr lang="en-US" dirty="0" err="1"/>
              <a:t>Pçti</a:t>
            </a:r>
            <a:endParaRPr lang="en-US" dirty="0"/>
          </a:p>
          <a:p>
            <a:pPr>
              <a:lnSpc>
                <a:spcPct val="114999"/>
              </a:lnSpc>
            </a:pPr>
            <a:r>
              <a:rPr lang="en-US" dirty="0" err="1"/>
              <a:t>Pski</a:t>
            </a:r>
            <a:endParaRPr lang="en-US" dirty="0"/>
          </a:p>
          <a:p>
            <a:pPr>
              <a:lnSpc>
                <a:spcPct val="114999"/>
              </a:lnSpc>
            </a:pPr>
            <a:endParaRPr lang="en-US" dirty="0"/>
          </a:p>
          <a:p>
            <a:pPr>
              <a:lnSpc>
                <a:spcPct val="114999"/>
              </a:lnSpc>
            </a:pPr>
            <a:endParaRPr lang="en-US" dirty="0"/>
          </a:p>
          <a:p>
            <a:pPr marL="114300" indent="0">
              <a:lnSpc>
                <a:spcPct val="114999"/>
              </a:lnSpc>
              <a:buNone/>
            </a:pPr>
            <a:r>
              <a:rPr lang="en-US" dirty="0"/>
              <a:t>VC/VNC/CVC/CVNC/PPVC/PPVNC/VCV/VNCV/CVCV/CVNCV/PPVCV/PPVNCV</a:t>
            </a:r>
          </a:p>
        </p:txBody>
      </p:sp>
    </p:spTree>
    <p:extLst>
      <p:ext uri="{BB962C8B-B14F-4D97-AF65-F5344CB8AC3E}">
        <p14:creationId xmlns:p14="http://schemas.microsoft.com/office/powerpoint/2010/main" val="338407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70BB-B24C-7127-9F80-9BAD1307BD9D}"/>
              </a:ext>
            </a:extLst>
          </p:cNvPr>
          <p:cNvSpPr>
            <a:spLocks noGrp="1"/>
          </p:cNvSpPr>
          <p:nvPr>
            <p:ph type="title"/>
          </p:nvPr>
        </p:nvSpPr>
        <p:spPr/>
        <p:txBody>
          <a:bodyPr/>
          <a:lstStyle/>
          <a:p>
            <a:r>
              <a:rPr lang="en-US" dirty="0" err="1"/>
              <a:t>Dorgon</a:t>
            </a:r>
            <a:r>
              <a:rPr lang="en-US" dirty="0"/>
              <a:t> Syllable Structure</a:t>
            </a:r>
          </a:p>
        </p:txBody>
      </p:sp>
      <p:sp>
        <p:nvSpPr>
          <p:cNvPr id="3" name="Text Placeholder 2">
            <a:extLst>
              <a:ext uri="{FF2B5EF4-FFF2-40B4-BE49-F238E27FC236}">
                <a16:creationId xmlns:a16="http://schemas.microsoft.com/office/drawing/2014/main" id="{DF230A0B-8253-9DE4-C63B-442779EA0A3A}"/>
              </a:ext>
            </a:extLst>
          </p:cNvPr>
          <p:cNvSpPr>
            <a:spLocks noGrp="1"/>
          </p:cNvSpPr>
          <p:nvPr>
            <p:ph type="body" idx="1"/>
          </p:nvPr>
        </p:nvSpPr>
        <p:spPr/>
        <p:txBody>
          <a:bodyPr/>
          <a:lstStyle/>
          <a:p>
            <a:pPr marL="114300" indent="0">
              <a:buNone/>
            </a:pPr>
            <a:endParaRPr lang="en-US" sz="2000" dirty="0">
              <a:solidFill>
                <a:srgbClr val="000000"/>
              </a:solidFill>
              <a:latin typeface="Noto Sans"/>
              <a:ea typeface="Noto Sans"/>
              <a:cs typeface="Noto Sans"/>
            </a:endParaRPr>
          </a:p>
          <a:p>
            <a:pPr marL="114300" indent="0">
              <a:lnSpc>
                <a:spcPct val="114999"/>
              </a:lnSpc>
              <a:buNone/>
            </a:pPr>
            <a:r>
              <a:rPr lang="en-US" sz="2000" dirty="0">
                <a:solidFill>
                  <a:srgbClr val="000000"/>
                </a:solidFill>
                <a:latin typeface="Noto Sans"/>
                <a:ea typeface="Noto Sans"/>
                <a:cs typeface="Noto Sans"/>
              </a:rPr>
              <a:t>(P)CV(N)C</a:t>
            </a:r>
          </a:p>
          <a:p>
            <a:pPr marL="114300" indent="0">
              <a:lnSpc>
                <a:spcPct val="114999"/>
              </a:lnSpc>
              <a:buNone/>
            </a:pPr>
            <a:r>
              <a:rPr lang="en-US" sz="2000" dirty="0">
                <a:solidFill>
                  <a:srgbClr val="000000"/>
                </a:solidFill>
                <a:latin typeface="Noto Sans"/>
                <a:ea typeface="Noto Sans"/>
                <a:cs typeface="Noto Sans"/>
              </a:rPr>
              <a:t>-fricatives, nasals, liquids, can be nuclei</a:t>
            </a:r>
          </a:p>
          <a:p>
            <a:pPr marL="114300" indent="0">
              <a:lnSpc>
                <a:spcPct val="114999"/>
              </a:lnSpc>
              <a:buNone/>
            </a:pPr>
            <a:endParaRPr lang="en-US" sz="1200" dirty="0">
              <a:solidFill>
                <a:srgbClr val="000000"/>
              </a:solidFill>
              <a:latin typeface="Noto Sans"/>
              <a:ea typeface="Noto Sans"/>
              <a:cs typeface="Noto Sans"/>
            </a:endParaRPr>
          </a:p>
          <a:p>
            <a:pPr>
              <a:lnSpc>
                <a:spcPct val="114999"/>
              </a:lnSpc>
            </a:pPr>
            <a:endParaRPr lang="en-US" sz="1200" dirty="0">
              <a:solidFill>
                <a:srgbClr val="000000"/>
              </a:solidFill>
              <a:latin typeface="Noto Sans"/>
              <a:ea typeface="Noto Sans"/>
              <a:cs typeface="Noto Sans"/>
            </a:endParaRPr>
          </a:p>
          <a:p>
            <a:pPr marL="114300" indent="0">
              <a:lnSpc>
                <a:spcPct val="114999"/>
              </a:lnSpc>
              <a:buNone/>
            </a:pPr>
            <a:r>
              <a:rPr lang="en-US" sz="1200" err="1">
                <a:solidFill>
                  <a:srgbClr val="000000"/>
                </a:solidFill>
                <a:highlight>
                  <a:srgbClr val="FFFF00"/>
                </a:highlight>
                <a:latin typeface="Noto Sans"/>
                <a:ea typeface="Noto Sans"/>
                <a:cs typeface="Noto Sans"/>
              </a:rPr>
              <a:t>kket</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emŋ</a:t>
            </a:r>
            <a:r>
              <a:rPr lang="en-US" sz="1200" dirty="0">
                <a:solidFill>
                  <a:srgbClr val="000000"/>
                </a:solidFill>
                <a:latin typeface="Noto Sans"/>
                <a:ea typeface="Noto Sans"/>
                <a:cs typeface="Noto Sans"/>
              </a:rPr>
              <a:t> l </a:t>
            </a:r>
            <a:r>
              <a:rPr lang="en-US" sz="1200" err="1">
                <a:solidFill>
                  <a:srgbClr val="000000"/>
                </a:solidFill>
                <a:highlight>
                  <a:srgbClr val="FFFF00"/>
                </a:highlight>
                <a:latin typeface="Noto Sans"/>
                <a:ea typeface="Noto Sans"/>
                <a:cs typeface="Noto Sans"/>
              </a:rPr>
              <a:t>ɳŋ</a:t>
            </a:r>
            <a:r>
              <a:rPr lang="en-US" sz="1200" dirty="0">
                <a:solidFill>
                  <a:srgbClr val="000000"/>
                </a:solidFill>
                <a:highlight>
                  <a:srgbClr val="FFFF00"/>
                </a:highlight>
                <a:latin typeface="Noto Sans"/>
                <a:ea typeface="Noto Sans"/>
                <a:cs typeface="Noto Sans"/>
              </a:rPr>
              <a:t> </a:t>
            </a:r>
            <a:r>
              <a:rPr lang="en-US" sz="1200" err="1">
                <a:solidFill>
                  <a:srgbClr val="000000"/>
                </a:solidFill>
                <a:highlight>
                  <a:srgbClr val="FFFF00"/>
                </a:highlight>
                <a:latin typeface="Noto Sans"/>
                <a:ea typeface="Noto Sans"/>
                <a:cs typeface="Noto Sans"/>
              </a:rPr>
              <a:t>nŋ</a:t>
            </a:r>
            <a:r>
              <a:rPr lang="en-US" sz="1200" dirty="0">
                <a:solidFill>
                  <a:srgbClr val="000000"/>
                </a:solidFill>
                <a:highlight>
                  <a:srgbClr val="FFFF00"/>
                </a:highlight>
                <a:latin typeface="Noto Sans"/>
                <a:ea typeface="Noto Sans"/>
                <a:cs typeface="Noto Sans"/>
              </a:rPr>
              <a:t> </a:t>
            </a:r>
            <a:r>
              <a:rPr lang="en-US" sz="1200" err="1">
                <a:solidFill>
                  <a:srgbClr val="000000"/>
                </a:solidFill>
                <a:highlight>
                  <a:srgbClr val="FFFF00"/>
                </a:highlight>
                <a:latin typeface="Noto Sans"/>
                <a:ea typeface="Noto Sans"/>
                <a:cs typeface="Noto Sans"/>
              </a:rPr>
              <a:t>ɳɳ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tsndx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gnx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ɳmpfa</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dkçmθr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ɟpemɳθ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ic</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btmki</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aɳtsŋ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xnmcl</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lnr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pŋ</a:t>
            </a:r>
            <a:r>
              <a:rPr lang="en-US" sz="1200" dirty="0">
                <a:solidFill>
                  <a:srgbClr val="000000"/>
                </a:solidFill>
                <a:latin typeface="Noto Sans"/>
                <a:ea typeface="Noto Sans"/>
                <a:cs typeface="Noto Sans"/>
              </a:rPr>
              <a:t> ŋ g </a:t>
            </a:r>
            <a:r>
              <a:rPr lang="en-US" sz="1200" err="1">
                <a:solidFill>
                  <a:srgbClr val="000000"/>
                </a:solidFill>
                <a:latin typeface="Noto Sans"/>
                <a:ea typeface="Noto Sans"/>
                <a:cs typeface="Noto Sans"/>
              </a:rPr>
              <a:t>ɟcmsl</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dbŋ</a:t>
            </a:r>
            <a:r>
              <a:rPr lang="en-US" sz="1200" dirty="0">
                <a:solidFill>
                  <a:srgbClr val="000000"/>
                </a:solidFill>
                <a:latin typeface="Noto Sans"/>
                <a:ea typeface="Noto Sans"/>
                <a:cs typeface="Noto Sans"/>
              </a:rPr>
              <a:t> ŋ </a:t>
            </a:r>
            <a:r>
              <a:rPr lang="en-US" sz="1200" err="1">
                <a:solidFill>
                  <a:srgbClr val="000000"/>
                </a:solidFill>
                <a:latin typeface="Noto Sans"/>
                <a:ea typeface="Noto Sans"/>
                <a:cs typeface="Noto Sans"/>
              </a:rPr>
              <a:t>dcŋ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θŋ</a:t>
            </a:r>
            <a:r>
              <a:rPr lang="en-US" sz="1200" dirty="0">
                <a:solidFill>
                  <a:srgbClr val="000000"/>
                </a:solidFill>
                <a:latin typeface="Noto Sans"/>
                <a:ea typeface="Noto Sans"/>
                <a:cs typeface="Noto Sans"/>
              </a:rPr>
              <a:t> ç </a:t>
            </a:r>
            <a:r>
              <a:rPr lang="en-US" sz="1200" err="1">
                <a:solidFill>
                  <a:srgbClr val="000000"/>
                </a:solidFill>
                <a:latin typeface="Noto Sans"/>
                <a:ea typeface="Noto Sans"/>
                <a:cs typeface="Noto Sans"/>
              </a:rPr>
              <a:t>tpsb</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nkn</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uɳku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θsçr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luç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nmc</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dɟsŋ</a:t>
            </a:r>
            <a:r>
              <a:rPr lang="en-US" sz="1200" dirty="0">
                <a:solidFill>
                  <a:srgbClr val="000000"/>
                </a:solidFill>
                <a:latin typeface="Noto Sans"/>
                <a:ea typeface="Noto Sans"/>
                <a:cs typeface="Noto Sans"/>
              </a:rPr>
              <a:t> d </a:t>
            </a:r>
            <a:r>
              <a:rPr lang="en-US" sz="1200" err="1">
                <a:solidFill>
                  <a:srgbClr val="000000"/>
                </a:solidFill>
                <a:latin typeface="Noto Sans"/>
                <a:ea typeface="Noto Sans"/>
                <a:cs typeface="Noto Sans"/>
              </a:rPr>
              <a:t>cɟsɳpf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ɟerɳ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pθŋ</a:t>
            </a:r>
            <a:r>
              <a:rPr lang="en-US" sz="1200" dirty="0">
                <a:solidFill>
                  <a:srgbClr val="000000"/>
                </a:solidFill>
                <a:latin typeface="Noto Sans"/>
                <a:ea typeface="Noto Sans"/>
                <a:cs typeface="Noto Sans"/>
              </a:rPr>
              <a:t> dm </a:t>
            </a:r>
            <a:r>
              <a:rPr lang="en-US" sz="1200" err="1">
                <a:solidFill>
                  <a:srgbClr val="000000"/>
                </a:solidFill>
                <a:latin typeface="Noto Sans"/>
                <a:ea typeface="Noto Sans"/>
                <a:cs typeface="Noto Sans"/>
              </a:rPr>
              <a:t>dpθmɳ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çst</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dgrpr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dmgi</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bkab</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ogr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btito</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tsrp</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eɳlm</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bdsŋ</a:t>
            </a:r>
            <a:r>
              <a:rPr lang="en-US" sz="1200" dirty="0">
                <a:solidFill>
                  <a:srgbClr val="000000"/>
                </a:solidFill>
                <a:latin typeface="Noto Sans"/>
                <a:ea typeface="Noto Sans"/>
                <a:cs typeface="Noto Sans"/>
              </a:rPr>
              <a:t> ŋ </a:t>
            </a:r>
            <a:r>
              <a:rPr lang="en-US" sz="1200" err="1">
                <a:solidFill>
                  <a:srgbClr val="000000"/>
                </a:solidFill>
                <a:latin typeface="Noto Sans"/>
                <a:ea typeface="Noto Sans"/>
                <a:cs typeface="Noto Sans"/>
              </a:rPr>
              <a:t>aŋ</a:t>
            </a:r>
            <a:r>
              <a:rPr lang="en-US" sz="1200" dirty="0">
                <a:solidFill>
                  <a:srgbClr val="000000"/>
                </a:solidFill>
                <a:latin typeface="Noto Sans"/>
                <a:ea typeface="Noto Sans"/>
                <a:cs typeface="Noto Sans"/>
              </a:rPr>
              <a:t> n </a:t>
            </a:r>
            <a:r>
              <a:rPr lang="en-US" sz="1200" err="1">
                <a:solidFill>
                  <a:srgbClr val="000000"/>
                </a:solidFill>
                <a:latin typeface="Noto Sans"/>
                <a:ea typeface="Noto Sans"/>
                <a:cs typeface="Noto Sans"/>
              </a:rPr>
              <a:t>nki</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rkθ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pdxŋ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mç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lxŋ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aɟu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toθɳ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θox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umni</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lɳxm</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nxxs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gɟeɟ</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mnpn</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epf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nrl</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gpçŋ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gŋ</a:t>
            </a:r>
            <a:r>
              <a:rPr lang="en-US" sz="1200" dirty="0">
                <a:solidFill>
                  <a:srgbClr val="000000"/>
                </a:solidFill>
                <a:latin typeface="Noto Sans"/>
                <a:ea typeface="Noto Sans"/>
                <a:cs typeface="Noto Sans"/>
              </a:rPr>
              <a:t> us </a:t>
            </a:r>
            <a:r>
              <a:rPr lang="en-US" sz="1200" err="1">
                <a:solidFill>
                  <a:srgbClr val="000000"/>
                </a:solidFill>
                <a:latin typeface="Noto Sans"/>
                <a:ea typeface="Noto Sans"/>
                <a:cs typeface="Noto Sans"/>
              </a:rPr>
              <a:t>cdɳpf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rmu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nssu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kkado</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ɳlɳɟ</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tpxnɳθ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ete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bnŋ</a:t>
            </a:r>
            <a:r>
              <a:rPr lang="en-US" sz="1200" dirty="0">
                <a:solidFill>
                  <a:srgbClr val="000000"/>
                </a:solidFill>
                <a:latin typeface="Noto Sans"/>
                <a:ea typeface="Noto Sans"/>
                <a:cs typeface="Noto Sans"/>
              </a:rPr>
              <a:t> ɳ </a:t>
            </a:r>
            <a:r>
              <a:rPr lang="en-US" sz="1200" err="1">
                <a:solidFill>
                  <a:srgbClr val="000000"/>
                </a:solidFill>
                <a:latin typeface="Noto Sans"/>
                <a:ea typeface="Noto Sans"/>
                <a:cs typeface="Noto Sans"/>
              </a:rPr>
              <a:t>klŋ</a:t>
            </a:r>
            <a:r>
              <a:rPr lang="en-US" sz="1200" dirty="0">
                <a:solidFill>
                  <a:srgbClr val="000000"/>
                </a:solidFill>
                <a:latin typeface="Noto Sans"/>
                <a:ea typeface="Noto Sans"/>
                <a:cs typeface="Noto Sans"/>
              </a:rPr>
              <a:t> d </a:t>
            </a:r>
            <a:r>
              <a:rPr lang="en-US" sz="1200" err="1">
                <a:solidFill>
                  <a:srgbClr val="000000"/>
                </a:solidFill>
                <a:latin typeface="Noto Sans"/>
                <a:ea typeface="Noto Sans"/>
                <a:cs typeface="Noto Sans"/>
              </a:rPr>
              <a:t>ggxɳte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tgθmpf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ggend</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nmɟs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dθs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ig</a:t>
            </a:r>
            <a:r>
              <a:rPr lang="en-US" sz="1200" dirty="0">
                <a:solidFill>
                  <a:srgbClr val="000000"/>
                </a:solidFill>
                <a:latin typeface="Noto Sans"/>
                <a:ea typeface="Noto Sans"/>
                <a:cs typeface="Noto Sans"/>
              </a:rPr>
              <a:t> ss ŋ mc </a:t>
            </a:r>
            <a:r>
              <a:rPr lang="en-US" sz="1200" err="1">
                <a:solidFill>
                  <a:srgbClr val="000000"/>
                </a:solidFill>
                <a:latin typeface="Noto Sans"/>
                <a:ea typeface="Noto Sans"/>
                <a:cs typeface="Noto Sans"/>
              </a:rPr>
              <a:t>iɳs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tnmsɳ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pkugθ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ɳmɳ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ɟθnxe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imɳ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kdθθθ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rɳk</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tgɳgn</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kblb</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θɳx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coŋ</a:t>
            </a:r>
            <a:r>
              <a:rPr lang="en-US" sz="1200" dirty="0">
                <a:solidFill>
                  <a:srgbClr val="000000"/>
                </a:solidFill>
                <a:latin typeface="Noto Sans"/>
                <a:ea typeface="Noto Sans"/>
                <a:cs typeface="Noto Sans"/>
              </a:rPr>
              <a:t> θ </a:t>
            </a:r>
            <a:r>
              <a:rPr lang="en-US" sz="1200" err="1">
                <a:solidFill>
                  <a:srgbClr val="000000"/>
                </a:solidFill>
                <a:latin typeface="Noto Sans"/>
                <a:ea typeface="Noto Sans"/>
                <a:cs typeface="Noto Sans"/>
              </a:rPr>
              <a:t>pɟxxo</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lɳpf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pgsnpfθ</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pkimçe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nnçe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çngr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snŋ</a:t>
            </a:r>
            <a:r>
              <a:rPr lang="en-US" sz="1200" dirty="0">
                <a:solidFill>
                  <a:srgbClr val="000000"/>
                </a:solidFill>
                <a:latin typeface="Noto Sans"/>
                <a:ea typeface="Noto Sans"/>
                <a:cs typeface="Noto Sans"/>
              </a:rPr>
              <a:t> ŋ </a:t>
            </a:r>
            <a:r>
              <a:rPr lang="en-US" sz="1200" err="1">
                <a:solidFill>
                  <a:srgbClr val="000000"/>
                </a:solidFill>
                <a:latin typeface="Noto Sans"/>
                <a:ea typeface="Noto Sans"/>
                <a:cs typeface="Noto Sans"/>
              </a:rPr>
              <a:t>ppŋ</a:t>
            </a:r>
            <a:r>
              <a:rPr lang="en-US" sz="1200" dirty="0">
                <a:solidFill>
                  <a:srgbClr val="000000"/>
                </a:solidFill>
                <a:latin typeface="Noto Sans"/>
                <a:ea typeface="Noto Sans"/>
                <a:cs typeface="Noto Sans"/>
              </a:rPr>
              <a:t> p </a:t>
            </a:r>
            <a:r>
              <a:rPr lang="en-US" sz="1200" err="1">
                <a:solidFill>
                  <a:srgbClr val="000000"/>
                </a:solidFill>
                <a:latin typeface="Noto Sans"/>
                <a:ea typeface="Noto Sans"/>
                <a:cs typeface="Noto Sans"/>
              </a:rPr>
              <a:t>kdxŋ</a:t>
            </a:r>
            <a:r>
              <a:rPr lang="en-US" sz="1200" dirty="0">
                <a:solidFill>
                  <a:srgbClr val="000000"/>
                </a:solidFill>
                <a:latin typeface="Noto Sans"/>
                <a:ea typeface="Noto Sans"/>
                <a:cs typeface="Noto Sans"/>
              </a:rPr>
              <a:t> um </a:t>
            </a:r>
            <a:r>
              <a:rPr lang="en-US" sz="1200" err="1">
                <a:solidFill>
                  <a:srgbClr val="000000"/>
                </a:solidFill>
                <a:latin typeface="Noto Sans"/>
                <a:ea typeface="Noto Sans"/>
                <a:cs typeface="Noto Sans"/>
              </a:rPr>
              <a:t>çb</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gbŋ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tsɳ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ɟkenç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ckxp</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ɟgir</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dclmɳu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nxgl</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tbinnɳ</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θntsx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θɳmm</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seŋ</a:t>
            </a:r>
            <a:r>
              <a:rPr lang="en-US" sz="1200" dirty="0">
                <a:solidFill>
                  <a:srgbClr val="000000"/>
                </a:solidFill>
                <a:latin typeface="Noto Sans"/>
                <a:ea typeface="Noto Sans"/>
                <a:cs typeface="Noto Sans"/>
              </a:rPr>
              <a:t> t </a:t>
            </a:r>
            <a:r>
              <a:rPr lang="en-US" sz="1200" err="1">
                <a:solidFill>
                  <a:srgbClr val="000000"/>
                </a:solidFill>
                <a:latin typeface="Noto Sans"/>
                <a:ea typeface="Noto Sans"/>
                <a:cs typeface="Noto Sans"/>
              </a:rPr>
              <a:t>pxnŋ</a:t>
            </a:r>
            <a:r>
              <a:rPr lang="en-US" sz="1200" dirty="0">
                <a:solidFill>
                  <a:srgbClr val="000000"/>
                </a:solidFill>
                <a:latin typeface="Noto Sans"/>
                <a:ea typeface="Noto Sans"/>
                <a:cs typeface="Noto Sans"/>
              </a:rPr>
              <a:t> s </a:t>
            </a:r>
            <a:r>
              <a:rPr lang="en-US" sz="1200" err="1">
                <a:solidFill>
                  <a:srgbClr val="000000"/>
                </a:solidFill>
                <a:latin typeface="Noto Sans"/>
                <a:ea typeface="Noto Sans"/>
                <a:cs typeface="Noto Sans"/>
              </a:rPr>
              <a:t>xaɳn</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rxŋ</a:t>
            </a:r>
            <a:r>
              <a:rPr lang="en-US" sz="1200" dirty="0">
                <a:solidFill>
                  <a:srgbClr val="000000"/>
                </a:solidFill>
                <a:latin typeface="Noto Sans"/>
                <a:ea typeface="Noto Sans"/>
                <a:cs typeface="Noto Sans"/>
              </a:rPr>
              <a:t> l </a:t>
            </a:r>
            <a:r>
              <a:rPr lang="en-US" sz="1200" err="1">
                <a:solidFill>
                  <a:srgbClr val="000000"/>
                </a:solidFill>
                <a:latin typeface="Noto Sans"/>
                <a:ea typeface="Noto Sans"/>
                <a:cs typeface="Noto Sans"/>
              </a:rPr>
              <a:t>pkθθç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ktmŋ</a:t>
            </a:r>
            <a:r>
              <a:rPr lang="en-US" sz="1200" dirty="0">
                <a:solidFill>
                  <a:srgbClr val="000000"/>
                </a:solidFill>
                <a:latin typeface="Noto Sans"/>
                <a:ea typeface="Noto Sans"/>
                <a:cs typeface="Noto Sans"/>
              </a:rPr>
              <a:t> ŋ </a:t>
            </a:r>
            <a:r>
              <a:rPr lang="en-US" sz="1200" err="1">
                <a:solidFill>
                  <a:srgbClr val="000000"/>
                </a:solidFill>
                <a:latin typeface="Noto Sans"/>
                <a:ea typeface="Noto Sans"/>
                <a:cs typeface="Noto Sans"/>
              </a:rPr>
              <a:t>iro</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ɟpɳn</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eg</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cupfx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kbmŋ</a:t>
            </a:r>
            <a:r>
              <a:rPr lang="en-US" sz="1200" dirty="0">
                <a:solidFill>
                  <a:srgbClr val="000000"/>
                </a:solidFill>
                <a:latin typeface="Noto Sans"/>
                <a:ea typeface="Noto Sans"/>
                <a:cs typeface="Noto Sans"/>
              </a:rPr>
              <a:t> go </a:t>
            </a:r>
            <a:r>
              <a:rPr lang="en-US" sz="1200" err="1">
                <a:solidFill>
                  <a:srgbClr val="000000"/>
                </a:solidFill>
                <a:latin typeface="Noto Sans"/>
                <a:ea typeface="Noto Sans"/>
                <a:cs typeface="Noto Sans"/>
              </a:rPr>
              <a:t>çŋ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gknɳb</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tkmmɟ</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rŋ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ɳçx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sse</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ggɳnbi</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θs</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dgoɳpf</a:t>
            </a:r>
            <a:r>
              <a:rPr lang="en-US" sz="1200" dirty="0">
                <a:solidFill>
                  <a:srgbClr val="000000"/>
                </a:solidFill>
                <a:latin typeface="Noto Sans"/>
                <a:ea typeface="Noto Sans"/>
                <a:cs typeface="Noto Sans"/>
              </a:rPr>
              <a:t> il </a:t>
            </a:r>
            <a:r>
              <a:rPr lang="en-US" sz="1200" err="1">
                <a:solidFill>
                  <a:srgbClr val="000000"/>
                </a:solidFill>
                <a:latin typeface="Noto Sans"/>
                <a:ea typeface="Noto Sans"/>
                <a:cs typeface="Noto Sans"/>
              </a:rPr>
              <a:t>ggumcθ</a:t>
            </a:r>
            <a:r>
              <a:rPr lang="en-US" sz="1200" dirty="0">
                <a:solidFill>
                  <a:srgbClr val="000000"/>
                </a:solidFill>
                <a:latin typeface="Noto Sans"/>
                <a:ea typeface="Noto Sans"/>
                <a:cs typeface="Noto Sans"/>
              </a:rPr>
              <a:t> ŋ m its </a:t>
            </a:r>
            <a:r>
              <a:rPr lang="en-US" sz="1200" err="1">
                <a:solidFill>
                  <a:srgbClr val="000000"/>
                </a:solidFill>
                <a:latin typeface="Noto Sans"/>
                <a:ea typeface="Noto Sans"/>
                <a:cs typeface="Noto Sans"/>
              </a:rPr>
              <a:t>bip</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lŋ</a:t>
            </a:r>
            <a:r>
              <a:rPr lang="en-US" sz="1200" dirty="0">
                <a:solidFill>
                  <a:srgbClr val="000000"/>
                </a:solidFill>
                <a:latin typeface="Noto Sans"/>
                <a:ea typeface="Noto Sans"/>
                <a:cs typeface="Noto Sans"/>
              </a:rPr>
              <a:t> du ŋ </a:t>
            </a:r>
            <a:r>
              <a:rPr lang="en-US" sz="1200" err="1">
                <a:solidFill>
                  <a:srgbClr val="000000"/>
                </a:solidFill>
                <a:latin typeface="Noto Sans"/>
                <a:ea typeface="Noto Sans"/>
                <a:cs typeface="Noto Sans"/>
              </a:rPr>
              <a:t>ɳx</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gdlŋ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θer</a:t>
            </a:r>
            <a:r>
              <a:rPr lang="en-US" sz="1200" dirty="0">
                <a:solidFill>
                  <a:srgbClr val="000000"/>
                </a:solidFill>
                <a:latin typeface="Noto Sans"/>
                <a:ea typeface="Noto Sans"/>
                <a:cs typeface="Noto Sans"/>
              </a:rPr>
              <a:t> et </a:t>
            </a:r>
            <a:r>
              <a:rPr lang="en-US" sz="1200" err="1">
                <a:solidFill>
                  <a:srgbClr val="000000"/>
                </a:solidFill>
                <a:latin typeface="Noto Sans"/>
                <a:ea typeface="Noto Sans"/>
                <a:cs typeface="Noto Sans"/>
              </a:rPr>
              <a:t>pdçnpu</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apf</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çŋ</a:t>
            </a:r>
            <a:r>
              <a:rPr lang="en-US" sz="1200" dirty="0">
                <a:solidFill>
                  <a:srgbClr val="000000"/>
                </a:solidFill>
                <a:latin typeface="Noto Sans"/>
                <a:ea typeface="Noto Sans"/>
                <a:cs typeface="Noto Sans"/>
              </a:rPr>
              <a:t> ŋ ng </a:t>
            </a:r>
            <a:r>
              <a:rPr lang="en-US" sz="1200" err="1">
                <a:solidFill>
                  <a:srgbClr val="000000"/>
                </a:solidFill>
                <a:latin typeface="Noto Sans"/>
                <a:ea typeface="Noto Sans"/>
                <a:cs typeface="Noto Sans"/>
              </a:rPr>
              <a:t>cgrŋ</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lç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opfç</a:t>
            </a:r>
            <a:r>
              <a:rPr lang="en-US" sz="1200" dirty="0">
                <a:solidFill>
                  <a:srgbClr val="000000"/>
                </a:solidFill>
                <a:latin typeface="Noto Sans"/>
                <a:ea typeface="Noto Sans"/>
                <a:cs typeface="Noto Sans"/>
              </a:rPr>
              <a:t> sump ŋ </a:t>
            </a:r>
            <a:r>
              <a:rPr lang="en-US" sz="1200" err="1">
                <a:solidFill>
                  <a:srgbClr val="000000"/>
                </a:solidFill>
                <a:latin typeface="Noto Sans"/>
                <a:ea typeface="Noto Sans"/>
                <a:cs typeface="Noto Sans"/>
              </a:rPr>
              <a:t>nç</a:t>
            </a:r>
            <a:r>
              <a:rPr lang="en-US" sz="1200" dirty="0">
                <a:solidFill>
                  <a:srgbClr val="000000"/>
                </a:solidFill>
                <a:latin typeface="Noto Sans"/>
                <a:ea typeface="Noto Sans"/>
                <a:cs typeface="Noto Sans"/>
              </a:rPr>
              <a:t> </a:t>
            </a:r>
            <a:r>
              <a:rPr lang="en-US" sz="1200" err="1">
                <a:solidFill>
                  <a:srgbClr val="000000"/>
                </a:solidFill>
                <a:latin typeface="Noto Sans"/>
                <a:ea typeface="Noto Sans"/>
                <a:cs typeface="Noto Sans"/>
              </a:rPr>
              <a:t>niŋ</a:t>
            </a:r>
            <a:r>
              <a:rPr lang="en-US" sz="1200" dirty="0">
                <a:solidFill>
                  <a:srgbClr val="000000"/>
                </a:solidFill>
                <a:latin typeface="Noto Sans"/>
                <a:ea typeface="Noto Sans"/>
                <a:cs typeface="Noto Sans"/>
              </a:rPr>
              <a:t> ŋ </a:t>
            </a:r>
          </a:p>
        </p:txBody>
      </p:sp>
    </p:spTree>
    <p:extLst>
      <p:ext uri="{BB962C8B-B14F-4D97-AF65-F5344CB8AC3E}">
        <p14:creationId xmlns:p14="http://schemas.microsoft.com/office/powerpoint/2010/main" val="447812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370BB-B24C-7127-9F80-9BAD1307BD9D}"/>
              </a:ext>
            </a:extLst>
          </p:cNvPr>
          <p:cNvSpPr>
            <a:spLocks noGrp="1"/>
          </p:cNvSpPr>
          <p:nvPr>
            <p:ph type="title"/>
          </p:nvPr>
        </p:nvSpPr>
        <p:spPr/>
        <p:txBody>
          <a:bodyPr/>
          <a:lstStyle/>
          <a:p>
            <a:r>
              <a:rPr lang="en-US" dirty="0" err="1"/>
              <a:t>Dorgon</a:t>
            </a:r>
            <a:r>
              <a:rPr lang="en-US" dirty="0"/>
              <a:t> Syllable Structure</a:t>
            </a:r>
          </a:p>
        </p:txBody>
      </p:sp>
      <p:sp>
        <p:nvSpPr>
          <p:cNvPr id="3" name="Text Placeholder 2">
            <a:extLst>
              <a:ext uri="{FF2B5EF4-FFF2-40B4-BE49-F238E27FC236}">
                <a16:creationId xmlns:a16="http://schemas.microsoft.com/office/drawing/2014/main" id="{DF230A0B-8253-9DE4-C63B-442779EA0A3A}"/>
              </a:ext>
            </a:extLst>
          </p:cNvPr>
          <p:cNvSpPr>
            <a:spLocks noGrp="1"/>
          </p:cNvSpPr>
          <p:nvPr>
            <p:ph type="body" idx="1"/>
          </p:nvPr>
        </p:nvSpPr>
        <p:spPr/>
        <p:txBody>
          <a:bodyPr/>
          <a:lstStyle/>
          <a:p>
            <a:pPr marL="114300" indent="0">
              <a:buNone/>
            </a:pPr>
            <a:endParaRPr lang="en-US" sz="2000" dirty="0">
              <a:solidFill>
                <a:srgbClr val="000000"/>
              </a:solidFill>
              <a:latin typeface="Noto Sans"/>
              <a:ea typeface="Noto Sans"/>
              <a:cs typeface="Noto Sans"/>
            </a:endParaRPr>
          </a:p>
          <a:p>
            <a:pPr marL="114300" indent="0">
              <a:lnSpc>
                <a:spcPct val="114999"/>
              </a:lnSpc>
              <a:buNone/>
            </a:pPr>
            <a:r>
              <a:rPr lang="en-US" sz="2000" dirty="0">
                <a:solidFill>
                  <a:srgbClr val="000000"/>
                </a:solidFill>
                <a:latin typeface="Noto Sans"/>
                <a:ea typeface="Noto Sans"/>
                <a:cs typeface="Noto Sans"/>
              </a:rPr>
              <a:t>(P)CV(N)C</a:t>
            </a:r>
          </a:p>
          <a:p>
            <a:pPr marL="114300" indent="0">
              <a:lnSpc>
                <a:spcPct val="114999"/>
              </a:lnSpc>
              <a:buNone/>
            </a:pPr>
            <a:r>
              <a:rPr lang="en-US" sz="2000" dirty="0">
                <a:solidFill>
                  <a:srgbClr val="000000"/>
                </a:solidFill>
                <a:latin typeface="Noto Sans"/>
                <a:ea typeface="Noto Sans"/>
                <a:cs typeface="Noto Sans"/>
              </a:rPr>
              <a:t>-fricatives, nasals, liquids, can be nuclei</a:t>
            </a:r>
          </a:p>
          <a:p>
            <a:pPr marL="114300" indent="0">
              <a:lnSpc>
                <a:spcPct val="114999"/>
              </a:lnSpc>
              <a:buNone/>
            </a:pPr>
            <a:endParaRPr lang="en-US" sz="1200" dirty="0">
              <a:solidFill>
                <a:srgbClr val="000000"/>
              </a:solidFill>
              <a:latin typeface="Noto Sans"/>
              <a:ea typeface="Noto Sans"/>
              <a:cs typeface="Noto Sans"/>
            </a:endParaRPr>
          </a:p>
          <a:p>
            <a:pPr marL="114300" indent="0">
              <a:lnSpc>
                <a:spcPct val="114999"/>
              </a:lnSpc>
              <a:buNone/>
            </a:pPr>
            <a:r>
              <a:rPr lang="en-US" sz="1200" dirty="0" err="1">
                <a:solidFill>
                  <a:srgbClr val="000000"/>
                </a:solidFill>
                <a:latin typeface="Noto Sans"/>
                <a:ea typeface="Noto Sans"/>
                <a:cs typeface="Noto Sans"/>
              </a:rPr>
              <a:t>pbsm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mtsi</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ptem</a:t>
            </a:r>
            <a:r>
              <a:rPr lang="en-US" sz="1200" dirty="0">
                <a:solidFill>
                  <a:srgbClr val="000000"/>
                </a:solidFill>
                <a:latin typeface="Noto Sans"/>
                <a:ea typeface="Noto Sans"/>
                <a:cs typeface="Noto Sans"/>
              </a:rPr>
              <a:t> or </a:t>
            </a:r>
            <a:r>
              <a:rPr lang="en-US" sz="1200" dirty="0" err="1">
                <a:solidFill>
                  <a:srgbClr val="000000"/>
                </a:solidFill>
                <a:latin typeface="Noto Sans"/>
                <a:ea typeface="Noto Sans"/>
                <a:cs typeface="Noto Sans"/>
              </a:rPr>
              <a:t>ɟkamx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rur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csmr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cmnl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ɳɳtsç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tbms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oŋ</a:t>
            </a:r>
            <a:r>
              <a:rPr lang="en-US" sz="1200" dirty="0">
                <a:solidFill>
                  <a:srgbClr val="000000"/>
                </a:solidFill>
                <a:latin typeface="Noto Sans"/>
                <a:ea typeface="Noto Sans"/>
                <a:cs typeface="Noto Sans"/>
              </a:rPr>
              <a:t> s </a:t>
            </a:r>
            <a:r>
              <a:rPr lang="en-US" sz="1200" dirty="0" err="1">
                <a:solidFill>
                  <a:srgbClr val="000000"/>
                </a:solidFill>
                <a:latin typeface="Noto Sans"/>
                <a:ea typeface="Noto Sans"/>
                <a:cs typeface="Noto Sans"/>
              </a:rPr>
              <a:t>bdmps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xnd</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rsŋ</a:t>
            </a:r>
            <a:r>
              <a:rPr lang="en-US" sz="1200" dirty="0">
                <a:solidFill>
                  <a:srgbClr val="000000"/>
                </a:solidFill>
                <a:latin typeface="Noto Sans"/>
                <a:ea typeface="Noto Sans"/>
                <a:cs typeface="Noto Sans"/>
              </a:rPr>
              <a:t> r </a:t>
            </a:r>
            <a:r>
              <a:rPr lang="en-US" sz="1200" dirty="0" err="1">
                <a:solidFill>
                  <a:srgbClr val="000000"/>
                </a:solidFill>
                <a:latin typeface="Noto Sans"/>
                <a:ea typeface="Noto Sans"/>
                <a:cs typeface="Noto Sans"/>
              </a:rPr>
              <a:t>bpxŋ</a:t>
            </a:r>
            <a:r>
              <a:rPr lang="en-US" sz="1200" dirty="0">
                <a:solidFill>
                  <a:srgbClr val="000000"/>
                </a:solidFill>
                <a:latin typeface="Noto Sans"/>
                <a:ea typeface="Noto Sans"/>
                <a:cs typeface="Noto Sans"/>
              </a:rPr>
              <a:t> θ ŋ </a:t>
            </a:r>
            <a:r>
              <a:rPr lang="en-US" sz="1200" dirty="0" err="1">
                <a:solidFill>
                  <a:srgbClr val="000000"/>
                </a:solidFill>
                <a:latin typeface="Noto Sans"/>
                <a:ea typeface="Noto Sans"/>
                <a:cs typeface="Noto Sans"/>
              </a:rPr>
              <a:t>ɳŋ</a:t>
            </a:r>
            <a:r>
              <a:rPr lang="en-US" sz="1200" dirty="0">
                <a:solidFill>
                  <a:srgbClr val="000000"/>
                </a:solidFill>
                <a:latin typeface="Noto Sans"/>
                <a:ea typeface="Noto Sans"/>
                <a:cs typeface="Noto Sans"/>
              </a:rPr>
              <a:t> m </a:t>
            </a:r>
            <a:r>
              <a:rPr lang="en-US" sz="1200" dirty="0" err="1">
                <a:solidFill>
                  <a:srgbClr val="000000"/>
                </a:solidFill>
                <a:latin typeface="Noto Sans"/>
                <a:ea typeface="Noto Sans"/>
                <a:cs typeface="Noto Sans"/>
              </a:rPr>
              <a:t>kgeŋ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ce</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ttam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rmɳ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ɟdox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dkmx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θndm</a:t>
            </a:r>
            <a:r>
              <a:rPr lang="en-US" sz="1200" dirty="0">
                <a:solidFill>
                  <a:srgbClr val="000000"/>
                </a:solidFill>
                <a:latin typeface="Noto Sans"/>
                <a:ea typeface="Noto Sans"/>
                <a:cs typeface="Noto Sans"/>
              </a:rPr>
              <a:t> cbar </a:t>
            </a:r>
            <a:r>
              <a:rPr lang="en-US" sz="1200" dirty="0" err="1">
                <a:solidFill>
                  <a:srgbClr val="000000"/>
                </a:solidFill>
                <a:latin typeface="Noto Sans"/>
                <a:ea typeface="Noto Sans"/>
                <a:cs typeface="Noto Sans"/>
              </a:rPr>
              <a:t>enɟç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kmnri</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θanpf</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sɳgr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kbem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mnç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mçi</a:t>
            </a:r>
            <a:r>
              <a:rPr lang="en-US" sz="1200" dirty="0">
                <a:solidFill>
                  <a:srgbClr val="000000"/>
                </a:solidFill>
                <a:latin typeface="Noto Sans"/>
                <a:ea typeface="Noto Sans"/>
                <a:cs typeface="Noto Sans"/>
              </a:rPr>
              <a:t> gid </a:t>
            </a:r>
            <a:r>
              <a:rPr lang="en-US" sz="1200" dirty="0" err="1">
                <a:solidFill>
                  <a:srgbClr val="000000"/>
                </a:solidFill>
                <a:latin typeface="Noto Sans"/>
                <a:ea typeface="Noto Sans"/>
                <a:cs typeface="Noto Sans"/>
              </a:rPr>
              <a:t>rnɳ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acɳ</a:t>
            </a:r>
            <a:r>
              <a:rPr lang="en-US" sz="1200" dirty="0">
                <a:solidFill>
                  <a:srgbClr val="000000"/>
                </a:solidFill>
                <a:latin typeface="Noto Sans"/>
                <a:ea typeface="Noto Sans"/>
                <a:cs typeface="Noto Sans"/>
              </a:rPr>
              <a:t> tan </a:t>
            </a:r>
            <a:r>
              <a:rPr lang="en-US" sz="1200" dirty="0" err="1">
                <a:solidFill>
                  <a:srgbClr val="000000"/>
                </a:solidFill>
                <a:latin typeface="Noto Sans"/>
                <a:ea typeface="Noto Sans"/>
                <a:cs typeface="Noto Sans"/>
              </a:rPr>
              <a:t>iɟ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cpçɳtsm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oɳcu</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pclr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tdat</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cucn</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ɳpf</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bpipf</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onbç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sbn</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nxln</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θatsŋ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mkθ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rkl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dpçts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kdθɳo</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kdsnθ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bbix</a:t>
            </a:r>
            <a:r>
              <a:rPr lang="en-US" sz="1200" dirty="0">
                <a:solidFill>
                  <a:srgbClr val="000000"/>
                </a:solidFill>
                <a:latin typeface="Noto Sans"/>
                <a:ea typeface="Noto Sans"/>
                <a:cs typeface="Noto Sans"/>
              </a:rPr>
              <a:t> ag </a:t>
            </a:r>
            <a:r>
              <a:rPr lang="en-US" sz="1200" dirty="0" err="1">
                <a:solidFill>
                  <a:srgbClr val="000000"/>
                </a:solidFill>
                <a:latin typeface="Noto Sans"/>
                <a:ea typeface="Noto Sans"/>
                <a:cs typeface="Noto Sans"/>
              </a:rPr>
              <a:t>cprla</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mgn</a:t>
            </a:r>
            <a:r>
              <a:rPr lang="en-US" sz="1200" dirty="0">
                <a:solidFill>
                  <a:srgbClr val="000000"/>
                </a:solidFill>
                <a:latin typeface="Noto Sans"/>
                <a:ea typeface="Noto Sans"/>
                <a:cs typeface="Noto Sans"/>
              </a:rPr>
              <a:t> ŋ </a:t>
            </a:r>
            <a:r>
              <a:rPr lang="en-US" sz="1200" dirty="0" err="1">
                <a:solidFill>
                  <a:srgbClr val="000000"/>
                </a:solidFill>
                <a:latin typeface="Noto Sans"/>
                <a:ea typeface="Noto Sans"/>
                <a:cs typeface="Noto Sans"/>
              </a:rPr>
              <a:t>ets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pfɳŋ</a:t>
            </a:r>
            <a:r>
              <a:rPr lang="en-US" sz="1200" dirty="0">
                <a:solidFill>
                  <a:srgbClr val="000000"/>
                </a:solidFill>
                <a:latin typeface="Noto Sans"/>
                <a:ea typeface="Noto Sans"/>
                <a:cs typeface="Noto Sans"/>
              </a:rPr>
              <a:t> b </a:t>
            </a:r>
            <a:r>
              <a:rPr lang="en-US" sz="1200" dirty="0" err="1">
                <a:solidFill>
                  <a:srgbClr val="000000"/>
                </a:solidFill>
                <a:latin typeface="Noto Sans"/>
                <a:ea typeface="Noto Sans"/>
                <a:cs typeface="Noto Sans"/>
              </a:rPr>
              <a:t>xɳɳp</a:t>
            </a:r>
            <a:r>
              <a:rPr lang="en-US" sz="1200" dirty="0">
                <a:solidFill>
                  <a:srgbClr val="000000"/>
                </a:solidFill>
                <a:latin typeface="Noto Sans"/>
                <a:ea typeface="Noto Sans"/>
                <a:cs typeface="Noto Sans"/>
              </a:rPr>
              <a:t> ŋ </a:t>
            </a:r>
            <a:r>
              <a:rPr lang="en-US" sz="1200" dirty="0" err="1">
                <a:solidFill>
                  <a:srgbClr val="000000"/>
                </a:solidFill>
                <a:latin typeface="Noto Sans"/>
                <a:ea typeface="Noto Sans"/>
                <a:cs typeface="Noto Sans"/>
              </a:rPr>
              <a:t>omŋ</a:t>
            </a:r>
            <a:r>
              <a:rPr lang="en-US" sz="1200" dirty="0">
                <a:solidFill>
                  <a:srgbClr val="000000"/>
                </a:solidFill>
                <a:latin typeface="Noto Sans"/>
                <a:ea typeface="Noto Sans"/>
                <a:cs typeface="Noto Sans"/>
              </a:rPr>
              <a:t> m </a:t>
            </a:r>
            <a:r>
              <a:rPr lang="en-US" sz="1200" dirty="0" err="1">
                <a:solidFill>
                  <a:srgbClr val="000000"/>
                </a:solidFill>
                <a:latin typeface="Noto Sans"/>
                <a:ea typeface="Noto Sans"/>
                <a:cs typeface="Noto Sans"/>
              </a:rPr>
              <a:t>ɟpçrŋ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gdompf</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xlɳts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ampm</a:t>
            </a:r>
            <a:r>
              <a:rPr lang="en-US" sz="1200" dirty="0">
                <a:solidFill>
                  <a:srgbClr val="000000"/>
                </a:solidFill>
                <a:latin typeface="Noto Sans"/>
                <a:ea typeface="Noto Sans"/>
                <a:cs typeface="Noto Sans"/>
              </a:rPr>
              <a:t> its </a:t>
            </a:r>
            <a:r>
              <a:rPr lang="en-US" sz="1200" dirty="0" err="1">
                <a:solidFill>
                  <a:srgbClr val="000000"/>
                </a:solidFill>
                <a:latin typeface="Noto Sans"/>
                <a:ea typeface="Noto Sans"/>
                <a:cs typeface="Noto Sans"/>
              </a:rPr>
              <a:t>pgnmɟ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rngi</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ɟkrtr</a:t>
            </a:r>
            <a:r>
              <a:rPr lang="en-US" sz="1200" dirty="0">
                <a:solidFill>
                  <a:srgbClr val="000000"/>
                </a:solidFill>
                <a:latin typeface="Noto Sans"/>
                <a:ea typeface="Noto Sans"/>
                <a:cs typeface="Noto Sans"/>
              </a:rPr>
              <a:t> nom </a:t>
            </a:r>
            <a:r>
              <a:rPr lang="en-US" sz="1200" dirty="0" err="1">
                <a:solidFill>
                  <a:srgbClr val="000000"/>
                </a:solidFill>
                <a:latin typeface="Noto Sans"/>
                <a:ea typeface="Noto Sans"/>
                <a:cs typeface="Noto Sans"/>
              </a:rPr>
              <a:t>kknɳr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gnnsu</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çmr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ɟtsr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tçŋ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gdete</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uŋ</a:t>
            </a:r>
            <a:r>
              <a:rPr lang="en-US" sz="1200" dirty="0">
                <a:solidFill>
                  <a:srgbClr val="000000"/>
                </a:solidFill>
                <a:latin typeface="Noto Sans"/>
                <a:ea typeface="Noto Sans"/>
                <a:cs typeface="Noto Sans"/>
              </a:rPr>
              <a:t> x </a:t>
            </a:r>
            <a:r>
              <a:rPr lang="en-US" sz="1200" dirty="0" err="1">
                <a:solidFill>
                  <a:srgbClr val="000000"/>
                </a:solidFill>
                <a:latin typeface="Noto Sans"/>
                <a:ea typeface="Noto Sans"/>
                <a:cs typeface="Noto Sans"/>
              </a:rPr>
              <a:t>rŋ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θn</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θmθ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cmnçç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lss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kdrmɳɳ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smɟm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uncu</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rgs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lntsi</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nɳmr</a:t>
            </a:r>
            <a:r>
              <a:rPr lang="en-US" sz="1200" dirty="0">
                <a:solidFill>
                  <a:srgbClr val="000000"/>
                </a:solidFill>
                <a:latin typeface="Noto Sans"/>
                <a:ea typeface="Noto Sans"/>
                <a:cs typeface="Noto Sans"/>
              </a:rPr>
              <a:t> rt </a:t>
            </a:r>
            <a:r>
              <a:rPr lang="en-US" sz="1200" dirty="0" err="1">
                <a:solidFill>
                  <a:srgbClr val="000000"/>
                </a:solidFill>
                <a:latin typeface="Noto Sans"/>
                <a:ea typeface="Noto Sans"/>
                <a:cs typeface="Noto Sans"/>
              </a:rPr>
              <a:t>çnt</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lmŋ</a:t>
            </a:r>
            <a:r>
              <a:rPr lang="en-US" sz="1200" dirty="0">
                <a:solidFill>
                  <a:srgbClr val="000000"/>
                </a:solidFill>
                <a:latin typeface="Noto Sans"/>
                <a:ea typeface="Noto Sans"/>
                <a:cs typeface="Noto Sans"/>
              </a:rPr>
              <a:t> θ </a:t>
            </a:r>
            <a:r>
              <a:rPr lang="en-US" sz="1200" dirty="0" err="1">
                <a:solidFill>
                  <a:srgbClr val="000000"/>
                </a:solidFill>
                <a:latin typeface="Noto Sans"/>
                <a:ea typeface="Noto Sans"/>
                <a:cs typeface="Noto Sans"/>
              </a:rPr>
              <a:t>kkarɳ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lmgl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rθɳθŋ</a:t>
            </a:r>
            <a:r>
              <a:rPr lang="en-US" sz="1200" dirty="0">
                <a:solidFill>
                  <a:srgbClr val="000000"/>
                </a:solidFill>
                <a:latin typeface="Noto Sans"/>
                <a:ea typeface="Noto Sans"/>
                <a:cs typeface="Noto Sans"/>
              </a:rPr>
              <a:t> ek </a:t>
            </a:r>
            <a:r>
              <a:rPr lang="en-US" sz="1200" dirty="0" err="1">
                <a:solidFill>
                  <a:srgbClr val="000000"/>
                </a:solidFill>
                <a:latin typeface="Noto Sans"/>
                <a:ea typeface="Noto Sans"/>
                <a:cs typeface="Noto Sans"/>
              </a:rPr>
              <a:t>gɟlɳdç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oɳcs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nnnpi</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pŋ</a:t>
            </a:r>
            <a:r>
              <a:rPr lang="en-US" sz="1200" dirty="0">
                <a:solidFill>
                  <a:srgbClr val="000000"/>
                </a:solidFill>
                <a:latin typeface="Noto Sans"/>
                <a:ea typeface="Noto Sans"/>
                <a:cs typeface="Noto Sans"/>
              </a:rPr>
              <a:t> l </a:t>
            </a:r>
            <a:r>
              <a:rPr lang="en-US" sz="1200" dirty="0" err="1">
                <a:solidFill>
                  <a:srgbClr val="000000"/>
                </a:solidFill>
                <a:latin typeface="Noto Sans"/>
                <a:ea typeface="Noto Sans"/>
                <a:cs typeface="Noto Sans"/>
              </a:rPr>
              <a:t>xçɳ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gbsm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dpaŋ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pbnɳk</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ɟcmmx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namŋ</a:t>
            </a:r>
            <a:r>
              <a:rPr lang="en-US" sz="1200" dirty="0">
                <a:solidFill>
                  <a:srgbClr val="000000"/>
                </a:solidFill>
                <a:latin typeface="Noto Sans"/>
                <a:ea typeface="Noto Sans"/>
                <a:cs typeface="Noto Sans"/>
              </a:rPr>
              <a:t> ç </a:t>
            </a:r>
            <a:r>
              <a:rPr lang="en-US" sz="1200" dirty="0" err="1">
                <a:solidFill>
                  <a:srgbClr val="000000"/>
                </a:solidFill>
                <a:latin typeface="Noto Sans"/>
                <a:ea typeface="Noto Sans"/>
                <a:cs typeface="Noto Sans"/>
              </a:rPr>
              <a:t>nnxç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sɟ</a:t>
            </a:r>
            <a:r>
              <a:rPr lang="en-US" sz="1200" dirty="0">
                <a:solidFill>
                  <a:srgbClr val="000000"/>
                </a:solidFill>
                <a:latin typeface="Noto Sans"/>
                <a:ea typeface="Noto Sans"/>
                <a:cs typeface="Noto Sans"/>
              </a:rPr>
              <a:t> ŋ </a:t>
            </a:r>
            <a:r>
              <a:rPr lang="en-US" sz="1200" dirty="0" err="1">
                <a:solidFill>
                  <a:srgbClr val="000000"/>
                </a:solidFill>
                <a:latin typeface="Noto Sans"/>
                <a:ea typeface="Noto Sans"/>
                <a:cs typeface="Noto Sans"/>
              </a:rPr>
              <a:t>ntsa</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rgɳ</a:t>
            </a:r>
            <a:r>
              <a:rPr lang="en-US" sz="1200" dirty="0">
                <a:solidFill>
                  <a:srgbClr val="000000"/>
                </a:solidFill>
                <a:latin typeface="Noto Sans"/>
                <a:ea typeface="Noto Sans"/>
                <a:cs typeface="Noto Sans"/>
              </a:rPr>
              <a:t> ŋ </a:t>
            </a:r>
            <a:r>
              <a:rPr lang="en-US" sz="1200" dirty="0" err="1">
                <a:solidFill>
                  <a:srgbClr val="000000"/>
                </a:solidFill>
                <a:latin typeface="Noto Sans"/>
                <a:ea typeface="Noto Sans"/>
                <a:cs typeface="Noto Sans"/>
              </a:rPr>
              <a:t>lŋ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peɟ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smɟ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xoŋ</a:t>
            </a:r>
            <a:r>
              <a:rPr lang="en-US" sz="1200" dirty="0">
                <a:solidFill>
                  <a:srgbClr val="000000"/>
                </a:solidFill>
                <a:latin typeface="Noto Sans"/>
                <a:ea typeface="Noto Sans"/>
                <a:cs typeface="Noto Sans"/>
              </a:rPr>
              <a:t> s </a:t>
            </a:r>
            <a:r>
              <a:rPr lang="en-US" sz="1200" dirty="0" err="1">
                <a:solidFill>
                  <a:srgbClr val="000000"/>
                </a:solidFill>
                <a:latin typeface="Noto Sans"/>
                <a:ea typeface="Noto Sans"/>
                <a:cs typeface="Noto Sans"/>
              </a:rPr>
              <a:t>ɟotn</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pteç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mte</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dgnsm</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nθɟ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ɟɳŋ</a:t>
            </a:r>
            <a:r>
              <a:rPr lang="en-US" sz="1200" dirty="0">
                <a:solidFill>
                  <a:srgbClr val="000000"/>
                </a:solidFill>
                <a:latin typeface="Noto Sans"/>
                <a:ea typeface="Noto Sans"/>
                <a:cs typeface="Noto Sans"/>
              </a:rPr>
              <a:t> t </a:t>
            </a:r>
            <a:r>
              <a:rPr lang="en-US" sz="1200" dirty="0" err="1">
                <a:solidFill>
                  <a:srgbClr val="000000"/>
                </a:solidFill>
                <a:latin typeface="Noto Sans"/>
                <a:ea typeface="Noto Sans"/>
                <a:cs typeface="Noto Sans"/>
              </a:rPr>
              <a:t>gcspf</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kpθmpfi</a:t>
            </a:r>
            <a:r>
              <a:rPr lang="en-US" sz="1200" dirty="0">
                <a:solidFill>
                  <a:srgbClr val="000000"/>
                </a:solidFill>
                <a:latin typeface="Noto Sans"/>
                <a:ea typeface="Noto Sans"/>
                <a:cs typeface="Noto Sans"/>
              </a:rPr>
              <a:t> ŋ b </a:t>
            </a:r>
            <a:r>
              <a:rPr lang="en-US" sz="1200" dirty="0" err="1">
                <a:solidFill>
                  <a:srgbClr val="000000"/>
                </a:solidFill>
                <a:latin typeface="Noto Sans"/>
                <a:ea typeface="Noto Sans"/>
                <a:cs typeface="Noto Sans"/>
              </a:rPr>
              <a:t>bciŋ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rx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pknng</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lns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gkrnɳ</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tsnθ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cθt</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xmp</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ɳnŋ</a:t>
            </a:r>
            <a:r>
              <a:rPr lang="en-US" sz="1200" dirty="0">
                <a:solidFill>
                  <a:srgbClr val="000000"/>
                </a:solidFill>
                <a:latin typeface="Noto Sans"/>
                <a:ea typeface="Noto Sans"/>
                <a:cs typeface="Noto Sans"/>
              </a:rPr>
              <a:t> s </a:t>
            </a:r>
            <a:r>
              <a:rPr lang="en-US" sz="1200" dirty="0" err="1">
                <a:solidFill>
                  <a:srgbClr val="000000"/>
                </a:solidFill>
                <a:latin typeface="Noto Sans"/>
                <a:ea typeface="Noto Sans"/>
                <a:cs typeface="Noto Sans"/>
              </a:rPr>
              <a:t>gempfu</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ɳke</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ɳmɟ</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mɳs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xɳps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cbag</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çŋ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ççɳrθ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ɳŋ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ts</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nnmbç</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çmpfr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smθm</a:t>
            </a:r>
            <a:r>
              <a:rPr lang="en-US" sz="1200" dirty="0">
                <a:solidFill>
                  <a:srgbClr val="000000"/>
                </a:solidFill>
                <a:latin typeface="Noto Sans"/>
                <a:ea typeface="Noto Sans"/>
                <a:cs typeface="Noto Sans"/>
              </a:rPr>
              <a:t> at </a:t>
            </a:r>
            <a:r>
              <a:rPr lang="en-US" sz="1200" dirty="0" err="1">
                <a:solidFill>
                  <a:srgbClr val="000000"/>
                </a:solidFill>
                <a:latin typeface="Noto Sans"/>
                <a:ea typeface="Noto Sans"/>
                <a:cs typeface="Noto Sans"/>
              </a:rPr>
              <a:t>pdsmxθ</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nrt</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diɳr</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θŋ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ge</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deŋ</a:t>
            </a:r>
            <a:r>
              <a:rPr lang="en-US" sz="1200" dirty="0">
                <a:solidFill>
                  <a:srgbClr val="000000"/>
                </a:solidFill>
                <a:latin typeface="Noto Sans"/>
                <a:ea typeface="Noto Sans"/>
                <a:cs typeface="Noto Sans"/>
              </a:rPr>
              <a:t> d </a:t>
            </a:r>
            <a:r>
              <a:rPr lang="en-US" sz="1200" dirty="0" err="1">
                <a:solidFill>
                  <a:srgbClr val="000000"/>
                </a:solidFill>
                <a:latin typeface="Noto Sans"/>
                <a:ea typeface="Noto Sans"/>
                <a:cs typeface="Noto Sans"/>
              </a:rPr>
              <a:t>ɟcoɳsl</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gtimb</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tŋ</a:t>
            </a:r>
            <a:r>
              <a:rPr lang="en-US" sz="1200" dirty="0">
                <a:solidFill>
                  <a:srgbClr val="000000"/>
                </a:solidFill>
                <a:latin typeface="Noto Sans"/>
                <a:ea typeface="Noto Sans"/>
                <a:cs typeface="Noto Sans"/>
              </a:rPr>
              <a:t> ŋ ɟ </a:t>
            </a:r>
            <a:r>
              <a:rPr lang="en-US" sz="1200" dirty="0" err="1">
                <a:solidFill>
                  <a:srgbClr val="000000"/>
                </a:solidFill>
                <a:latin typeface="Noto Sans"/>
                <a:ea typeface="Noto Sans"/>
                <a:cs typeface="Noto Sans"/>
              </a:rPr>
              <a:t>ccoɳɟa</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bglmx</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saŋ</a:t>
            </a:r>
            <a:r>
              <a:rPr lang="en-US" sz="1200" dirty="0">
                <a:solidFill>
                  <a:srgbClr val="000000"/>
                </a:solidFill>
                <a:latin typeface="Noto Sans"/>
                <a:ea typeface="Noto Sans"/>
                <a:cs typeface="Noto Sans"/>
              </a:rPr>
              <a:t> </a:t>
            </a:r>
            <a:r>
              <a:rPr lang="en-US" sz="1200" dirty="0" err="1">
                <a:solidFill>
                  <a:srgbClr val="000000"/>
                </a:solidFill>
                <a:latin typeface="Noto Sans"/>
                <a:ea typeface="Noto Sans"/>
                <a:cs typeface="Noto Sans"/>
              </a:rPr>
              <a:t>na</a:t>
            </a:r>
            <a:r>
              <a:rPr lang="en-US" sz="1200" dirty="0">
                <a:solidFill>
                  <a:srgbClr val="000000"/>
                </a:solidFill>
                <a:latin typeface="Noto Sans"/>
                <a:ea typeface="Noto Sans"/>
                <a:cs typeface="Noto Sans"/>
              </a:rPr>
              <a:t> nm </a:t>
            </a:r>
            <a:r>
              <a:rPr lang="en-US" sz="1200" dirty="0" err="1">
                <a:solidFill>
                  <a:srgbClr val="000000"/>
                </a:solidFill>
                <a:latin typeface="Noto Sans"/>
                <a:ea typeface="Noto Sans"/>
                <a:cs typeface="Noto Sans"/>
              </a:rPr>
              <a:t>rx</a:t>
            </a:r>
            <a:endParaRPr lang="en-US" sz="1200" dirty="0">
              <a:solidFill>
                <a:srgbClr val="000000"/>
              </a:solidFill>
              <a:latin typeface="Noto Sans"/>
              <a:ea typeface="Noto Sans"/>
              <a:cs typeface="Noto Sans"/>
            </a:endParaRPr>
          </a:p>
          <a:p>
            <a:pPr marL="114300" indent="0">
              <a:lnSpc>
                <a:spcPct val="114999"/>
              </a:lnSpc>
              <a:buNone/>
            </a:pPr>
            <a:endParaRPr lang="en-US" sz="1200" dirty="0">
              <a:solidFill>
                <a:srgbClr val="000000"/>
              </a:solidFill>
              <a:latin typeface="Noto Sans"/>
              <a:ea typeface="Noto Sans"/>
              <a:cs typeface="Noto Sans"/>
            </a:endParaRPr>
          </a:p>
          <a:p>
            <a:pPr marL="114300" indent="0">
              <a:lnSpc>
                <a:spcPct val="114999"/>
              </a:lnSpc>
              <a:buNone/>
            </a:pPr>
            <a:endParaRPr lang="en-US" sz="1200" dirty="0">
              <a:solidFill>
                <a:srgbClr val="000000"/>
              </a:solidFill>
              <a:latin typeface="Noto Sans"/>
              <a:ea typeface="Noto Sans"/>
              <a:cs typeface="Noto Sans"/>
            </a:endParaRPr>
          </a:p>
        </p:txBody>
      </p:sp>
    </p:spTree>
    <p:extLst>
      <p:ext uri="{BB962C8B-B14F-4D97-AF65-F5344CB8AC3E}">
        <p14:creationId xmlns:p14="http://schemas.microsoft.com/office/powerpoint/2010/main" val="3083555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C7A83-C0FD-54D7-FE12-754C4CF6FFFA}"/>
              </a:ext>
            </a:extLst>
          </p:cNvPr>
          <p:cNvSpPr>
            <a:spLocks noGrp="1"/>
          </p:cNvSpPr>
          <p:nvPr>
            <p:ph type="title"/>
          </p:nvPr>
        </p:nvSpPr>
        <p:spPr/>
        <p:txBody>
          <a:bodyPr/>
          <a:lstStyle/>
          <a:p>
            <a:r>
              <a:rPr lang="en-US" dirty="0"/>
              <a:t>The Dark Lord</a:t>
            </a:r>
            <a:r>
              <a:rPr lang="en-US" b="0" i="0" dirty="0">
                <a:solidFill>
                  <a:srgbClr val="FF0000"/>
                </a:solidFill>
                <a:effectLst/>
                <a:latin typeface="Arial" panose="020B0604020202020204" pitchFamily="34" charset="0"/>
              </a:rPr>
              <a:t>™</a:t>
            </a:r>
            <a:r>
              <a:rPr lang="en-US" dirty="0"/>
              <a:t> already started identifying some meanings/word formations in his language</a:t>
            </a:r>
          </a:p>
        </p:txBody>
      </p:sp>
      <p:sp>
        <p:nvSpPr>
          <p:cNvPr id="3" name="Text Placeholder 2">
            <a:extLst>
              <a:ext uri="{FF2B5EF4-FFF2-40B4-BE49-F238E27FC236}">
                <a16:creationId xmlns:a16="http://schemas.microsoft.com/office/drawing/2014/main" id="{F7129ED2-EACF-5F85-1133-54504D2821CF}"/>
              </a:ext>
            </a:extLst>
          </p:cNvPr>
          <p:cNvSpPr>
            <a:spLocks noGrp="1"/>
          </p:cNvSpPr>
          <p:nvPr>
            <p:ph type="body" idx="1"/>
          </p:nvPr>
        </p:nvSpPr>
        <p:spPr>
          <a:xfrm>
            <a:off x="311700" y="2148840"/>
            <a:ext cx="8520600" cy="2420185"/>
          </a:xfrm>
        </p:spPr>
        <p:txBody>
          <a:bodyPr/>
          <a:lstStyle/>
          <a:p>
            <a:pPr marL="342900" indent="-228600">
              <a:buAutoNum type="arabicPeriod"/>
            </a:pPr>
            <a:r>
              <a:rPr lang="en-US" sz="2000" dirty="0" err="1">
                <a:solidFill>
                  <a:srgbClr val="000000"/>
                </a:solidFill>
                <a:latin typeface="Times New Roman" panose="02020603050405020304" pitchFamily="18" charset="0"/>
                <a:ea typeface="Noto Sans"/>
                <a:cs typeface="Times New Roman" panose="02020603050405020304" pitchFamily="18" charset="0"/>
              </a:rPr>
              <a:t>ɳm̩pfa</a:t>
            </a:r>
            <a:r>
              <a:rPr lang="en-US" sz="2000" dirty="0">
                <a:solidFill>
                  <a:srgbClr val="000000"/>
                </a:solidFill>
                <a:latin typeface="Times New Roman" panose="02020603050405020304" pitchFamily="18" charset="0"/>
                <a:ea typeface="Noto Sans"/>
                <a:cs typeface="Times New Roman" panose="02020603050405020304" pitchFamily="18" charset="0"/>
              </a:rPr>
              <a:t> 'dwarf’</a:t>
            </a:r>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sz="2000" dirty="0" err="1">
                <a:solidFill>
                  <a:srgbClr val="000000"/>
                </a:solidFill>
                <a:latin typeface="Times New Roman" panose="02020603050405020304" pitchFamily="18" charset="0"/>
                <a:ea typeface="Noto Sans"/>
                <a:cs typeface="Times New Roman" panose="02020603050405020304" pitchFamily="18" charset="0"/>
              </a:rPr>
              <a:t>ɳm̩pf</a:t>
            </a:r>
            <a:r>
              <a:rPr lang="en-US" sz="2000" dirty="0">
                <a:solidFill>
                  <a:srgbClr val="000000"/>
                </a:solidFill>
                <a:latin typeface="Times New Roman" panose="02020603050405020304" pitchFamily="18" charset="0"/>
                <a:ea typeface="Noto Sans"/>
                <a:cs typeface="Times New Roman" panose="02020603050405020304" pitchFamily="18" charset="0"/>
              </a:rPr>
              <a:t> 'short’</a:t>
            </a:r>
          </a:p>
          <a:p>
            <a:pPr marL="342900" indent="-228600">
              <a:buAutoNum type="arabicPeriod"/>
            </a:pPr>
            <a:r>
              <a:rPr lang="en-US" sz="2000" dirty="0" err="1">
                <a:solidFill>
                  <a:srgbClr val="000000"/>
                </a:solidFill>
                <a:latin typeface="Times New Roman"/>
                <a:ea typeface="Noto Sans"/>
                <a:cs typeface="Times New Roman"/>
              </a:rPr>
              <a:t>btita</a:t>
            </a:r>
            <a:r>
              <a:rPr lang="en-US" sz="2000">
                <a:solidFill>
                  <a:srgbClr val="000000"/>
                </a:solidFill>
                <a:latin typeface="Times New Roman"/>
                <a:ea typeface="Noto Sans"/>
                <a:cs typeface="Times New Roman"/>
              </a:rPr>
              <a:t> 'goblin'</a:t>
            </a:r>
            <a:endParaRPr lang="en-US" sz="2000">
              <a:solidFill>
                <a:srgbClr val="000000"/>
              </a:solidFill>
              <a:latin typeface="Times New Roman" panose="02020603050405020304" pitchFamily="18" charset="0"/>
              <a:ea typeface="Noto Sans"/>
              <a:cs typeface="Times New Roman" panose="02020603050405020304" pitchFamily="18" charset="0"/>
            </a:endParaRPr>
          </a:p>
          <a:p>
            <a:pPr marL="342900" indent="-228600">
              <a:lnSpc>
                <a:spcPct val="114999"/>
              </a:lnSpc>
              <a:buAutoNum type="arabicPeriod"/>
            </a:pPr>
            <a:r>
              <a:rPr lang="en-US" sz="2000" dirty="0" err="1">
                <a:solidFill>
                  <a:srgbClr val="000000"/>
                </a:solidFill>
                <a:latin typeface="Times New Roman"/>
                <a:ea typeface="Noto Sans"/>
                <a:cs typeface="Times New Roman"/>
              </a:rPr>
              <a:t>btito</a:t>
            </a:r>
            <a:r>
              <a:rPr lang="en-US" sz="2000" dirty="0">
                <a:solidFill>
                  <a:srgbClr val="000000"/>
                </a:solidFill>
                <a:latin typeface="Times New Roman"/>
                <a:ea typeface="Noto Sans"/>
                <a:cs typeface="Times New Roman"/>
              </a:rPr>
              <a:t> 'menace'</a:t>
            </a:r>
          </a:p>
          <a:p>
            <a:pPr marL="342900" indent="-228600">
              <a:lnSpc>
                <a:spcPct val="114999"/>
              </a:lnSpc>
              <a:buAutoNum type="arabicPeriod"/>
            </a:pPr>
            <a:r>
              <a:rPr lang="en-US" sz="2000" dirty="0" err="1">
                <a:solidFill>
                  <a:srgbClr val="000000"/>
                </a:solidFill>
                <a:latin typeface="Times New Roman"/>
                <a:ea typeface="Noto Sans"/>
                <a:cs typeface="Times New Roman"/>
              </a:rPr>
              <a:t>btit</a:t>
            </a:r>
            <a:r>
              <a:rPr lang="en-US" sz="2000">
                <a:solidFill>
                  <a:srgbClr val="000000"/>
                </a:solidFill>
                <a:latin typeface="Times New Roman"/>
                <a:ea typeface="Noto Sans"/>
                <a:cs typeface="Times New Roman"/>
              </a:rPr>
              <a:t> 'green'</a:t>
            </a:r>
            <a:endParaRPr lang="en-US" sz="2000" dirty="0">
              <a:solidFill>
                <a:srgbClr val="000000"/>
              </a:solidFill>
              <a:latin typeface="Times New Roman"/>
              <a:ea typeface="Noto Sans"/>
              <a:cs typeface="Times New Roman"/>
            </a:endParaRPr>
          </a:p>
          <a:p>
            <a:pPr marL="342900" indent="-228600">
              <a:buAutoNum type="arabicPeriod"/>
            </a:pPr>
            <a:r>
              <a:rPr lang="en-US" sz="2000" dirty="0" err="1">
                <a:solidFill>
                  <a:srgbClr val="000000"/>
                </a:solidFill>
                <a:latin typeface="Times New Roman" panose="02020603050405020304" pitchFamily="18" charset="0"/>
                <a:cs typeface="Times New Roman" panose="02020603050405020304" pitchFamily="18" charset="0"/>
              </a:rPr>
              <a:t>xʁaɪs</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dorgon</a:t>
            </a:r>
            <a:r>
              <a:rPr lang="en-US" sz="2000" dirty="0">
                <a:solidFill>
                  <a:srgbClr val="000000"/>
                </a:solidFill>
                <a:latin typeface="Times New Roman" panose="02020603050405020304" pitchFamily="18" charset="0"/>
                <a:cs typeface="Times New Roman" panose="02020603050405020304" pitchFamily="18" charset="0"/>
              </a:rPr>
              <a:t> pit’</a:t>
            </a:r>
          </a:p>
          <a:p>
            <a:pPr marL="342900" indent="-228600">
              <a:buAutoNum type="arabicPeriod"/>
            </a:pPr>
            <a:r>
              <a:rPr lang="en-US" sz="2000" dirty="0" err="1">
                <a:solidFill>
                  <a:srgbClr val="000000"/>
                </a:solidFill>
                <a:latin typeface="Times New Roman" panose="02020603050405020304" pitchFamily="18" charset="0"/>
                <a:ea typeface="Noto Sans"/>
                <a:cs typeface="Times New Roman" panose="02020603050405020304" pitchFamily="18" charset="0"/>
              </a:rPr>
              <a:t>dpθ̩mɳ</a:t>
            </a:r>
            <a:r>
              <a:rPr lang="en-US" sz="2000" dirty="0">
                <a:solidFill>
                  <a:srgbClr val="000000"/>
                </a:solidFill>
                <a:latin typeface="Times New Roman" panose="02020603050405020304" pitchFamily="18" charset="0"/>
                <a:ea typeface="Noto Sans"/>
                <a:cs typeface="Times New Roman" panose="02020603050405020304" pitchFamily="18" charset="0"/>
              </a:rPr>
              <a:t>̩ 'confused’</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dirty="0" err="1">
                <a:solidFill>
                  <a:srgbClr val="000000"/>
                </a:solidFill>
                <a:latin typeface="Times New Roman" panose="02020603050405020304" pitchFamily="18" charset="0"/>
                <a:ea typeface="Noto Sans"/>
                <a:cs typeface="Times New Roman" panose="02020603050405020304" pitchFamily="18" charset="0"/>
              </a:rPr>
              <a:t>dpθ̩mɳa</a:t>
            </a:r>
            <a:r>
              <a:rPr lang="en-US" sz="2000" dirty="0">
                <a:solidFill>
                  <a:srgbClr val="000000"/>
                </a:solidFill>
                <a:latin typeface="Times New Roman" panose="02020603050405020304" pitchFamily="18" charset="0"/>
                <a:ea typeface="Noto Sans"/>
                <a:cs typeface="Times New Roman" panose="02020603050405020304" pitchFamily="18" charset="0"/>
              </a:rPr>
              <a:t> 'someone who is confused; idiot’</a:t>
            </a:r>
          </a:p>
          <a:p>
            <a:pPr marL="342900" indent="-228600">
              <a:buAutoNum type="arabicPeriod"/>
            </a:pPr>
            <a:r>
              <a:rPr lang="en-US" sz="2000" dirty="0" err="1">
                <a:solidFill>
                  <a:srgbClr val="000000"/>
                </a:solidFill>
                <a:latin typeface="Times New Roman" panose="02020603050405020304" pitchFamily="18" charset="0"/>
                <a:ea typeface="Noto Sans"/>
                <a:cs typeface="Times New Roman" panose="02020603050405020304" pitchFamily="18" charset="0"/>
              </a:rPr>
              <a:t>coɳɟa</a:t>
            </a:r>
            <a:r>
              <a:rPr lang="en-US" sz="2000" dirty="0">
                <a:solidFill>
                  <a:srgbClr val="000000"/>
                </a:solidFill>
                <a:latin typeface="Times New Roman" panose="02020603050405020304" pitchFamily="18" charset="0"/>
                <a:ea typeface="Noto Sans"/>
                <a:cs typeface="Times New Roman" panose="02020603050405020304" pitchFamily="18" charset="0"/>
              </a:rPr>
              <a:t> 'king’ </a:t>
            </a:r>
            <a:r>
              <a:rPr lang="en-US" sz="2000" dirty="0">
                <a:solidFill>
                  <a:srgbClr val="000000"/>
                </a:solidFill>
                <a:latin typeface="Times New Roman" panose="02020603050405020304" pitchFamily="18" charset="0"/>
                <a:ea typeface="Noto Sans"/>
                <a:cs typeface="Times New Roman" panose="02020603050405020304" pitchFamily="18" charset="0"/>
                <a:sym typeface="Wingdings" panose="05000000000000000000" pitchFamily="2" charset="2"/>
              </a:rPr>
              <a:t> </a:t>
            </a:r>
            <a:r>
              <a:rPr lang="en-US" sz="2000" dirty="0" err="1">
                <a:solidFill>
                  <a:srgbClr val="000000"/>
                </a:solidFill>
                <a:latin typeface="Times New Roman" panose="02020603050405020304" pitchFamily="18" charset="0"/>
                <a:ea typeface="Noto Sans"/>
                <a:cs typeface="Times New Roman" panose="02020603050405020304" pitchFamily="18" charset="0"/>
              </a:rPr>
              <a:t>coɳɟ</a:t>
            </a:r>
            <a:r>
              <a:rPr lang="en-US" sz="2000" dirty="0">
                <a:solidFill>
                  <a:srgbClr val="000000"/>
                </a:solidFill>
                <a:latin typeface="Times New Roman" panose="02020603050405020304" pitchFamily="18" charset="0"/>
                <a:ea typeface="Noto Sans"/>
                <a:cs typeface="Times New Roman" panose="02020603050405020304" pitchFamily="18" charset="0"/>
              </a:rPr>
              <a:t> 'ruling; being in charge'</a:t>
            </a:r>
          </a:p>
        </p:txBody>
      </p:sp>
    </p:spTree>
    <p:extLst>
      <p:ext uri="{BB962C8B-B14F-4D97-AF65-F5344CB8AC3E}">
        <p14:creationId xmlns:p14="http://schemas.microsoft.com/office/powerpoint/2010/main" val="3240190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6"/>
          <p:cNvSpPr txBox="1">
            <a:spLocks noGrp="1"/>
          </p:cNvSpPr>
          <p:nvPr>
            <p:ph type="title"/>
          </p:nvPr>
        </p:nvSpPr>
        <p:spPr>
          <a:xfrm>
            <a:off x="268650" y="79275"/>
            <a:ext cx="8520600" cy="707400"/>
          </a:xfrm>
          <a:prstGeom prst="rect">
            <a:avLst/>
          </a:prstGeom>
        </p:spPr>
        <p:txBody>
          <a:bodyPr spcFirstLastPara="1" wrap="square" lIns="91425" tIns="91425" rIns="91425" bIns="91425" anchor="t" anchorCtr="0">
            <a:noAutofit/>
          </a:bodyPr>
          <a:lstStyle/>
          <a:p>
            <a:r>
              <a:rPr lang="en" dirty="0"/>
              <a:t>Let’s Work on Your Phonotactics</a:t>
            </a:r>
          </a:p>
        </p:txBody>
      </p:sp>
      <p:sp>
        <p:nvSpPr>
          <p:cNvPr id="217" name="Google Shape;217;p36"/>
          <p:cNvSpPr txBox="1">
            <a:spLocks noGrp="1"/>
          </p:cNvSpPr>
          <p:nvPr>
            <p:ph type="body" idx="1"/>
          </p:nvPr>
        </p:nvSpPr>
        <p:spPr>
          <a:xfrm>
            <a:off x="311700" y="786675"/>
            <a:ext cx="8520600" cy="3031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a:t>Let’s begin by subdividing your sounds into different groups:</a:t>
            </a:r>
            <a:endParaRPr/>
          </a:p>
          <a:p>
            <a:pPr marL="0" indent="0">
              <a:lnSpc>
                <a:spcPct val="100000"/>
              </a:lnSpc>
              <a:spcBef>
                <a:spcPts val="1600"/>
              </a:spcBef>
              <a:buNone/>
            </a:pPr>
            <a:r>
              <a:rPr lang="en"/>
              <a:t>C = all consonants (so, p/t/k)</a:t>
            </a:r>
          </a:p>
          <a:p>
            <a:pPr marL="0" indent="0">
              <a:lnSpc>
                <a:spcPct val="100000"/>
              </a:lnSpc>
              <a:spcBef>
                <a:spcPts val="1600"/>
              </a:spcBef>
              <a:buNone/>
            </a:pPr>
            <a:r>
              <a:rPr lang="en"/>
              <a:t>V = all vowels</a:t>
            </a:r>
          </a:p>
          <a:p>
            <a:pPr marL="0" indent="0">
              <a:lnSpc>
                <a:spcPct val="100000"/>
              </a:lnSpc>
              <a:spcBef>
                <a:spcPts val="1600"/>
              </a:spcBef>
              <a:buNone/>
            </a:pPr>
            <a:r>
              <a:rPr lang="en"/>
              <a:t>P = all stops</a:t>
            </a:r>
            <a:endParaRPr/>
          </a:p>
          <a:p>
            <a:pPr marL="0" indent="0">
              <a:lnSpc>
                <a:spcPct val="100000"/>
              </a:lnSpc>
              <a:spcBef>
                <a:spcPts val="1600"/>
              </a:spcBef>
              <a:buNone/>
            </a:pPr>
            <a:r>
              <a:rPr lang="en"/>
              <a:t>A = affricates</a:t>
            </a:r>
          </a:p>
          <a:p>
            <a:pPr marL="0" lvl="0" indent="0" algn="l" rtl="0">
              <a:lnSpc>
                <a:spcPct val="100000"/>
              </a:lnSpc>
              <a:spcBef>
                <a:spcPts val="1600"/>
              </a:spcBef>
              <a:spcAft>
                <a:spcPts val="0"/>
              </a:spcAft>
              <a:buNone/>
            </a:pPr>
            <a:r>
              <a:rPr lang="en"/>
              <a:t>F = Fricatives</a:t>
            </a:r>
            <a:endParaRPr/>
          </a:p>
          <a:p>
            <a:pPr marL="0" lvl="0" indent="0" algn="l" rtl="0">
              <a:lnSpc>
                <a:spcPct val="100000"/>
              </a:lnSpc>
              <a:spcBef>
                <a:spcPts val="1600"/>
              </a:spcBef>
              <a:spcAft>
                <a:spcPts val="0"/>
              </a:spcAft>
              <a:buNone/>
            </a:pPr>
            <a:r>
              <a:rPr lang="en"/>
              <a:t>O = Stops, Fricatives, Affricates</a:t>
            </a:r>
            <a:endParaRPr/>
          </a:p>
          <a:p>
            <a:pPr marL="0" lvl="0" indent="0" algn="l" rtl="0">
              <a:lnSpc>
                <a:spcPct val="100000"/>
              </a:lnSpc>
              <a:spcBef>
                <a:spcPts val="1600"/>
              </a:spcBef>
              <a:spcAft>
                <a:spcPts val="0"/>
              </a:spcAft>
              <a:buNone/>
            </a:pPr>
            <a:r>
              <a:rPr lang="en"/>
              <a:t>N = Nasals			R = Nasals, Liquids</a:t>
            </a:r>
            <a:endParaRPr/>
          </a:p>
          <a:p>
            <a:pPr marL="0" lvl="0" indent="0" algn="l" rtl="0">
              <a:lnSpc>
                <a:spcPct val="100000"/>
              </a:lnSpc>
              <a:spcBef>
                <a:spcPts val="1600"/>
              </a:spcBef>
              <a:spcAft>
                <a:spcPts val="0"/>
              </a:spcAft>
              <a:buNone/>
            </a:pPr>
            <a:r>
              <a:rPr lang="en"/>
              <a:t>L = Liquids			H = Fricatives + R</a:t>
            </a:r>
            <a:endParaRPr/>
          </a:p>
        </p:txBody>
      </p:sp>
    </p:spTree>
    <p:extLst>
      <p:ext uri="{BB962C8B-B14F-4D97-AF65-F5344CB8AC3E}">
        <p14:creationId xmlns:p14="http://schemas.microsoft.com/office/powerpoint/2010/main" val="1365387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Identifying your phonotactics</a:t>
            </a:r>
            <a:endParaRPr/>
          </a:p>
        </p:txBody>
      </p:sp>
      <p:sp>
        <p:nvSpPr>
          <p:cNvPr id="247" name="Google Shape;247;p41"/>
          <p:cNvSpPr txBox="1">
            <a:spLocks noGrp="1"/>
          </p:cNvSpPr>
          <p:nvPr>
            <p:ph type="body" idx="1"/>
          </p:nvPr>
        </p:nvSpPr>
        <p:spPr>
          <a:xfrm>
            <a:off x="311700" y="2475800"/>
            <a:ext cx="8520600" cy="522900"/>
          </a:xfrm>
          <a:prstGeom prst="rect">
            <a:avLst/>
          </a:prstGeom>
        </p:spPr>
        <p:txBody>
          <a:bodyPr spcFirstLastPara="1" wrap="square" lIns="91425" tIns="91425" rIns="91425" bIns="91425" anchor="t" anchorCtr="0">
            <a:noAutofit/>
          </a:bodyPr>
          <a:lstStyle/>
          <a:p>
            <a:pPr marL="0" indent="0" algn="ctr">
              <a:lnSpc>
                <a:spcPct val="114999"/>
              </a:lnSpc>
              <a:spcAft>
                <a:spcPts val="1600"/>
              </a:spcAft>
              <a:buNone/>
            </a:pPr>
            <a:r>
              <a:rPr lang="en">
                <a:hlinkClick r:id="rId3"/>
              </a:rPr>
              <a:t>https://susurrus-llc.github.io/langua/gen/</a:t>
            </a:r>
            <a:endParaRPr lang="en"/>
          </a:p>
        </p:txBody>
      </p:sp>
    </p:spTree>
    <p:extLst>
      <p:ext uri="{BB962C8B-B14F-4D97-AF65-F5344CB8AC3E}">
        <p14:creationId xmlns:p14="http://schemas.microsoft.com/office/powerpoint/2010/main" val="87414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Testing your language’s sound</a:t>
            </a:r>
            <a:endParaRPr/>
          </a:p>
        </p:txBody>
      </p:sp>
      <p:sp>
        <p:nvSpPr>
          <p:cNvPr id="272" name="Google Shape;272;p45"/>
          <p:cNvSpPr txBox="1">
            <a:spLocks noGrp="1"/>
          </p:cNvSpPr>
          <p:nvPr>
            <p:ph type="body" idx="1"/>
          </p:nvPr>
        </p:nvSpPr>
        <p:spPr>
          <a:xfrm>
            <a:off x="311700" y="2571750"/>
            <a:ext cx="8520600" cy="19974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2500" u="sng">
                <a:solidFill>
                  <a:schemeClr val="hlink"/>
                </a:solidFill>
                <a:latin typeface="Calibri"/>
                <a:ea typeface="Calibri"/>
                <a:cs typeface="Calibri"/>
                <a:sym typeface="Calibri"/>
                <a:hlinkClick r:id="rId3"/>
              </a:rPr>
              <a:t>http://ipa-reader.xyz/</a:t>
            </a:r>
            <a:r>
              <a:rPr lang="en" sz="2500">
                <a:latin typeface="Calibri"/>
                <a:ea typeface="Calibri"/>
                <a:cs typeface="Calibri"/>
                <a:sym typeface="Calibri"/>
              </a:rPr>
              <a:t> </a:t>
            </a:r>
            <a:endParaRPr sz="2900"/>
          </a:p>
        </p:txBody>
      </p:sp>
    </p:spTree>
    <p:extLst>
      <p:ext uri="{BB962C8B-B14F-4D97-AF65-F5344CB8AC3E}">
        <p14:creationId xmlns:p14="http://schemas.microsoft.com/office/powerpoint/2010/main" val="3585184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Linguistics 200, Week 6</a:t>
            </a:r>
            <a:endParaRPr dirty="0"/>
          </a:p>
        </p:txBody>
      </p:sp>
      <p:sp>
        <p:nvSpPr>
          <p:cNvPr id="332" name="Google Shape;332;p5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indent="0"/>
            <a:r>
              <a:rPr lang="en" dirty="0"/>
              <a:t>Day 2: Phonotactic (Phonological) Rules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D1877-7B0E-5B36-9DA5-839CAA20A4DC}"/>
              </a:ext>
            </a:extLst>
          </p:cNvPr>
          <p:cNvSpPr>
            <a:spLocks noGrp="1"/>
          </p:cNvSpPr>
          <p:nvPr>
            <p:ph type="title"/>
          </p:nvPr>
        </p:nvSpPr>
        <p:spPr/>
        <p:txBody>
          <a:bodyPr/>
          <a:lstStyle/>
          <a:p>
            <a:r>
              <a:rPr lang="en-US" dirty="0"/>
              <a:t>Review </a:t>
            </a:r>
          </a:p>
        </p:txBody>
      </p:sp>
      <p:sp>
        <p:nvSpPr>
          <p:cNvPr id="3" name="Text Placeholder 2">
            <a:extLst>
              <a:ext uri="{FF2B5EF4-FFF2-40B4-BE49-F238E27FC236}">
                <a16:creationId xmlns:a16="http://schemas.microsoft.com/office/drawing/2014/main" id="{A3DF14D7-2F61-7F17-D290-ECDF89E85989}"/>
              </a:ext>
            </a:extLst>
          </p:cNvPr>
          <p:cNvSpPr>
            <a:spLocks noGrp="1"/>
          </p:cNvSpPr>
          <p:nvPr>
            <p:ph type="body" idx="1"/>
          </p:nvPr>
        </p:nvSpPr>
        <p:spPr>
          <a:xfrm>
            <a:off x="311700" y="1975773"/>
            <a:ext cx="8520600" cy="2593252"/>
          </a:xfrm>
        </p:spPr>
        <p:txBody>
          <a:bodyPr/>
          <a:lstStyle/>
          <a:p>
            <a:r>
              <a:rPr lang="en-US" dirty="0"/>
              <a:t>Phonotactics = ?</a:t>
            </a:r>
          </a:p>
          <a:p>
            <a:pPr marL="114300" indent="0">
              <a:lnSpc>
                <a:spcPct val="114999"/>
              </a:lnSpc>
              <a:buNone/>
            </a:pPr>
            <a:endParaRPr lang="en-US" dirty="0"/>
          </a:p>
          <a:p>
            <a:pPr>
              <a:lnSpc>
                <a:spcPct val="114999"/>
              </a:lnSpc>
            </a:pPr>
            <a:r>
              <a:rPr lang="en-US" dirty="0"/>
              <a:t>Phonotactic (phonological) rules = ?</a:t>
            </a:r>
          </a:p>
        </p:txBody>
      </p:sp>
    </p:spTree>
    <p:extLst>
      <p:ext uri="{BB962C8B-B14F-4D97-AF65-F5344CB8AC3E}">
        <p14:creationId xmlns:p14="http://schemas.microsoft.com/office/powerpoint/2010/main" val="1842751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56F27-9DB0-27C5-3DC9-43C0D573C82A}"/>
              </a:ext>
            </a:extLst>
          </p:cNvPr>
          <p:cNvSpPr>
            <a:spLocks noGrp="1"/>
          </p:cNvSpPr>
          <p:nvPr>
            <p:ph type="title"/>
          </p:nvPr>
        </p:nvSpPr>
        <p:spPr/>
        <p:txBody>
          <a:bodyPr/>
          <a:lstStyle/>
          <a:p>
            <a:r>
              <a:rPr lang="en-US" dirty="0"/>
              <a:t>Most Common Type of Phonotactic Rule?</a:t>
            </a:r>
          </a:p>
        </p:txBody>
      </p:sp>
      <p:sp>
        <p:nvSpPr>
          <p:cNvPr id="3" name="Text Placeholder 2">
            <a:extLst>
              <a:ext uri="{FF2B5EF4-FFF2-40B4-BE49-F238E27FC236}">
                <a16:creationId xmlns:a16="http://schemas.microsoft.com/office/drawing/2014/main" id="{1A820926-E29B-3960-56C0-2363081DEA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9480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p:txBody>
          <a:bodyPr/>
          <a:lstStyle/>
          <a:p>
            <a:r>
              <a:rPr lang="en-US" dirty="0" err="1"/>
              <a:t>Pxsinunr</a:t>
            </a:r>
            <a:r>
              <a:rPr lang="en-US" dirty="0"/>
              <a:t> (</a:t>
            </a:r>
            <a:r>
              <a:rPr lang="en-US" dirty="0" err="1"/>
              <a:t>Dorgon</a:t>
            </a:r>
            <a:r>
              <a:rPr lang="en-US" dirty="0"/>
              <a: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1432559"/>
            <a:ext cx="5616660" cy="3136465"/>
          </a:xfrm>
        </p:spPr>
        <p:txBody>
          <a:bodyPr/>
          <a:lstStyle/>
          <a:p>
            <a:pPr marL="114300" indent="0">
              <a:buNone/>
            </a:pPr>
            <a:r>
              <a:rPr lang="en-US" sz="2400" dirty="0"/>
              <a:t>Biggest Syllable       =   (P)(C)V(N)(C)</a:t>
            </a:r>
            <a:endParaRPr lang="en-US" dirty="0"/>
          </a:p>
          <a:p>
            <a:pPr marL="114300" indent="0">
              <a:lnSpc>
                <a:spcPct val="114999"/>
              </a:lnSpc>
              <a:buNone/>
            </a:pPr>
            <a:endParaRPr lang="en-US" sz="2400" dirty="0"/>
          </a:p>
          <a:p>
            <a:pPr marL="114300" indent="0">
              <a:lnSpc>
                <a:spcPct val="114999"/>
              </a:lnSpc>
              <a:buNone/>
            </a:pPr>
            <a:r>
              <a:rPr lang="en-US" sz="2400" dirty="0"/>
              <a:t>a		</a:t>
            </a:r>
            <a:r>
              <a:rPr lang="en-US" sz="2400" dirty="0" err="1"/>
              <a:t>sa</a:t>
            </a:r>
            <a:r>
              <a:rPr lang="en-US" sz="2400" dirty="0"/>
              <a:t>		</a:t>
            </a:r>
            <a:r>
              <a:rPr lang="en-US" sz="2400" dirty="0" err="1"/>
              <a:t>psa</a:t>
            </a:r>
            <a:endParaRPr lang="en-US" sz="2400" dirty="0"/>
          </a:p>
          <a:p>
            <a:pPr marL="114300" indent="0">
              <a:lnSpc>
                <a:spcPct val="114999"/>
              </a:lnSpc>
              <a:buNone/>
            </a:pPr>
            <a:r>
              <a:rPr lang="en-US" sz="2400" dirty="0"/>
              <a:t>an		</a:t>
            </a:r>
            <a:r>
              <a:rPr lang="en-US" sz="2400" dirty="0" err="1"/>
              <a:t>san</a:t>
            </a:r>
            <a:r>
              <a:rPr lang="en-US" sz="2400" dirty="0"/>
              <a:t>		</a:t>
            </a:r>
            <a:r>
              <a:rPr lang="en-US" sz="2400" dirty="0" err="1"/>
              <a:t>psan</a:t>
            </a:r>
            <a:endParaRPr lang="en-US" sz="2400" dirty="0"/>
          </a:p>
          <a:p>
            <a:pPr marL="114300" indent="0">
              <a:lnSpc>
                <a:spcPct val="114999"/>
              </a:lnSpc>
              <a:buNone/>
            </a:pPr>
            <a:r>
              <a:rPr lang="en-US" sz="2400" dirty="0" err="1"/>
              <a:t>ank</a:t>
            </a:r>
            <a:r>
              <a:rPr lang="en-US" sz="2400" dirty="0"/>
              <a:t>		sank	</a:t>
            </a:r>
            <a:r>
              <a:rPr lang="en-US" sz="2400" dirty="0" err="1"/>
              <a:t>psank</a:t>
            </a:r>
          </a:p>
        </p:txBody>
      </p:sp>
    </p:spTree>
    <p:extLst>
      <p:ext uri="{BB962C8B-B14F-4D97-AF65-F5344CB8AC3E}">
        <p14:creationId xmlns:p14="http://schemas.microsoft.com/office/powerpoint/2010/main" val="2269925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p:txBody>
          <a:bodyPr/>
          <a:lstStyle/>
          <a:p>
            <a:r>
              <a:rPr lang="en-US" dirty="0" err="1"/>
              <a:t>Pxsinunr</a:t>
            </a:r>
            <a:r>
              <a:rPr lang="en-US" dirty="0"/>
              <a:t> (</a:t>
            </a:r>
            <a:r>
              <a:rPr lang="en-US" dirty="0" err="1"/>
              <a:t>Dorgon</a:t>
            </a:r>
            <a:r>
              <a:rPr lang="en-US" dirty="0"/>
              <a: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1432559"/>
            <a:ext cx="8146500" cy="3136465"/>
          </a:xfrm>
        </p:spPr>
        <p:txBody>
          <a:bodyPr/>
          <a:lstStyle/>
          <a:p>
            <a:pPr marL="114300" indent="0">
              <a:buNone/>
            </a:pPr>
            <a:r>
              <a:rPr lang="en-US" sz="2400" dirty="0"/>
              <a:t>Biggest Syllable       =   (P)(C)V(N)(C)</a:t>
            </a:r>
            <a:endParaRPr lang="en-US" dirty="0"/>
          </a:p>
          <a:p>
            <a:pPr marL="114300" indent="0">
              <a:lnSpc>
                <a:spcPct val="114999"/>
              </a:lnSpc>
              <a:buNone/>
            </a:pPr>
            <a:endParaRPr lang="en-US" sz="2400" dirty="0"/>
          </a:p>
          <a:p>
            <a:pPr marL="114300" indent="0">
              <a:lnSpc>
                <a:spcPct val="114999"/>
              </a:lnSpc>
              <a:buNone/>
            </a:pPr>
            <a:r>
              <a:rPr lang="en-US" sz="2000" b="0" i="0" dirty="0">
                <a:solidFill>
                  <a:srgbClr val="000000"/>
                </a:solidFill>
                <a:effectLst/>
                <a:latin typeface="Noto Sans" panose="020B0502040504020204" pitchFamily="34" charset="0"/>
              </a:rPr>
              <a:t>tum </a:t>
            </a:r>
            <a:r>
              <a:rPr lang="en-US" sz="2000" b="0" i="0" dirty="0" err="1">
                <a:solidFill>
                  <a:srgbClr val="000000"/>
                </a:solidFill>
                <a:effectLst/>
                <a:latin typeface="Noto Sans" panose="020B0502040504020204" pitchFamily="34" charset="0"/>
              </a:rPr>
              <a:t>iŋ</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cuŋ</a:t>
            </a:r>
            <a:r>
              <a:rPr lang="en-US" sz="2000" b="0" i="0" dirty="0">
                <a:solidFill>
                  <a:srgbClr val="000000"/>
                </a:solidFill>
                <a:effectLst/>
                <a:latin typeface="Noto Sans" panose="020B0502040504020204" pitchFamily="34" charset="0"/>
              </a:rPr>
              <a:t>​s gam </a:t>
            </a:r>
            <a:r>
              <a:rPr lang="en-US" sz="2000" b="0" i="0" dirty="0" err="1">
                <a:solidFill>
                  <a:srgbClr val="000000"/>
                </a:solidFill>
                <a:effectLst/>
                <a:latin typeface="Noto Sans" panose="020B0502040504020204" pitchFamily="34" charset="0"/>
              </a:rPr>
              <a:t>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dtumk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ddeɳb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ɟɟenc</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aɳ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dpfuŋ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uns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ccenb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te</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dɟa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cciŋ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tɟa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unb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imt</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tsint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somd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dkaɳc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dcaɳp</a:t>
            </a:r>
            <a:r>
              <a:rPr lang="en-US" sz="2000" b="0" i="0" dirty="0">
                <a:solidFill>
                  <a:srgbClr val="000000"/>
                </a:solidFill>
                <a:effectLst/>
                <a:latin typeface="Noto Sans" panose="020B0502040504020204" pitchFamily="34" charset="0"/>
              </a:rPr>
              <a:t> pi </a:t>
            </a:r>
            <a:r>
              <a:rPr lang="en-US" sz="2000" b="0" i="0" dirty="0" err="1">
                <a:solidFill>
                  <a:srgbClr val="000000"/>
                </a:solidFill>
                <a:effectLst/>
                <a:latin typeface="Noto Sans" panose="020B0502040504020204" pitchFamily="34" charset="0"/>
              </a:rPr>
              <a:t>kduɳp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​pf </a:t>
            </a:r>
            <a:r>
              <a:rPr lang="en-US" sz="2000" b="0" i="0" dirty="0" err="1">
                <a:solidFill>
                  <a:srgbClr val="000000"/>
                </a:solidFill>
                <a:effectLst/>
                <a:latin typeface="Noto Sans" panose="020B0502040504020204" pitchFamily="34" charset="0"/>
              </a:rPr>
              <a:t>ktsonk</a:t>
            </a:r>
            <a:r>
              <a:rPr lang="en-US" sz="2000" b="0" i="0" dirty="0">
                <a:solidFill>
                  <a:srgbClr val="000000"/>
                </a:solidFill>
                <a:effectLst/>
                <a:latin typeface="Noto Sans" panose="020B0502040504020204" pitchFamily="34" charset="0"/>
              </a:rPr>
              <a:t> pa </a:t>
            </a:r>
            <a:r>
              <a:rPr lang="en-US" sz="2000" b="0" i="0" dirty="0" err="1">
                <a:solidFill>
                  <a:srgbClr val="000000"/>
                </a:solidFill>
                <a:effectLst/>
                <a:latin typeface="Noto Sans" panose="020B0502040504020204" pitchFamily="34" charset="0"/>
              </a:rPr>
              <a:t>ɟkaŋ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aɳx</a:t>
            </a:r>
            <a:r>
              <a:rPr lang="en-US" sz="2000" b="0" i="0" dirty="0">
                <a:solidFill>
                  <a:srgbClr val="000000"/>
                </a:solidFill>
                <a:effectLst/>
                <a:latin typeface="Noto Sans" panose="020B0502040504020204" pitchFamily="34" charset="0"/>
              </a:rPr>
              <a:t> so po </a:t>
            </a:r>
            <a:r>
              <a:rPr lang="en-US" sz="2000" b="0" i="0" dirty="0" err="1">
                <a:solidFill>
                  <a:srgbClr val="000000"/>
                </a:solidFill>
                <a:effectLst/>
                <a:latin typeface="Noto Sans" panose="020B0502040504020204" pitchFamily="34" charset="0"/>
              </a:rPr>
              <a:t>bba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tse</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tɟu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​t </a:t>
            </a:r>
            <a:r>
              <a:rPr lang="en-US" sz="2000" b="0" i="0" dirty="0" err="1">
                <a:solidFill>
                  <a:srgbClr val="000000"/>
                </a:solidFill>
                <a:effectLst/>
                <a:latin typeface="Noto Sans" panose="020B0502040504020204" pitchFamily="34" charset="0"/>
              </a:rPr>
              <a:t>dɟan</a:t>
            </a:r>
            <a:r>
              <a:rPr lang="en-US" sz="2000" b="0" i="0" dirty="0">
                <a:solidFill>
                  <a:srgbClr val="000000"/>
                </a:solidFill>
                <a:effectLst/>
                <a:latin typeface="Noto Sans" panose="020B0502040504020204" pitchFamily="34" charset="0"/>
              </a:rPr>
              <a:t> xo </a:t>
            </a:r>
            <a:r>
              <a:rPr lang="en-US" sz="2000" b="0" i="0" dirty="0" err="1">
                <a:solidFill>
                  <a:srgbClr val="000000"/>
                </a:solidFill>
                <a:effectLst/>
                <a:latin typeface="Noto Sans" panose="020B0502040504020204" pitchFamily="34" charset="0"/>
              </a:rPr>
              <a:t>pco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em</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çomç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kten</a:t>
            </a:r>
            <a:r>
              <a:rPr lang="en-US" sz="2000" b="0" i="0" dirty="0">
                <a:solidFill>
                  <a:srgbClr val="000000"/>
                </a:solidFill>
                <a:effectLst/>
                <a:latin typeface="Noto Sans" panose="020B0502040504020204" pitchFamily="34" charset="0"/>
              </a:rPr>
              <a:t> b</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ge</a:t>
            </a:r>
            <a:r>
              <a:rPr lang="en-US" sz="2000" b="0" i="0" dirty="0">
                <a:solidFill>
                  <a:srgbClr val="000000"/>
                </a:solidFill>
                <a:effectLst/>
                <a:latin typeface="Noto Sans" panose="020B0502040504020204" pitchFamily="34" charset="0"/>
              </a:rPr>
              <a:t> om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ɟcinx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tpo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d</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cko</a:t>
            </a:r>
            <a:r>
              <a:rPr lang="en-US" sz="2000" b="0" i="0" dirty="0">
                <a:solidFill>
                  <a:srgbClr val="000000"/>
                </a:solidFill>
                <a:effectLst/>
                <a:latin typeface="Noto Sans" panose="020B0502040504020204" pitchFamily="34" charset="0"/>
              </a:rPr>
              <a:t> cu </a:t>
            </a:r>
            <a:r>
              <a:rPr lang="en-US" sz="2000" b="0" i="0" dirty="0" err="1">
                <a:solidFill>
                  <a:srgbClr val="000000"/>
                </a:solidFill>
                <a:effectLst/>
                <a:latin typeface="Noto Sans" panose="020B0502040504020204" pitchFamily="34" charset="0"/>
              </a:rPr>
              <a:t>bdump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gçumd</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ɟanp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ɟtenc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ɟpfank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ɟdu</a:t>
            </a:r>
            <a:r>
              <a:rPr lang="en-US" sz="2000" b="0" i="0" dirty="0">
                <a:solidFill>
                  <a:srgbClr val="000000"/>
                </a:solidFill>
                <a:effectLst/>
                <a:latin typeface="Noto Sans" panose="020B0502040504020204" pitchFamily="34" charset="0"/>
              </a:rPr>
              <a:t> um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eɳɟ</a:t>
            </a:r>
            <a:r>
              <a:rPr lang="en-US" sz="2000" b="0" i="0" dirty="0">
                <a:solidFill>
                  <a:srgbClr val="000000"/>
                </a:solidFill>
                <a:effectLst/>
                <a:latin typeface="Noto Sans" panose="020B0502040504020204" pitchFamily="34" charset="0"/>
              </a:rPr>
              <a:t> on o </a:t>
            </a:r>
            <a:r>
              <a:rPr lang="en-US" sz="2000" b="0" i="0" dirty="0" err="1">
                <a:solidFill>
                  <a:srgbClr val="000000"/>
                </a:solidFill>
                <a:effectLst/>
                <a:latin typeface="Noto Sans" panose="020B0502040504020204" pitchFamily="34" charset="0"/>
              </a:rPr>
              <a:t>kpfeɳx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a:t>
            </a:r>
            <a:r>
              <a:rPr lang="en-US" sz="2000" b="0" i="0" dirty="0">
                <a:solidFill>
                  <a:srgbClr val="000000"/>
                </a:solidFill>
                <a:effectLst/>
                <a:latin typeface="Noto Sans" panose="020B0502040504020204" pitchFamily="34" charset="0"/>
              </a:rPr>
              <a:t> e </a:t>
            </a:r>
            <a:r>
              <a:rPr lang="en-US" sz="2000" b="0" i="0" dirty="0" err="1">
                <a:solidFill>
                  <a:srgbClr val="000000"/>
                </a:solidFill>
                <a:effectLst/>
                <a:latin typeface="Noto Sans" panose="020B0502040504020204" pitchFamily="34" charset="0"/>
              </a:rPr>
              <a:t>iɳɟ</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on p</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un </a:t>
            </a:r>
            <a:r>
              <a:rPr lang="en-US" sz="2000" b="0" i="0" dirty="0" err="1">
                <a:solidFill>
                  <a:srgbClr val="000000"/>
                </a:solidFill>
                <a:effectLst/>
                <a:latin typeface="Noto Sans" panose="020B0502040504020204" pitchFamily="34" charset="0"/>
              </a:rPr>
              <a:t>bonç</a:t>
            </a:r>
            <a:r>
              <a:rPr lang="en-US" sz="2000" b="0" i="0" dirty="0">
                <a:solidFill>
                  <a:srgbClr val="000000"/>
                </a:solidFill>
                <a:effectLst/>
                <a:latin typeface="Noto Sans" panose="020B0502040504020204" pitchFamily="34" charset="0"/>
              </a:rPr>
              <a:t> ga b</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enpf</a:t>
            </a:r>
            <a:r>
              <a:rPr lang="en-US" sz="2000" b="0" i="0" dirty="0">
                <a:solidFill>
                  <a:srgbClr val="000000"/>
                </a:solidFill>
                <a:effectLst/>
                <a:latin typeface="Noto Sans" panose="020B0502040504020204" pitchFamily="34" charset="0"/>
              </a:rPr>
              <a:t> cim </a:t>
            </a:r>
            <a:r>
              <a:rPr lang="en-US" sz="2000" b="0" i="0" dirty="0" err="1">
                <a:solidFill>
                  <a:srgbClr val="000000"/>
                </a:solidFill>
                <a:effectLst/>
                <a:latin typeface="Noto Sans" panose="020B0502040504020204" pitchFamily="34" charset="0"/>
              </a:rPr>
              <a:t>ɟsa</a:t>
            </a:r>
            <a:endParaRPr lang="en-US" sz="2000" dirty="0"/>
          </a:p>
        </p:txBody>
      </p:sp>
    </p:spTree>
    <p:extLst>
      <p:ext uri="{BB962C8B-B14F-4D97-AF65-F5344CB8AC3E}">
        <p14:creationId xmlns:p14="http://schemas.microsoft.com/office/powerpoint/2010/main" val="4276758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p:txBody>
          <a:bodyPr/>
          <a:lstStyle/>
          <a:p>
            <a:r>
              <a:rPr lang="en-US" dirty="0" err="1"/>
              <a:t>Pxsinunr</a:t>
            </a:r>
            <a:r>
              <a:rPr lang="en-US" dirty="0"/>
              <a:t> (</a:t>
            </a:r>
            <a:r>
              <a:rPr lang="en-US" dirty="0" err="1"/>
              <a:t>Dorgon</a:t>
            </a:r>
            <a:r>
              <a:rPr lang="en-US" dirty="0"/>
              <a: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1432559"/>
            <a:ext cx="6157680" cy="3136465"/>
          </a:xfrm>
        </p:spPr>
        <p:txBody>
          <a:bodyPr/>
          <a:lstStyle/>
          <a:p>
            <a:pPr marL="114300" indent="0">
              <a:buNone/>
            </a:pPr>
            <a:r>
              <a:rPr lang="en-US" sz="2400" dirty="0"/>
              <a:t>Syllables with Crazy Nuclei      =   (C)V(C)</a:t>
            </a:r>
            <a:endParaRPr lang="en-US" dirty="0"/>
          </a:p>
          <a:p>
            <a:pPr marL="114300" indent="0">
              <a:lnSpc>
                <a:spcPct val="114999"/>
              </a:lnSpc>
              <a:buNone/>
            </a:pPr>
            <a:endParaRPr lang="en-US" sz="2400" dirty="0"/>
          </a:p>
          <a:p>
            <a:pPr marL="114300" indent="0">
              <a:lnSpc>
                <a:spcPct val="114999"/>
              </a:lnSpc>
              <a:buNone/>
            </a:pPr>
            <a:r>
              <a:rPr lang="en-US" sz="2400" dirty="0"/>
              <a:t>x		</a:t>
            </a:r>
            <a:r>
              <a:rPr lang="en-US" sz="2400" dirty="0" err="1"/>
              <a:t>sx</a:t>
            </a:r>
            <a:r>
              <a:rPr lang="en-US" sz="2400" dirty="0"/>
              <a:t>		</a:t>
            </a:r>
          </a:p>
          <a:p>
            <a:pPr marL="114300" indent="0">
              <a:lnSpc>
                <a:spcPct val="114999"/>
              </a:lnSpc>
              <a:buNone/>
            </a:pPr>
            <a:r>
              <a:rPr lang="en-US" sz="2400" dirty="0" err="1"/>
              <a:t>xt</a:t>
            </a:r>
            <a:r>
              <a:rPr lang="en-US" sz="2400" dirty="0"/>
              <a:t>		</a:t>
            </a:r>
            <a:r>
              <a:rPr lang="en-US" sz="2400" dirty="0" err="1"/>
              <a:t>sxt</a:t>
            </a:r>
            <a:r>
              <a:rPr lang="en-US" sz="2400" dirty="0"/>
              <a:t>		</a:t>
            </a:r>
          </a:p>
        </p:txBody>
      </p:sp>
    </p:spTree>
    <p:extLst>
      <p:ext uri="{BB962C8B-B14F-4D97-AF65-F5344CB8AC3E}">
        <p14:creationId xmlns:p14="http://schemas.microsoft.com/office/powerpoint/2010/main" val="2988019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p:txBody>
          <a:bodyPr/>
          <a:lstStyle/>
          <a:p>
            <a:r>
              <a:rPr lang="en-US" dirty="0" err="1"/>
              <a:t>Pxsinunr</a:t>
            </a:r>
            <a:r>
              <a:rPr lang="en-US" dirty="0"/>
              <a:t> (</a:t>
            </a:r>
            <a:r>
              <a:rPr lang="en-US" dirty="0" err="1"/>
              <a:t>Dorgon</a:t>
            </a:r>
            <a:r>
              <a:rPr lang="en-US" dirty="0"/>
              <a: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1432559"/>
            <a:ext cx="8146500" cy="3136465"/>
          </a:xfrm>
        </p:spPr>
        <p:txBody>
          <a:bodyPr/>
          <a:lstStyle/>
          <a:p>
            <a:pPr marL="114300" indent="0">
              <a:buNone/>
            </a:pPr>
            <a:r>
              <a:rPr lang="en-US" sz="2400" dirty="0"/>
              <a:t>Syllables with Crazy Nuclei      =   (C)V(C)</a:t>
            </a:r>
          </a:p>
          <a:p>
            <a:pPr marL="114300" indent="0">
              <a:lnSpc>
                <a:spcPct val="114999"/>
              </a:lnSpc>
              <a:buNone/>
            </a:pPr>
            <a:endParaRPr lang="en-US" sz="2400" dirty="0"/>
          </a:p>
          <a:p>
            <a:pPr marL="114300" indent="0">
              <a:lnSpc>
                <a:spcPct val="114999"/>
              </a:lnSpc>
              <a:buNone/>
            </a:pP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txg</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dr</a:t>
            </a:r>
            <a:r>
              <a:rPr lang="en-US" sz="2000" b="0" i="0" dirty="0">
                <a:solidFill>
                  <a:srgbClr val="000000"/>
                </a:solidFill>
                <a:effectLst/>
                <a:latin typeface="Noto Sans" panose="020B0502040504020204" pitchFamily="34" charset="0"/>
              </a:rPr>
              <a:t> bn x ds n r </a:t>
            </a:r>
            <a:r>
              <a:rPr lang="en-US" sz="2000" b="0" i="0" dirty="0" err="1">
                <a:solidFill>
                  <a:srgbClr val="000000"/>
                </a:solidFill>
                <a:effectLst/>
                <a:latin typeface="Noto Sans" panose="020B0502040504020204" pitchFamily="34" charset="0"/>
              </a:rPr>
              <a:t>xm</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çŋ</a:t>
            </a:r>
            <a:r>
              <a:rPr lang="en-US" sz="2000" b="0" i="0" dirty="0">
                <a:solidFill>
                  <a:srgbClr val="000000"/>
                </a:solidFill>
                <a:effectLst/>
                <a:latin typeface="Noto Sans" panose="020B0502040504020204" pitchFamily="34" charset="0"/>
              </a:rPr>
              <a:t>​b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xn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sɳd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pfms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a:t>
            </a:r>
            <a:r>
              <a:rPr lang="en-US" sz="2000" b="0" i="0" dirty="0">
                <a:solidFill>
                  <a:srgbClr val="000000"/>
                </a:solidFill>
                <a:effectLst/>
                <a:latin typeface="Noto Sans" panose="020B0502040504020204" pitchFamily="34" charset="0"/>
              </a:rPr>
              <a:t> kl </a:t>
            </a:r>
            <a:r>
              <a:rPr lang="en-US" sz="2000" b="0" i="0" dirty="0" err="1">
                <a:solidFill>
                  <a:srgbClr val="000000"/>
                </a:solidFill>
                <a:effectLst/>
                <a:latin typeface="Noto Sans" panose="020B0502040504020204" pitchFamily="34" charset="0"/>
              </a:rPr>
              <a:t>cn</a:t>
            </a:r>
            <a:r>
              <a:rPr lang="en-US" sz="2000" b="0" i="0" dirty="0">
                <a:solidFill>
                  <a:srgbClr val="000000"/>
                </a:solidFill>
                <a:effectLst/>
                <a:latin typeface="Noto Sans" panose="020B0502040504020204" pitchFamily="34" charset="0"/>
              </a:rPr>
              <a:t> xx </a:t>
            </a:r>
            <a:r>
              <a:rPr lang="en-US" sz="2000" b="0" i="0" dirty="0" err="1">
                <a:solidFill>
                  <a:srgbClr val="000000"/>
                </a:solidFill>
                <a:effectLst/>
                <a:latin typeface="Noto Sans" panose="020B0502040504020204" pitchFamily="34" charset="0"/>
              </a:rPr>
              <a:t>cç</a:t>
            </a:r>
            <a:r>
              <a:rPr lang="en-US" sz="2000" b="0" i="0" dirty="0">
                <a:solidFill>
                  <a:srgbClr val="000000"/>
                </a:solidFill>
                <a:effectLst/>
                <a:latin typeface="Noto Sans" panose="020B0502040504020204" pitchFamily="34" charset="0"/>
              </a:rPr>
              <a:t> ŋ​ ɳ </a:t>
            </a:r>
            <a:r>
              <a:rPr lang="en-US" sz="2000" b="0" i="0" dirty="0" err="1">
                <a:solidFill>
                  <a:srgbClr val="000000"/>
                </a:solidFill>
                <a:effectLst/>
                <a:latin typeface="Noto Sans" panose="020B0502040504020204" pitchFamily="34" charset="0"/>
              </a:rPr>
              <a: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dɳp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txp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bçts</a:t>
            </a:r>
            <a:r>
              <a:rPr lang="en-US" sz="2000" b="0" i="0" dirty="0">
                <a:solidFill>
                  <a:srgbClr val="000000"/>
                </a:solidFill>
                <a:effectLst/>
                <a:latin typeface="Noto Sans" panose="020B0502040504020204" pitchFamily="34" charset="0"/>
              </a:rPr>
              <a:t> r </a:t>
            </a:r>
            <a:r>
              <a:rPr lang="en-US" sz="2000" b="0" i="0" dirty="0" err="1">
                <a:solidFill>
                  <a:srgbClr val="000000"/>
                </a:solidFill>
                <a:effectLst/>
                <a:latin typeface="Noto Sans" panose="020B0502040504020204" pitchFamily="34" charset="0"/>
              </a:rPr>
              <a:t>pɳ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bxt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xm</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glg</a:t>
            </a:r>
            <a:r>
              <a:rPr lang="en-US" sz="2000" b="0" i="0" dirty="0">
                <a:solidFill>
                  <a:srgbClr val="000000"/>
                </a:solidFill>
                <a:effectLst/>
                <a:latin typeface="Noto Sans" panose="020B0502040504020204" pitchFamily="34" charset="0"/>
              </a:rPr>
              <a:t> xl r </a:t>
            </a:r>
            <a:r>
              <a:rPr lang="en-US" sz="2000" b="0" i="0" dirty="0" err="1">
                <a:solidFill>
                  <a:srgbClr val="000000"/>
                </a:solidFill>
                <a:effectLst/>
                <a:latin typeface="Noto Sans" panose="020B0502040504020204" pitchFamily="34" charset="0"/>
              </a:rPr>
              <a:t>ɟç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s x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s x </a:t>
            </a:r>
            <a:r>
              <a:rPr lang="en-US" sz="2000" b="0" i="0" dirty="0" err="1">
                <a:solidFill>
                  <a:srgbClr val="000000"/>
                </a:solidFill>
                <a:effectLst/>
                <a:latin typeface="Noto Sans" panose="020B0502040504020204" pitchFamily="34" charset="0"/>
              </a:rPr>
              <a:t>kr</a:t>
            </a:r>
            <a:r>
              <a:rPr lang="en-US" sz="2000" b="0" i="0" dirty="0">
                <a:solidFill>
                  <a:srgbClr val="000000"/>
                </a:solidFill>
                <a:effectLst/>
                <a:latin typeface="Noto Sans" panose="020B0502040504020204" pitchFamily="34" charset="0"/>
              </a:rPr>
              <a:t> s l </a:t>
            </a:r>
            <a:r>
              <a:rPr lang="en-US" sz="2000" b="0" i="0" dirty="0" err="1">
                <a:solidFill>
                  <a:srgbClr val="000000"/>
                </a:solidFill>
                <a:effectLst/>
                <a:latin typeface="Noto Sans" panose="020B0502040504020204" pitchFamily="34" charset="0"/>
              </a:rPr>
              <a:t>çng</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dɳpf</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a:t>
            </a:r>
            <a:r>
              <a:rPr lang="el-GR" sz="2000" b="0" i="0" dirty="0">
                <a:solidFill>
                  <a:srgbClr val="000000"/>
                </a:solidFill>
                <a:effectLst/>
                <a:latin typeface="Noto Sans" panose="020B0502040504020204" pitchFamily="34" charset="0"/>
              </a:rPr>
              <a:t>θ </a:t>
            </a:r>
            <a:r>
              <a:rPr lang="en-US" sz="2000" b="0" i="0" dirty="0">
                <a:solidFill>
                  <a:srgbClr val="000000"/>
                </a:solidFill>
                <a:effectLst/>
                <a:latin typeface="Noto Sans" panose="020B0502040504020204" pitchFamily="34" charset="0"/>
              </a:rPr>
              <a:t>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gx</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tsɳ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bsp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kçt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tss</a:t>
            </a:r>
            <a:r>
              <a:rPr lang="en-US" sz="2000" b="0" i="0" dirty="0">
                <a:solidFill>
                  <a:srgbClr val="000000"/>
                </a:solidFill>
                <a:effectLst/>
                <a:latin typeface="Noto Sans" panose="020B0502040504020204" pitchFamily="34" charset="0"/>
              </a:rPr>
              <a:t>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dnd</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sç</a:t>
            </a:r>
            <a:r>
              <a:rPr lang="en-US" sz="2000" b="0" i="0" dirty="0">
                <a:solidFill>
                  <a:srgbClr val="000000"/>
                </a:solidFill>
                <a:effectLst/>
                <a:latin typeface="Noto Sans" panose="020B0502040504020204" pitchFamily="34" charset="0"/>
              </a:rPr>
              <a:t> ç</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ɟ </a:t>
            </a:r>
            <a:r>
              <a:rPr lang="en-US" sz="2000" b="0" i="0" dirty="0" err="1">
                <a:solidFill>
                  <a:srgbClr val="000000"/>
                </a:solidFill>
                <a:effectLst/>
                <a:latin typeface="Noto Sans" panose="020B0502040504020204" pitchFamily="34" charset="0"/>
              </a:rPr>
              <a:t>xns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pfnk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tsɳp</a:t>
            </a:r>
            <a:r>
              <a:rPr lang="en-US" sz="2000" b="0" i="0" dirty="0">
                <a:solidFill>
                  <a:srgbClr val="000000"/>
                </a:solidFill>
                <a:effectLst/>
                <a:latin typeface="Noto Sans" panose="020B0502040504020204" pitchFamily="34" charset="0"/>
              </a:rPr>
              <a:t> x ɳ </a:t>
            </a:r>
            <a:r>
              <a:rPr lang="en-US" sz="2000" b="0" i="0" dirty="0" err="1">
                <a:solidFill>
                  <a:srgbClr val="000000"/>
                </a:solidFill>
                <a:effectLst/>
                <a:latin typeface="Noto Sans" panose="020B0502040504020204" pitchFamily="34" charset="0"/>
              </a:rPr>
              <a:t>pfxk</a:t>
            </a:r>
            <a:r>
              <a:rPr lang="en-US" sz="2000" b="0" i="0" dirty="0">
                <a:solidFill>
                  <a:srgbClr val="000000"/>
                </a:solidFill>
                <a:effectLst/>
                <a:latin typeface="Noto Sans" panose="020B0502040504020204" pitchFamily="34" charset="0"/>
              </a:rPr>
              <a:t> c</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tsç</a:t>
            </a:r>
            <a:r>
              <a:rPr lang="en-US" sz="2000" b="0" i="0" dirty="0">
                <a:solidFill>
                  <a:srgbClr val="000000"/>
                </a:solidFill>
                <a:effectLst/>
                <a:latin typeface="Noto Sans" panose="020B0502040504020204" pitchFamily="34" charset="0"/>
              </a:rPr>
              <a:t> xx ɳ l n ŋ​ </a:t>
            </a:r>
            <a:r>
              <a:rPr lang="en-US" sz="2000" b="0" i="0" dirty="0" err="1">
                <a:solidFill>
                  <a:srgbClr val="000000"/>
                </a:solidFill>
                <a:effectLst/>
                <a:latin typeface="Noto Sans" panose="020B0502040504020204" pitchFamily="34" charset="0"/>
              </a:rPr>
              <a:t>ŋ</a:t>
            </a:r>
            <a:r>
              <a:rPr lang="en-US" sz="2000" b="0" i="0" dirty="0">
                <a:solidFill>
                  <a:srgbClr val="000000"/>
                </a:solidFill>
                <a:effectLst/>
                <a:latin typeface="Noto Sans" panose="020B0502040504020204" pitchFamily="34" charset="0"/>
              </a:rPr>
              <a:t>​ r s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mc s </a:t>
            </a:r>
            <a:r>
              <a:rPr lang="en-US" sz="2000" b="0" i="0" dirty="0" err="1">
                <a:solidFill>
                  <a:srgbClr val="000000"/>
                </a:solidFill>
                <a:effectLst/>
                <a:latin typeface="Noto Sans" panose="020B0502040504020204" pitchFamily="34" charset="0"/>
              </a:rPr>
              <a:t>gɳ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tsxd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tsnts</a:t>
            </a:r>
            <a:r>
              <a:rPr lang="en-US" sz="2000" b="0" i="0" dirty="0">
                <a:solidFill>
                  <a:srgbClr val="000000"/>
                </a:solidFill>
                <a:effectLst/>
                <a:latin typeface="Noto Sans" panose="020B0502040504020204" pitchFamily="34" charset="0"/>
              </a:rPr>
              <a:t> r</a:t>
            </a:r>
            <a:endParaRPr lang="en-US" sz="2000" dirty="0"/>
          </a:p>
        </p:txBody>
      </p:sp>
    </p:spTree>
    <p:extLst>
      <p:ext uri="{BB962C8B-B14F-4D97-AF65-F5344CB8AC3E}">
        <p14:creationId xmlns:p14="http://schemas.microsoft.com/office/powerpoint/2010/main" val="2878870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a:xfrm>
            <a:off x="311700" y="0"/>
            <a:ext cx="8520600" cy="707400"/>
          </a:xfrm>
        </p:spPr>
        <p:txBody>
          <a:bodyPr/>
          <a:lstStyle/>
          <a:p>
            <a:r>
              <a:rPr lang="en-US" dirty="0" err="1"/>
              <a:t>Pxsinunr</a:t>
            </a:r>
            <a:r>
              <a:rPr lang="en-US" dirty="0"/>
              <a:t> (</a:t>
            </a:r>
            <a:r>
              <a:rPr lang="en-US" dirty="0" err="1"/>
              <a:t>Dorgon</a:t>
            </a:r>
            <a:r>
              <a:rPr lang="en-US" dirty="0"/>
              <a:t>) – What should we change?</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922020"/>
            <a:ext cx="8146500" cy="2921845"/>
          </a:xfrm>
        </p:spPr>
        <p:txBody>
          <a:bodyPr/>
          <a:lstStyle/>
          <a:p>
            <a:pPr marL="114300" indent="0">
              <a:lnSpc>
                <a:spcPct val="114999"/>
              </a:lnSpc>
              <a:buNone/>
            </a:pPr>
            <a:r>
              <a:rPr lang="en-US" sz="2000" b="0" i="0" dirty="0">
                <a:solidFill>
                  <a:srgbClr val="000000"/>
                </a:solidFill>
                <a:effectLst/>
                <a:latin typeface="Noto Sans" panose="020B0502040504020204" pitchFamily="34" charset="0"/>
              </a:rPr>
              <a:t>tum </a:t>
            </a:r>
            <a:r>
              <a:rPr lang="en-US" sz="2000" b="0" i="0" dirty="0" err="1">
                <a:solidFill>
                  <a:srgbClr val="000000"/>
                </a:solidFill>
                <a:effectLst/>
                <a:latin typeface="Noto Sans" panose="020B0502040504020204" pitchFamily="34" charset="0"/>
              </a:rPr>
              <a:t>iŋ</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cuŋ</a:t>
            </a:r>
            <a:r>
              <a:rPr lang="en-US" sz="2000" b="0" i="0" dirty="0">
                <a:solidFill>
                  <a:srgbClr val="000000"/>
                </a:solidFill>
                <a:effectLst/>
                <a:latin typeface="Noto Sans" panose="020B0502040504020204" pitchFamily="34" charset="0"/>
              </a:rPr>
              <a:t>​s gam </a:t>
            </a:r>
            <a:r>
              <a:rPr lang="en-US" sz="2000" b="0" i="0" dirty="0" err="1">
                <a:solidFill>
                  <a:srgbClr val="000000"/>
                </a:solidFill>
                <a:effectLst/>
                <a:latin typeface="Noto Sans" panose="020B0502040504020204" pitchFamily="34" charset="0"/>
              </a:rPr>
              <a:t>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dtumk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ddeɳb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ɟɟenc</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aɳ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dpfuŋ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uns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ccenb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te</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dɟa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cciŋ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tɟa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unb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imt</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tsint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somd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dkaɳc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dcaɳp</a:t>
            </a:r>
            <a:r>
              <a:rPr lang="en-US" sz="2000" b="0" i="0" dirty="0">
                <a:solidFill>
                  <a:srgbClr val="000000"/>
                </a:solidFill>
                <a:effectLst/>
                <a:latin typeface="Noto Sans" panose="020B0502040504020204" pitchFamily="34" charset="0"/>
              </a:rPr>
              <a:t> pi </a:t>
            </a:r>
            <a:r>
              <a:rPr lang="en-US" sz="2000" b="0" i="0" dirty="0" err="1">
                <a:solidFill>
                  <a:srgbClr val="000000"/>
                </a:solidFill>
                <a:effectLst/>
                <a:latin typeface="Noto Sans" panose="020B0502040504020204" pitchFamily="34" charset="0"/>
              </a:rPr>
              <a:t>kduɳp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​pf </a:t>
            </a:r>
            <a:r>
              <a:rPr lang="en-US" sz="2000" b="0" i="0" dirty="0" err="1">
                <a:solidFill>
                  <a:srgbClr val="000000"/>
                </a:solidFill>
                <a:effectLst/>
                <a:latin typeface="Noto Sans" panose="020B0502040504020204" pitchFamily="34" charset="0"/>
              </a:rPr>
              <a:t>ktsonk</a:t>
            </a:r>
            <a:r>
              <a:rPr lang="en-US" sz="2000" b="0" i="0" dirty="0">
                <a:solidFill>
                  <a:srgbClr val="000000"/>
                </a:solidFill>
                <a:effectLst/>
                <a:latin typeface="Noto Sans" panose="020B0502040504020204" pitchFamily="34" charset="0"/>
              </a:rPr>
              <a:t> pa </a:t>
            </a:r>
            <a:r>
              <a:rPr lang="en-US" sz="2000" b="0" i="0" dirty="0" err="1">
                <a:solidFill>
                  <a:srgbClr val="000000"/>
                </a:solidFill>
                <a:effectLst/>
                <a:latin typeface="Noto Sans" panose="020B0502040504020204" pitchFamily="34" charset="0"/>
              </a:rPr>
              <a:t>ɟkaŋ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aɳx</a:t>
            </a:r>
            <a:r>
              <a:rPr lang="en-US" sz="2000" b="0" i="0" dirty="0">
                <a:solidFill>
                  <a:srgbClr val="000000"/>
                </a:solidFill>
                <a:effectLst/>
                <a:latin typeface="Noto Sans" panose="020B0502040504020204" pitchFamily="34" charset="0"/>
              </a:rPr>
              <a:t> so po </a:t>
            </a:r>
            <a:r>
              <a:rPr lang="en-US" sz="2000" b="0" i="0" dirty="0" err="1">
                <a:solidFill>
                  <a:srgbClr val="000000"/>
                </a:solidFill>
                <a:effectLst/>
                <a:latin typeface="Noto Sans" panose="020B0502040504020204" pitchFamily="34" charset="0"/>
              </a:rPr>
              <a:t>bba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tse</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tɟu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​t </a:t>
            </a:r>
            <a:r>
              <a:rPr lang="en-US" sz="2000" b="0" i="0" dirty="0" err="1">
                <a:solidFill>
                  <a:srgbClr val="000000"/>
                </a:solidFill>
                <a:effectLst/>
                <a:latin typeface="Noto Sans" panose="020B0502040504020204" pitchFamily="34" charset="0"/>
              </a:rPr>
              <a:t>dɟan</a:t>
            </a:r>
            <a:r>
              <a:rPr lang="en-US" sz="2000" b="0" i="0" dirty="0">
                <a:solidFill>
                  <a:srgbClr val="000000"/>
                </a:solidFill>
                <a:effectLst/>
                <a:latin typeface="Noto Sans" panose="020B0502040504020204" pitchFamily="34" charset="0"/>
              </a:rPr>
              <a:t> xo </a:t>
            </a:r>
            <a:r>
              <a:rPr lang="en-US" sz="2000" b="0" i="0" dirty="0" err="1">
                <a:solidFill>
                  <a:srgbClr val="000000"/>
                </a:solidFill>
                <a:effectLst/>
                <a:latin typeface="Noto Sans" panose="020B0502040504020204" pitchFamily="34" charset="0"/>
              </a:rPr>
              <a:t>pco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em</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çomç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kten</a:t>
            </a:r>
            <a:r>
              <a:rPr lang="en-US" sz="2000" b="0" i="0" dirty="0">
                <a:solidFill>
                  <a:srgbClr val="000000"/>
                </a:solidFill>
                <a:effectLst/>
                <a:latin typeface="Noto Sans" panose="020B0502040504020204" pitchFamily="34" charset="0"/>
              </a:rPr>
              <a:t> b</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ge</a:t>
            </a:r>
            <a:r>
              <a:rPr lang="en-US" sz="2000" b="0" i="0" dirty="0">
                <a:solidFill>
                  <a:srgbClr val="000000"/>
                </a:solidFill>
                <a:effectLst/>
                <a:latin typeface="Noto Sans" panose="020B0502040504020204" pitchFamily="34" charset="0"/>
              </a:rPr>
              <a:t> om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ɟcinx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tpo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d</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cko</a:t>
            </a:r>
            <a:r>
              <a:rPr lang="en-US" sz="2000" b="0" i="0" dirty="0">
                <a:solidFill>
                  <a:srgbClr val="000000"/>
                </a:solidFill>
                <a:effectLst/>
                <a:latin typeface="Noto Sans" panose="020B0502040504020204" pitchFamily="34" charset="0"/>
              </a:rPr>
              <a:t> cu </a:t>
            </a:r>
            <a:r>
              <a:rPr lang="en-US" sz="2000" b="0" i="0" dirty="0" err="1">
                <a:solidFill>
                  <a:srgbClr val="000000"/>
                </a:solidFill>
                <a:effectLst/>
                <a:latin typeface="Noto Sans" panose="020B0502040504020204" pitchFamily="34" charset="0"/>
              </a:rPr>
              <a:t>bdump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gçumd</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ɟanp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ɟtenc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ɟpfank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ɟdu</a:t>
            </a:r>
            <a:r>
              <a:rPr lang="en-US" sz="2000" b="0" i="0" dirty="0">
                <a:solidFill>
                  <a:srgbClr val="000000"/>
                </a:solidFill>
                <a:effectLst/>
                <a:latin typeface="Noto Sans" panose="020B0502040504020204" pitchFamily="34" charset="0"/>
              </a:rPr>
              <a:t> um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eɳɟ</a:t>
            </a:r>
            <a:r>
              <a:rPr lang="en-US" sz="2000" b="0" i="0" dirty="0">
                <a:solidFill>
                  <a:srgbClr val="000000"/>
                </a:solidFill>
                <a:effectLst/>
                <a:latin typeface="Noto Sans" panose="020B0502040504020204" pitchFamily="34" charset="0"/>
              </a:rPr>
              <a:t> on o </a:t>
            </a:r>
            <a:r>
              <a:rPr lang="en-US" sz="2000" b="0" i="0" dirty="0" err="1">
                <a:solidFill>
                  <a:srgbClr val="000000"/>
                </a:solidFill>
                <a:effectLst/>
                <a:latin typeface="Noto Sans" panose="020B0502040504020204" pitchFamily="34" charset="0"/>
              </a:rPr>
              <a:t>kpfeɳx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a:t>
            </a:r>
            <a:r>
              <a:rPr lang="en-US" sz="2000" b="0" i="0" dirty="0">
                <a:solidFill>
                  <a:srgbClr val="000000"/>
                </a:solidFill>
                <a:effectLst/>
                <a:latin typeface="Noto Sans" panose="020B0502040504020204" pitchFamily="34" charset="0"/>
              </a:rPr>
              <a:t> e </a:t>
            </a:r>
            <a:r>
              <a:rPr lang="en-US" sz="2000" b="0" i="0" dirty="0" err="1">
                <a:solidFill>
                  <a:srgbClr val="000000"/>
                </a:solidFill>
                <a:effectLst/>
                <a:latin typeface="Noto Sans" panose="020B0502040504020204" pitchFamily="34" charset="0"/>
              </a:rPr>
              <a:t>iɳɟ</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on p</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un </a:t>
            </a:r>
            <a:r>
              <a:rPr lang="en-US" sz="2000" b="0" i="0" dirty="0" err="1">
                <a:solidFill>
                  <a:srgbClr val="000000"/>
                </a:solidFill>
                <a:effectLst/>
                <a:latin typeface="Noto Sans" panose="020B0502040504020204" pitchFamily="34" charset="0"/>
              </a:rPr>
              <a:t>bonç</a:t>
            </a:r>
            <a:r>
              <a:rPr lang="en-US" sz="2000" b="0" i="0" dirty="0">
                <a:solidFill>
                  <a:srgbClr val="000000"/>
                </a:solidFill>
                <a:effectLst/>
                <a:latin typeface="Noto Sans" panose="020B0502040504020204" pitchFamily="34" charset="0"/>
              </a:rPr>
              <a:t> ga b</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enpf</a:t>
            </a:r>
            <a:r>
              <a:rPr lang="en-US" sz="2000" b="0" i="0" dirty="0">
                <a:solidFill>
                  <a:srgbClr val="000000"/>
                </a:solidFill>
                <a:effectLst/>
                <a:latin typeface="Noto Sans" panose="020B0502040504020204" pitchFamily="34" charset="0"/>
              </a:rPr>
              <a:t> cim </a:t>
            </a:r>
            <a:r>
              <a:rPr lang="en-US" sz="2000" b="0" i="0" dirty="0" err="1">
                <a:solidFill>
                  <a:srgbClr val="000000"/>
                </a:solidFill>
                <a:effectLst/>
                <a:latin typeface="Noto Sans" panose="020B0502040504020204" pitchFamily="34" charset="0"/>
              </a:rPr>
              <a:t>ɟsa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txg</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dr</a:t>
            </a:r>
            <a:r>
              <a:rPr lang="en-US" sz="2000" b="0" i="0" dirty="0">
                <a:solidFill>
                  <a:srgbClr val="000000"/>
                </a:solidFill>
                <a:effectLst/>
                <a:latin typeface="Noto Sans" panose="020B0502040504020204" pitchFamily="34" charset="0"/>
              </a:rPr>
              <a:t> bn x ds n r </a:t>
            </a:r>
            <a:r>
              <a:rPr lang="en-US" sz="2000" b="0" i="0" dirty="0" err="1">
                <a:solidFill>
                  <a:srgbClr val="000000"/>
                </a:solidFill>
                <a:effectLst/>
                <a:latin typeface="Noto Sans" panose="020B0502040504020204" pitchFamily="34" charset="0"/>
              </a:rPr>
              <a:t>xm</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çŋ</a:t>
            </a:r>
            <a:r>
              <a:rPr lang="en-US" sz="2000" b="0" i="0" dirty="0">
                <a:solidFill>
                  <a:srgbClr val="000000"/>
                </a:solidFill>
                <a:effectLst/>
                <a:latin typeface="Noto Sans" panose="020B0502040504020204" pitchFamily="34" charset="0"/>
              </a:rPr>
              <a:t>​b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xn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sɳd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pfms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a:t>
            </a:r>
            <a:r>
              <a:rPr lang="en-US" sz="2000" b="0" i="0" dirty="0">
                <a:solidFill>
                  <a:srgbClr val="000000"/>
                </a:solidFill>
                <a:effectLst/>
                <a:latin typeface="Noto Sans" panose="020B0502040504020204" pitchFamily="34" charset="0"/>
              </a:rPr>
              <a:t> kl </a:t>
            </a:r>
            <a:r>
              <a:rPr lang="en-US" sz="2000" b="0" i="0" dirty="0" err="1">
                <a:solidFill>
                  <a:srgbClr val="000000"/>
                </a:solidFill>
                <a:effectLst/>
                <a:latin typeface="Noto Sans" panose="020B0502040504020204" pitchFamily="34" charset="0"/>
              </a:rPr>
              <a:t>cn</a:t>
            </a:r>
            <a:r>
              <a:rPr lang="en-US" sz="2000" b="0" i="0" dirty="0">
                <a:solidFill>
                  <a:srgbClr val="000000"/>
                </a:solidFill>
                <a:effectLst/>
                <a:latin typeface="Noto Sans" panose="020B0502040504020204" pitchFamily="34" charset="0"/>
              </a:rPr>
              <a:t> xx </a:t>
            </a:r>
            <a:r>
              <a:rPr lang="en-US" sz="2000" b="0" i="0" dirty="0" err="1">
                <a:solidFill>
                  <a:srgbClr val="000000"/>
                </a:solidFill>
                <a:effectLst/>
                <a:latin typeface="Noto Sans" panose="020B0502040504020204" pitchFamily="34" charset="0"/>
              </a:rPr>
              <a:t>cç</a:t>
            </a:r>
            <a:r>
              <a:rPr lang="en-US" sz="2000" b="0" i="0" dirty="0">
                <a:solidFill>
                  <a:srgbClr val="000000"/>
                </a:solidFill>
                <a:effectLst/>
                <a:latin typeface="Noto Sans" panose="020B0502040504020204" pitchFamily="34" charset="0"/>
              </a:rPr>
              <a:t> ŋ​ ɳ </a:t>
            </a:r>
            <a:r>
              <a:rPr lang="en-US" sz="2000" b="0" i="0" dirty="0" err="1">
                <a:solidFill>
                  <a:srgbClr val="000000"/>
                </a:solidFill>
                <a:effectLst/>
                <a:latin typeface="Noto Sans" panose="020B0502040504020204" pitchFamily="34" charset="0"/>
              </a:rPr>
              <a: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dɳp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txp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bçts</a:t>
            </a:r>
            <a:r>
              <a:rPr lang="en-US" sz="2000" b="0" i="0" dirty="0">
                <a:solidFill>
                  <a:srgbClr val="000000"/>
                </a:solidFill>
                <a:effectLst/>
                <a:latin typeface="Noto Sans" panose="020B0502040504020204" pitchFamily="34" charset="0"/>
              </a:rPr>
              <a:t> r </a:t>
            </a:r>
            <a:r>
              <a:rPr lang="en-US" sz="2000" b="0" i="0" dirty="0" err="1">
                <a:solidFill>
                  <a:srgbClr val="000000"/>
                </a:solidFill>
                <a:effectLst/>
                <a:latin typeface="Noto Sans" panose="020B0502040504020204" pitchFamily="34" charset="0"/>
              </a:rPr>
              <a:t>pɳ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bxt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xm</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glg</a:t>
            </a:r>
            <a:r>
              <a:rPr lang="en-US" sz="2000" b="0" i="0" dirty="0">
                <a:solidFill>
                  <a:srgbClr val="000000"/>
                </a:solidFill>
                <a:effectLst/>
                <a:latin typeface="Noto Sans" panose="020B0502040504020204" pitchFamily="34" charset="0"/>
              </a:rPr>
              <a:t> xl r </a:t>
            </a:r>
            <a:r>
              <a:rPr lang="en-US" sz="2000" b="0" i="0" dirty="0" err="1">
                <a:solidFill>
                  <a:srgbClr val="000000"/>
                </a:solidFill>
                <a:effectLst/>
                <a:latin typeface="Noto Sans" panose="020B0502040504020204" pitchFamily="34" charset="0"/>
              </a:rPr>
              <a:t>ɟç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s x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s x </a:t>
            </a:r>
            <a:r>
              <a:rPr lang="en-US" sz="2000" b="0" i="0" dirty="0" err="1">
                <a:solidFill>
                  <a:srgbClr val="000000"/>
                </a:solidFill>
                <a:effectLst/>
                <a:latin typeface="Noto Sans" panose="020B0502040504020204" pitchFamily="34" charset="0"/>
              </a:rPr>
              <a:t>kr</a:t>
            </a:r>
            <a:r>
              <a:rPr lang="en-US" sz="2000" b="0" i="0" dirty="0">
                <a:solidFill>
                  <a:srgbClr val="000000"/>
                </a:solidFill>
                <a:effectLst/>
                <a:latin typeface="Noto Sans" panose="020B0502040504020204" pitchFamily="34" charset="0"/>
              </a:rPr>
              <a:t> s l </a:t>
            </a:r>
            <a:r>
              <a:rPr lang="en-US" sz="2000" b="0" i="0" dirty="0" err="1">
                <a:solidFill>
                  <a:srgbClr val="000000"/>
                </a:solidFill>
                <a:effectLst/>
                <a:latin typeface="Noto Sans" panose="020B0502040504020204" pitchFamily="34" charset="0"/>
              </a:rPr>
              <a:t>çng</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dɳpf</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a:t>
            </a:r>
            <a:r>
              <a:rPr lang="el-GR" sz="2000" b="0" i="0" dirty="0">
                <a:solidFill>
                  <a:srgbClr val="000000"/>
                </a:solidFill>
                <a:effectLst/>
                <a:latin typeface="Noto Sans" panose="020B0502040504020204" pitchFamily="34" charset="0"/>
              </a:rPr>
              <a:t>θ </a:t>
            </a:r>
            <a:r>
              <a:rPr lang="en-US" sz="2000" b="0" i="0" dirty="0">
                <a:solidFill>
                  <a:srgbClr val="000000"/>
                </a:solidFill>
                <a:effectLst/>
                <a:latin typeface="Noto Sans" panose="020B0502040504020204" pitchFamily="34" charset="0"/>
              </a:rPr>
              <a:t>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gx</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tsɳ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bsp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kçt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tss</a:t>
            </a:r>
            <a:r>
              <a:rPr lang="en-US" sz="2000" b="0" i="0" dirty="0">
                <a:solidFill>
                  <a:srgbClr val="000000"/>
                </a:solidFill>
                <a:effectLst/>
                <a:latin typeface="Noto Sans" panose="020B0502040504020204" pitchFamily="34" charset="0"/>
              </a:rPr>
              <a:t>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dnd</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sç</a:t>
            </a:r>
            <a:r>
              <a:rPr lang="en-US" sz="2000" b="0" i="0" dirty="0">
                <a:solidFill>
                  <a:srgbClr val="000000"/>
                </a:solidFill>
                <a:effectLst/>
                <a:latin typeface="Noto Sans" panose="020B0502040504020204" pitchFamily="34" charset="0"/>
              </a:rPr>
              <a:t> ç</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ɟ </a:t>
            </a:r>
            <a:r>
              <a:rPr lang="en-US" sz="2000" b="0" i="0" dirty="0" err="1">
                <a:solidFill>
                  <a:srgbClr val="000000"/>
                </a:solidFill>
                <a:effectLst/>
                <a:latin typeface="Noto Sans" panose="020B0502040504020204" pitchFamily="34" charset="0"/>
              </a:rPr>
              <a:t>xns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pfnk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tsɳp</a:t>
            </a:r>
            <a:r>
              <a:rPr lang="en-US" sz="2000" b="0" i="0" dirty="0">
                <a:solidFill>
                  <a:srgbClr val="000000"/>
                </a:solidFill>
                <a:effectLst/>
                <a:latin typeface="Noto Sans" panose="020B0502040504020204" pitchFamily="34" charset="0"/>
              </a:rPr>
              <a:t> x ɳ </a:t>
            </a:r>
            <a:r>
              <a:rPr lang="en-US" sz="2000" b="0" i="0" dirty="0" err="1">
                <a:solidFill>
                  <a:srgbClr val="000000"/>
                </a:solidFill>
                <a:effectLst/>
                <a:latin typeface="Noto Sans" panose="020B0502040504020204" pitchFamily="34" charset="0"/>
              </a:rPr>
              <a:t>pfxk</a:t>
            </a:r>
            <a:r>
              <a:rPr lang="en-US" sz="2000" b="0" i="0" dirty="0">
                <a:solidFill>
                  <a:srgbClr val="000000"/>
                </a:solidFill>
                <a:effectLst/>
                <a:latin typeface="Noto Sans" panose="020B0502040504020204" pitchFamily="34" charset="0"/>
              </a:rPr>
              <a:t> c</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tsç</a:t>
            </a:r>
            <a:r>
              <a:rPr lang="en-US" sz="2000" b="0" i="0" dirty="0">
                <a:solidFill>
                  <a:srgbClr val="000000"/>
                </a:solidFill>
                <a:effectLst/>
                <a:latin typeface="Noto Sans" panose="020B0502040504020204" pitchFamily="34" charset="0"/>
              </a:rPr>
              <a:t> xx ɳ l n ŋ​ </a:t>
            </a:r>
            <a:r>
              <a:rPr lang="en-US" sz="2000" b="0" i="0" dirty="0" err="1">
                <a:solidFill>
                  <a:srgbClr val="000000"/>
                </a:solidFill>
                <a:effectLst/>
                <a:latin typeface="Noto Sans" panose="020B0502040504020204" pitchFamily="34" charset="0"/>
              </a:rPr>
              <a:t>ŋ</a:t>
            </a:r>
            <a:r>
              <a:rPr lang="en-US" sz="2000" b="0" i="0" dirty="0">
                <a:solidFill>
                  <a:srgbClr val="000000"/>
                </a:solidFill>
                <a:effectLst/>
                <a:latin typeface="Noto Sans" panose="020B0502040504020204" pitchFamily="34" charset="0"/>
              </a:rPr>
              <a:t>​ r s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mc s </a:t>
            </a:r>
            <a:r>
              <a:rPr lang="en-US" sz="2000" b="0" i="0" dirty="0" err="1">
                <a:solidFill>
                  <a:srgbClr val="000000"/>
                </a:solidFill>
                <a:effectLst/>
                <a:latin typeface="Noto Sans" panose="020B0502040504020204" pitchFamily="34" charset="0"/>
              </a:rPr>
              <a:t>gɳ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tsxd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tsnts</a:t>
            </a:r>
            <a:r>
              <a:rPr lang="en-US" sz="2000" b="0" i="0" dirty="0">
                <a:solidFill>
                  <a:srgbClr val="000000"/>
                </a:solidFill>
                <a:effectLst/>
                <a:latin typeface="Noto Sans" panose="020B0502040504020204" pitchFamily="34" charset="0"/>
              </a:rPr>
              <a:t> r</a:t>
            </a:r>
            <a:endParaRPr lang="en-US" sz="2000" dirty="0"/>
          </a:p>
          <a:p>
            <a:pPr marL="114300" indent="0">
              <a:lnSpc>
                <a:spcPct val="114999"/>
              </a:lnSpc>
              <a:buNone/>
            </a:pPr>
            <a:endParaRPr lang="en-US" sz="2000" dirty="0"/>
          </a:p>
        </p:txBody>
      </p:sp>
    </p:spTree>
    <p:extLst>
      <p:ext uri="{BB962C8B-B14F-4D97-AF65-F5344CB8AC3E}">
        <p14:creationId xmlns:p14="http://schemas.microsoft.com/office/powerpoint/2010/main" val="473071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a:xfrm>
            <a:off x="311700" y="0"/>
            <a:ext cx="8520600" cy="707400"/>
          </a:xfrm>
        </p:spPr>
        <p:txBody>
          <a:bodyPr/>
          <a:lstStyle/>
          <a:p>
            <a:r>
              <a:rPr lang="en-US" dirty="0"/>
              <a:t>Remember “</a:t>
            </a:r>
            <a:r>
              <a:rPr lang="en-US" dirty="0" err="1"/>
              <a:t>Gsenian</a:t>
            </a:r>
            <a:r>
              <a:rPr lang="en-US" dirty="0"/>
              <a: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845820"/>
            <a:ext cx="8146500" cy="2998045"/>
          </a:xfrm>
        </p:spPr>
        <p:txBody>
          <a:bodyPr/>
          <a:lstStyle/>
          <a:p>
            <a:pPr marL="114300" indent="0">
              <a:lnSpc>
                <a:spcPct val="114999"/>
              </a:lnSpc>
              <a:buNone/>
            </a:pPr>
            <a:r>
              <a:rPr lang="en-US" sz="2000" b="0" i="0" dirty="0">
                <a:solidFill>
                  <a:srgbClr val="000000"/>
                </a:solidFill>
                <a:effectLst/>
                <a:latin typeface="Noto Sans" panose="020B0502040504020204" pitchFamily="34" charset="0"/>
              </a:rPr>
              <a:t>tum </a:t>
            </a:r>
            <a:r>
              <a:rPr lang="en-US" sz="2000" b="0" i="0" dirty="0" err="1">
                <a:solidFill>
                  <a:srgbClr val="000000"/>
                </a:solidFill>
                <a:effectLst/>
                <a:latin typeface="Noto Sans" panose="020B0502040504020204" pitchFamily="34" charset="0"/>
              </a:rPr>
              <a:t>iŋ</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cuŋ</a:t>
            </a:r>
            <a:r>
              <a:rPr lang="en-US" sz="2000" b="0" i="0" dirty="0">
                <a:solidFill>
                  <a:srgbClr val="000000"/>
                </a:solidFill>
                <a:effectLst/>
                <a:latin typeface="Noto Sans" panose="020B0502040504020204" pitchFamily="34" charset="0"/>
              </a:rPr>
              <a:t>​s gam </a:t>
            </a:r>
            <a:r>
              <a:rPr lang="en-US" sz="2000" b="0" i="0" dirty="0" err="1">
                <a:solidFill>
                  <a:srgbClr val="000000"/>
                </a:solidFill>
                <a:effectLst/>
                <a:latin typeface="Noto Sans" panose="020B0502040504020204" pitchFamily="34" charset="0"/>
              </a:rPr>
              <a:t>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dtumk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ddeɳb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ɟɟenc</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aɳ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dpfuŋ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uns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ccenb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te</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dɟa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cciŋ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tɟa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unb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imt</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tsint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somd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dkaɳc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dcaɳp</a:t>
            </a:r>
            <a:r>
              <a:rPr lang="en-US" sz="2000" b="0" i="0" dirty="0">
                <a:solidFill>
                  <a:srgbClr val="000000"/>
                </a:solidFill>
                <a:effectLst/>
                <a:latin typeface="Noto Sans" panose="020B0502040504020204" pitchFamily="34" charset="0"/>
              </a:rPr>
              <a:t> pi </a:t>
            </a:r>
            <a:r>
              <a:rPr lang="en-US" sz="2000" b="0" i="0" dirty="0" err="1">
                <a:solidFill>
                  <a:srgbClr val="000000"/>
                </a:solidFill>
                <a:effectLst/>
                <a:latin typeface="Noto Sans" panose="020B0502040504020204" pitchFamily="34" charset="0"/>
              </a:rPr>
              <a:t>kduɳp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​pf </a:t>
            </a:r>
            <a:r>
              <a:rPr lang="en-US" sz="2000" b="0" i="0" dirty="0" err="1">
                <a:solidFill>
                  <a:srgbClr val="000000"/>
                </a:solidFill>
                <a:effectLst/>
                <a:latin typeface="Noto Sans" panose="020B0502040504020204" pitchFamily="34" charset="0"/>
              </a:rPr>
              <a:t>ktsonk</a:t>
            </a:r>
            <a:r>
              <a:rPr lang="en-US" sz="2000" b="0" i="0" dirty="0">
                <a:solidFill>
                  <a:srgbClr val="000000"/>
                </a:solidFill>
                <a:effectLst/>
                <a:latin typeface="Noto Sans" panose="020B0502040504020204" pitchFamily="34" charset="0"/>
              </a:rPr>
              <a:t> pa </a:t>
            </a:r>
            <a:r>
              <a:rPr lang="en-US" sz="2000" b="0" i="0" dirty="0" err="1">
                <a:solidFill>
                  <a:srgbClr val="000000"/>
                </a:solidFill>
                <a:effectLst/>
                <a:latin typeface="Noto Sans" panose="020B0502040504020204" pitchFamily="34" charset="0"/>
              </a:rPr>
              <a:t>ɟkaŋ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aɳx</a:t>
            </a:r>
            <a:r>
              <a:rPr lang="en-US" sz="2000" b="0" i="0" dirty="0">
                <a:solidFill>
                  <a:srgbClr val="000000"/>
                </a:solidFill>
                <a:effectLst/>
                <a:latin typeface="Noto Sans" panose="020B0502040504020204" pitchFamily="34" charset="0"/>
              </a:rPr>
              <a:t> so po </a:t>
            </a:r>
            <a:r>
              <a:rPr lang="en-US" sz="2000" b="0" i="0" dirty="0" err="1">
                <a:solidFill>
                  <a:srgbClr val="000000"/>
                </a:solidFill>
                <a:effectLst/>
                <a:latin typeface="Noto Sans" panose="020B0502040504020204" pitchFamily="34" charset="0"/>
              </a:rPr>
              <a:t>bba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tse</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tɟu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​t </a:t>
            </a:r>
            <a:r>
              <a:rPr lang="en-US" sz="2000" b="0" i="0" dirty="0" err="1">
                <a:solidFill>
                  <a:srgbClr val="000000"/>
                </a:solidFill>
                <a:effectLst/>
                <a:latin typeface="Noto Sans" panose="020B0502040504020204" pitchFamily="34" charset="0"/>
              </a:rPr>
              <a:t>dɟan</a:t>
            </a:r>
            <a:r>
              <a:rPr lang="en-US" sz="2000" b="0" i="0" dirty="0">
                <a:solidFill>
                  <a:srgbClr val="000000"/>
                </a:solidFill>
                <a:effectLst/>
                <a:latin typeface="Noto Sans" panose="020B0502040504020204" pitchFamily="34" charset="0"/>
              </a:rPr>
              <a:t> xo </a:t>
            </a:r>
            <a:r>
              <a:rPr lang="en-US" sz="2000" b="0" i="0" dirty="0" err="1">
                <a:solidFill>
                  <a:srgbClr val="000000"/>
                </a:solidFill>
                <a:effectLst/>
                <a:latin typeface="Noto Sans" panose="020B0502040504020204" pitchFamily="34" charset="0"/>
              </a:rPr>
              <a:t>pco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em</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çomç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kten</a:t>
            </a:r>
            <a:r>
              <a:rPr lang="en-US" sz="2000" b="0" i="0" dirty="0">
                <a:solidFill>
                  <a:srgbClr val="000000"/>
                </a:solidFill>
                <a:effectLst/>
                <a:latin typeface="Noto Sans" panose="020B0502040504020204" pitchFamily="34" charset="0"/>
              </a:rPr>
              <a:t> b</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ge</a:t>
            </a:r>
            <a:r>
              <a:rPr lang="en-US" sz="2000" b="0" i="0" dirty="0">
                <a:solidFill>
                  <a:srgbClr val="000000"/>
                </a:solidFill>
                <a:effectLst/>
                <a:latin typeface="Noto Sans" panose="020B0502040504020204" pitchFamily="34" charset="0"/>
              </a:rPr>
              <a:t> om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ɟcinx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tpo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d</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cko</a:t>
            </a:r>
            <a:r>
              <a:rPr lang="en-US" sz="2000" b="0" i="0" dirty="0">
                <a:solidFill>
                  <a:srgbClr val="000000"/>
                </a:solidFill>
                <a:effectLst/>
                <a:latin typeface="Noto Sans" panose="020B0502040504020204" pitchFamily="34" charset="0"/>
              </a:rPr>
              <a:t> cu </a:t>
            </a:r>
            <a:r>
              <a:rPr lang="en-US" sz="2000" b="0" i="0" dirty="0" err="1">
                <a:solidFill>
                  <a:srgbClr val="000000"/>
                </a:solidFill>
                <a:effectLst/>
                <a:latin typeface="Noto Sans" panose="020B0502040504020204" pitchFamily="34" charset="0"/>
              </a:rPr>
              <a:t>bdump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gçumd</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ɟanp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ɟtenc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ɟpfank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ɟdu</a:t>
            </a:r>
            <a:r>
              <a:rPr lang="en-US" sz="2000" b="0" i="0" dirty="0">
                <a:solidFill>
                  <a:srgbClr val="000000"/>
                </a:solidFill>
                <a:effectLst/>
                <a:latin typeface="Noto Sans" panose="020B0502040504020204" pitchFamily="34" charset="0"/>
              </a:rPr>
              <a:t> um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eɳɟ</a:t>
            </a:r>
            <a:r>
              <a:rPr lang="en-US" sz="2000" b="0" i="0" dirty="0">
                <a:solidFill>
                  <a:srgbClr val="000000"/>
                </a:solidFill>
                <a:effectLst/>
                <a:latin typeface="Noto Sans" panose="020B0502040504020204" pitchFamily="34" charset="0"/>
              </a:rPr>
              <a:t> on o </a:t>
            </a:r>
            <a:r>
              <a:rPr lang="en-US" sz="2000" b="0" i="0" dirty="0" err="1">
                <a:solidFill>
                  <a:srgbClr val="000000"/>
                </a:solidFill>
                <a:effectLst/>
                <a:latin typeface="Noto Sans" panose="020B0502040504020204" pitchFamily="34" charset="0"/>
              </a:rPr>
              <a:t>kpfeɳx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a:t>
            </a:r>
            <a:r>
              <a:rPr lang="en-US" sz="2000" b="0" i="0" dirty="0">
                <a:solidFill>
                  <a:srgbClr val="000000"/>
                </a:solidFill>
                <a:effectLst/>
                <a:latin typeface="Noto Sans" panose="020B0502040504020204" pitchFamily="34" charset="0"/>
              </a:rPr>
              <a:t> e </a:t>
            </a:r>
            <a:r>
              <a:rPr lang="en-US" sz="2000" b="0" i="0" dirty="0" err="1">
                <a:solidFill>
                  <a:srgbClr val="000000"/>
                </a:solidFill>
                <a:effectLst/>
                <a:latin typeface="Noto Sans" panose="020B0502040504020204" pitchFamily="34" charset="0"/>
              </a:rPr>
              <a:t>iɳɟ</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on p</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un </a:t>
            </a:r>
            <a:r>
              <a:rPr lang="en-US" sz="2000" b="0" i="0" dirty="0" err="1">
                <a:solidFill>
                  <a:srgbClr val="000000"/>
                </a:solidFill>
                <a:effectLst/>
                <a:latin typeface="Noto Sans" panose="020B0502040504020204" pitchFamily="34" charset="0"/>
              </a:rPr>
              <a:t>bonç</a:t>
            </a:r>
            <a:r>
              <a:rPr lang="en-US" sz="2000" b="0" i="0" dirty="0">
                <a:solidFill>
                  <a:srgbClr val="000000"/>
                </a:solidFill>
                <a:effectLst/>
                <a:latin typeface="Noto Sans" panose="020B0502040504020204" pitchFamily="34" charset="0"/>
              </a:rPr>
              <a:t> ga b</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enpf</a:t>
            </a:r>
            <a:r>
              <a:rPr lang="en-US" sz="2000" b="0" i="0" dirty="0">
                <a:solidFill>
                  <a:srgbClr val="000000"/>
                </a:solidFill>
                <a:effectLst/>
                <a:latin typeface="Noto Sans" panose="020B0502040504020204" pitchFamily="34" charset="0"/>
              </a:rPr>
              <a:t> cim </a:t>
            </a:r>
            <a:r>
              <a:rPr lang="en-US" sz="2000" b="0" i="0" dirty="0" err="1">
                <a:solidFill>
                  <a:srgbClr val="000000"/>
                </a:solidFill>
                <a:effectLst/>
                <a:latin typeface="Noto Sans" panose="020B0502040504020204" pitchFamily="34" charset="0"/>
              </a:rPr>
              <a:t>ɟsa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txg</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dr</a:t>
            </a:r>
            <a:r>
              <a:rPr lang="en-US" sz="2000" b="0" i="0" dirty="0">
                <a:solidFill>
                  <a:srgbClr val="000000"/>
                </a:solidFill>
                <a:effectLst/>
                <a:latin typeface="Noto Sans" panose="020B0502040504020204" pitchFamily="34" charset="0"/>
              </a:rPr>
              <a:t> bn x ds n r </a:t>
            </a:r>
            <a:r>
              <a:rPr lang="en-US" sz="2000" b="0" i="0" dirty="0" err="1">
                <a:solidFill>
                  <a:srgbClr val="000000"/>
                </a:solidFill>
                <a:effectLst/>
                <a:latin typeface="Noto Sans" panose="020B0502040504020204" pitchFamily="34" charset="0"/>
              </a:rPr>
              <a:t>xm</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çŋ</a:t>
            </a:r>
            <a:r>
              <a:rPr lang="en-US" sz="2000" b="0" i="0" dirty="0">
                <a:solidFill>
                  <a:srgbClr val="000000"/>
                </a:solidFill>
                <a:effectLst/>
                <a:latin typeface="Noto Sans" panose="020B0502040504020204" pitchFamily="34" charset="0"/>
              </a:rPr>
              <a:t>​b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xn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sɳd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pfms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a:t>
            </a:r>
            <a:r>
              <a:rPr lang="en-US" sz="2000" b="0" i="0" dirty="0">
                <a:solidFill>
                  <a:srgbClr val="000000"/>
                </a:solidFill>
                <a:effectLst/>
                <a:latin typeface="Noto Sans" panose="020B0502040504020204" pitchFamily="34" charset="0"/>
              </a:rPr>
              <a:t> kl </a:t>
            </a:r>
            <a:r>
              <a:rPr lang="en-US" sz="2000" b="0" i="0" dirty="0" err="1">
                <a:solidFill>
                  <a:srgbClr val="000000"/>
                </a:solidFill>
                <a:effectLst/>
                <a:latin typeface="Noto Sans" panose="020B0502040504020204" pitchFamily="34" charset="0"/>
              </a:rPr>
              <a:t>cn</a:t>
            </a:r>
            <a:r>
              <a:rPr lang="en-US" sz="2000" b="0" i="0" dirty="0">
                <a:solidFill>
                  <a:srgbClr val="000000"/>
                </a:solidFill>
                <a:effectLst/>
                <a:latin typeface="Noto Sans" panose="020B0502040504020204" pitchFamily="34" charset="0"/>
              </a:rPr>
              <a:t> xx </a:t>
            </a:r>
            <a:r>
              <a:rPr lang="en-US" sz="2000" b="0" i="0" dirty="0" err="1">
                <a:solidFill>
                  <a:srgbClr val="000000"/>
                </a:solidFill>
                <a:effectLst/>
                <a:latin typeface="Noto Sans" panose="020B0502040504020204" pitchFamily="34" charset="0"/>
              </a:rPr>
              <a:t>cç</a:t>
            </a:r>
            <a:r>
              <a:rPr lang="en-US" sz="2000" b="0" i="0" dirty="0">
                <a:solidFill>
                  <a:srgbClr val="000000"/>
                </a:solidFill>
                <a:effectLst/>
                <a:latin typeface="Noto Sans" panose="020B0502040504020204" pitchFamily="34" charset="0"/>
              </a:rPr>
              <a:t> ŋ​ ɳ </a:t>
            </a:r>
            <a:r>
              <a:rPr lang="en-US" sz="2000" b="0" i="0" dirty="0" err="1">
                <a:solidFill>
                  <a:srgbClr val="000000"/>
                </a:solidFill>
                <a:effectLst/>
                <a:latin typeface="Noto Sans" panose="020B0502040504020204" pitchFamily="34" charset="0"/>
              </a:rPr>
              <a: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dɳp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txp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bçts</a:t>
            </a:r>
            <a:r>
              <a:rPr lang="en-US" sz="2000" b="0" i="0" dirty="0">
                <a:solidFill>
                  <a:srgbClr val="000000"/>
                </a:solidFill>
                <a:effectLst/>
                <a:latin typeface="Noto Sans" panose="020B0502040504020204" pitchFamily="34" charset="0"/>
              </a:rPr>
              <a:t> r </a:t>
            </a:r>
            <a:r>
              <a:rPr lang="en-US" sz="2000" b="0" i="0" dirty="0" err="1">
                <a:solidFill>
                  <a:srgbClr val="000000"/>
                </a:solidFill>
                <a:effectLst/>
                <a:latin typeface="Noto Sans" panose="020B0502040504020204" pitchFamily="34" charset="0"/>
              </a:rPr>
              <a:t>pɳ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bxt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xm</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glg</a:t>
            </a:r>
            <a:r>
              <a:rPr lang="en-US" sz="2000" b="0" i="0" dirty="0">
                <a:solidFill>
                  <a:srgbClr val="000000"/>
                </a:solidFill>
                <a:effectLst/>
                <a:latin typeface="Noto Sans" panose="020B0502040504020204" pitchFamily="34" charset="0"/>
              </a:rPr>
              <a:t> xl r </a:t>
            </a:r>
            <a:r>
              <a:rPr lang="en-US" sz="2000" b="0" i="0" dirty="0" err="1">
                <a:solidFill>
                  <a:srgbClr val="000000"/>
                </a:solidFill>
                <a:effectLst/>
                <a:latin typeface="Noto Sans" panose="020B0502040504020204" pitchFamily="34" charset="0"/>
              </a:rPr>
              <a:t>ɟç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s x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s x </a:t>
            </a:r>
            <a:r>
              <a:rPr lang="en-US" sz="2000" b="0" i="0" dirty="0" err="1">
                <a:solidFill>
                  <a:srgbClr val="000000"/>
                </a:solidFill>
                <a:effectLst/>
                <a:latin typeface="Noto Sans" panose="020B0502040504020204" pitchFamily="34" charset="0"/>
              </a:rPr>
              <a:t>kr</a:t>
            </a:r>
            <a:r>
              <a:rPr lang="en-US" sz="2000" b="0" i="0" dirty="0">
                <a:solidFill>
                  <a:srgbClr val="000000"/>
                </a:solidFill>
                <a:effectLst/>
                <a:latin typeface="Noto Sans" panose="020B0502040504020204" pitchFamily="34" charset="0"/>
              </a:rPr>
              <a:t> s l </a:t>
            </a:r>
            <a:r>
              <a:rPr lang="en-US" sz="2000" b="0" i="0" dirty="0" err="1">
                <a:solidFill>
                  <a:srgbClr val="000000"/>
                </a:solidFill>
                <a:effectLst/>
                <a:latin typeface="Noto Sans" panose="020B0502040504020204" pitchFamily="34" charset="0"/>
              </a:rPr>
              <a:t>çng</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dɳpf</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a:t>
            </a:r>
            <a:r>
              <a:rPr lang="el-GR" sz="2000" b="0" i="0" dirty="0">
                <a:solidFill>
                  <a:srgbClr val="000000"/>
                </a:solidFill>
                <a:effectLst/>
                <a:latin typeface="Noto Sans" panose="020B0502040504020204" pitchFamily="34" charset="0"/>
              </a:rPr>
              <a:t>θ </a:t>
            </a:r>
            <a:r>
              <a:rPr lang="en-US" sz="2000" b="0" i="0" dirty="0">
                <a:solidFill>
                  <a:srgbClr val="000000"/>
                </a:solidFill>
                <a:effectLst/>
                <a:latin typeface="Noto Sans" panose="020B0502040504020204" pitchFamily="34" charset="0"/>
              </a:rPr>
              <a:t>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gx</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tsɳ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bsp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kçt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tss</a:t>
            </a:r>
            <a:r>
              <a:rPr lang="en-US" sz="2000" b="0" i="0" dirty="0">
                <a:solidFill>
                  <a:srgbClr val="000000"/>
                </a:solidFill>
                <a:effectLst/>
                <a:latin typeface="Noto Sans" panose="020B0502040504020204" pitchFamily="34" charset="0"/>
              </a:rPr>
              <a:t>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dnd</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sç</a:t>
            </a:r>
            <a:r>
              <a:rPr lang="en-US" sz="2000" b="0" i="0" dirty="0">
                <a:solidFill>
                  <a:srgbClr val="000000"/>
                </a:solidFill>
                <a:effectLst/>
                <a:latin typeface="Noto Sans" panose="020B0502040504020204" pitchFamily="34" charset="0"/>
              </a:rPr>
              <a:t> ç</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ɟ </a:t>
            </a:r>
            <a:r>
              <a:rPr lang="en-US" sz="2000" b="0" i="0" dirty="0" err="1">
                <a:solidFill>
                  <a:srgbClr val="000000"/>
                </a:solidFill>
                <a:effectLst/>
                <a:latin typeface="Noto Sans" panose="020B0502040504020204" pitchFamily="34" charset="0"/>
              </a:rPr>
              <a:t>xns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pfnk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tsɳp</a:t>
            </a:r>
            <a:r>
              <a:rPr lang="en-US" sz="2000" b="0" i="0" dirty="0">
                <a:solidFill>
                  <a:srgbClr val="000000"/>
                </a:solidFill>
                <a:effectLst/>
                <a:latin typeface="Noto Sans" panose="020B0502040504020204" pitchFamily="34" charset="0"/>
              </a:rPr>
              <a:t> x ɳ </a:t>
            </a:r>
            <a:r>
              <a:rPr lang="en-US" sz="2000" b="0" i="0" dirty="0" err="1">
                <a:solidFill>
                  <a:srgbClr val="000000"/>
                </a:solidFill>
                <a:effectLst/>
                <a:latin typeface="Noto Sans" panose="020B0502040504020204" pitchFamily="34" charset="0"/>
              </a:rPr>
              <a:t>pfxk</a:t>
            </a:r>
            <a:r>
              <a:rPr lang="en-US" sz="2000" b="0" i="0" dirty="0">
                <a:solidFill>
                  <a:srgbClr val="000000"/>
                </a:solidFill>
                <a:effectLst/>
                <a:latin typeface="Noto Sans" panose="020B0502040504020204" pitchFamily="34" charset="0"/>
              </a:rPr>
              <a:t> c</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tsç</a:t>
            </a:r>
            <a:r>
              <a:rPr lang="en-US" sz="2000" b="0" i="0" dirty="0">
                <a:solidFill>
                  <a:srgbClr val="000000"/>
                </a:solidFill>
                <a:effectLst/>
                <a:latin typeface="Noto Sans" panose="020B0502040504020204" pitchFamily="34" charset="0"/>
              </a:rPr>
              <a:t> xx ɳ l n ŋ​ </a:t>
            </a:r>
            <a:r>
              <a:rPr lang="en-US" sz="2000" b="0" i="0" dirty="0" err="1">
                <a:solidFill>
                  <a:srgbClr val="000000"/>
                </a:solidFill>
                <a:effectLst/>
                <a:latin typeface="Noto Sans" panose="020B0502040504020204" pitchFamily="34" charset="0"/>
              </a:rPr>
              <a:t>ŋ</a:t>
            </a:r>
            <a:r>
              <a:rPr lang="en-US" sz="2000" b="0" i="0" dirty="0">
                <a:solidFill>
                  <a:srgbClr val="000000"/>
                </a:solidFill>
                <a:effectLst/>
                <a:latin typeface="Noto Sans" panose="020B0502040504020204" pitchFamily="34" charset="0"/>
              </a:rPr>
              <a:t>​ r s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mc s </a:t>
            </a:r>
            <a:r>
              <a:rPr lang="en-US" sz="2000" b="0" i="0" dirty="0" err="1">
                <a:solidFill>
                  <a:srgbClr val="000000"/>
                </a:solidFill>
                <a:effectLst/>
                <a:latin typeface="Noto Sans" panose="020B0502040504020204" pitchFamily="34" charset="0"/>
              </a:rPr>
              <a:t>gɳ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tsxd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tsnts</a:t>
            </a:r>
            <a:r>
              <a:rPr lang="en-US" sz="2000" b="0" i="0" dirty="0">
                <a:solidFill>
                  <a:srgbClr val="000000"/>
                </a:solidFill>
                <a:effectLst/>
                <a:latin typeface="Noto Sans" panose="020B0502040504020204" pitchFamily="34" charset="0"/>
              </a:rPr>
              <a:t> r</a:t>
            </a:r>
            <a:endParaRPr lang="en-US" sz="2000" dirty="0"/>
          </a:p>
          <a:p>
            <a:pPr marL="114300" indent="0">
              <a:lnSpc>
                <a:spcPct val="114999"/>
              </a:lnSpc>
              <a:buNone/>
            </a:pPr>
            <a:endParaRPr lang="en-US" sz="2000" dirty="0"/>
          </a:p>
        </p:txBody>
      </p:sp>
    </p:spTree>
    <p:extLst>
      <p:ext uri="{BB962C8B-B14F-4D97-AF65-F5344CB8AC3E}">
        <p14:creationId xmlns:p14="http://schemas.microsoft.com/office/powerpoint/2010/main" val="4255366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a:xfrm>
            <a:off x="311700" y="0"/>
            <a:ext cx="8520600" cy="707400"/>
          </a:xfrm>
        </p:spPr>
        <p:txBody>
          <a:bodyPr/>
          <a:lstStyle/>
          <a:p>
            <a:r>
              <a:rPr lang="en-US" sz="3400" dirty="0"/>
              <a:t>What other assimilation rules might we implement?</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845820"/>
            <a:ext cx="8146500" cy="2998045"/>
          </a:xfrm>
        </p:spPr>
        <p:txBody>
          <a:bodyPr/>
          <a:lstStyle/>
          <a:p>
            <a:pPr marL="114300" indent="0">
              <a:lnSpc>
                <a:spcPct val="114999"/>
              </a:lnSpc>
              <a:buNone/>
            </a:pPr>
            <a:r>
              <a:rPr lang="en-US" sz="2000" b="0" i="0" dirty="0">
                <a:solidFill>
                  <a:srgbClr val="000000"/>
                </a:solidFill>
                <a:effectLst/>
                <a:latin typeface="Noto Sans" panose="020B0502040504020204" pitchFamily="34" charset="0"/>
              </a:rPr>
              <a:t>tum </a:t>
            </a:r>
            <a:r>
              <a:rPr lang="en-US" sz="2000" b="0" i="0" dirty="0" err="1">
                <a:solidFill>
                  <a:srgbClr val="000000"/>
                </a:solidFill>
                <a:effectLst/>
                <a:latin typeface="Noto Sans" panose="020B0502040504020204" pitchFamily="34" charset="0"/>
              </a:rPr>
              <a:t>iŋ</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cuŋ</a:t>
            </a:r>
            <a:r>
              <a:rPr lang="en-US" sz="2000" b="0" i="0" dirty="0">
                <a:solidFill>
                  <a:srgbClr val="000000"/>
                </a:solidFill>
                <a:effectLst/>
                <a:latin typeface="Noto Sans" panose="020B0502040504020204" pitchFamily="34" charset="0"/>
              </a:rPr>
              <a:t>​s gam </a:t>
            </a:r>
            <a:r>
              <a:rPr lang="en-US" sz="2000" b="0" i="0" dirty="0" err="1">
                <a:solidFill>
                  <a:srgbClr val="000000"/>
                </a:solidFill>
                <a:effectLst/>
                <a:latin typeface="Noto Sans" panose="020B0502040504020204" pitchFamily="34" charset="0"/>
              </a:rPr>
              <a:t>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dtumk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ddeɳb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ɟɟenc</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aɳ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dpfuŋ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uns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ccenb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te</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dɟa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cciŋ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tɟa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unb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imt</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tsint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somd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dkaɳc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dcaɳp</a:t>
            </a:r>
            <a:r>
              <a:rPr lang="en-US" sz="2000" b="0" i="0" dirty="0">
                <a:solidFill>
                  <a:srgbClr val="000000"/>
                </a:solidFill>
                <a:effectLst/>
                <a:latin typeface="Noto Sans" panose="020B0502040504020204" pitchFamily="34" charset="0"/>
              </a:rPr>
              <a:t> pi </a:t>
            </a:r>
            <a:r>
              <a:rPr lang="en-US" sz="2000" b="0" i="0" dirty="0" err="1">
                <a:solidFill>
                  <a:srgbClr val="000000"/>
                </a:solidFill>
                <a:effectLst/>
                <a:latin typeface="Noto Sans" panose="020B0502040504020204" pitchFamily="34" charset="0"/>
              </a:rPr>
              <a:t>kduɳp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​pf </a:t>
            </a:r>
            <a:r>
              <a:rPr lang="en-US" sz="2000" b="0" i="0" dirty="0" err="1">
                <a:solidFill>
                  <a:srgbClr val="000000"/>
                </a:solidFill>
                <a:effectLst/>
                <a:latin typeface="Noto Sans" panose="020B0502040504020204" pitchFamily="34" charset="0"/>
              </a:rPr>
              <a:t>ktsonk</a:t>
            </a:r>
            <a:r>
              <a:rPr lang="en-US" sz="2000" b="0" i="0" dirty="0">
                <a:solidFill>
                  <a:srgbClr val="000000"/>
                </a:solidFill>
                <a:effectLst/>
                <a:latin typeface="Noto Sans" panose="020B0502040504020204" pitchFamily="34" charset="0"/>
              </a:rPr>
              <a:t> pa </a:t>
            </a:r>
            <a:r>
              <a:rPr lang="en-US" sz="2000" b="0" i="0" dirty="0" err="1">
                <a:solidFill>
                  <a:srgbClr val="000000"/>
                </a:solidFill>
                <a:effectLst/>
                <a:latin typeface="Noto Sans" panose="020B0502040504020204" pitchFamily="34" charset="0"/>
              </a:rPr>
              <a:t>ɟkaŋ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aɳx</a:t>
            </a:r>
            <a:r>
              <a:rPr lang="en-US" sz="2000" b="0" i="0" dirty="0">
                <a:solidFill>
                  <a:srgbClr val="000000"/>
                </a:solidFill>
                <a:effectLst/>
                <a:latin typeface="Noto Sans" panose="020B0502040504020204" pitchFamily="34" charset="0"/>
              </a:rPr>
              <a:t> so po </a:t>
            </a:r>
            <a:r>
              <a:rPr lang="en-US" sz="2000" b="0" i="0" dirty="0" err="1">
                <a:solidFill>
                  <a:srgbClr val="000000"/>
                </a:solidFill>
                <a:effectLst/>
                <a:latin typeface="Noto Sans" panose="020B0502040504020204" pitchFamily="34" charset="0"/>
              </a:rPr>
              <a:t>bba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tse</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tɟu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​t </a:t>
            </a:r>
            <a:r>
              <a:rPr lang="en-US" sz="2000" b="0" i="0" dirty="0" err="1">
                <a:solidFill>
                  <a:srgbClr val="000000"/>
                </a:solidFill>
                <a:effectLst/>
                <a:latin typeface="Noto Sans" panose="020B0502040504020204" pitchFamily="34" charset="0"/>
              </a:rPr>
              <a:t>dɟan</a:t>
            </a:r>
            <a:r>
              <a:rPr lang="en-US" sz="2000" b="0" i="0" dirty="0">
                <a:solidFill>
                  <a:srgbClr val="000000"/>
                </a:solidFill>
                <a:effectLst/>
                <a:latin typeface="Noto Sans" panose="020B0502040504020204" pitchFamily="34" charset="0"/>
              </a:rPr>
              <a:t> xo </a:t>
            </a:r>
            <a:r>
              <a:rPr lang="en-US" sz="2000" b="0" i="0" dirty="0" err="1">
                <a:solidFill>
                  <a:srgbClr val="000000"/>
                </a:solidFill>
                <a:effectLst/>
                <a:latin typeface="Noto Sans" panose="020B0502040504020204" pitchFamily="34" charset="0"/>
              </a:rPr>
              <a:t>pco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em</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çomç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kten</a:t>
            </a:r>
            <a:r>
              <a:rPr lang="en-US" sz="2000" b="0" i="0" dirty="0">
                <a:solidFill>
                  <a:srgbClr val="000000"/>
                </a:solidFill>
                <a:effectLst/>
                <a:latin typeface="Noto Sans" panose="020B0502040504020204" pitchFamily="34" charset="0"/>
              </a:rPr>
              <a:t> b</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ge</a:t>
            </a:r>
            <a:r>
              <a:rPr lang="en-US" sz="2000" b="0" i="0" dirty="0">
                <a:solidFill>
                  <a:srgbClr val="000000"/>
                </a:solidFill>
                <a:effectLst/>
                <a:latin typeface="Noto Sans" panose="020B0502040504020204" pitchFamily="34" charset="0"/>
              </a:rPr>
              <a:t> om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ɟcinx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tpo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d</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cko</a:t>
            </a:r>
            <a:r>
              <a:rPr lang="en-US" sz="2000" b="0" i="0" dirty="0">
                <a:solidFill>
                  <a:srgbClr val="000000"/>
                </a:solidFill>
                <a:effectLst/>
                <a:latin typeface="Noto Sans" panose="020B0502040504020204" pitchFamily="34" charset="0"/>
              </a:rPr>
              <a:t> cu </a:t>
            </a:r>
            <a:r>
              <a:rPr lang="en-US" sz="2000" b="0" i="0" dirty="0" err="1">
                <a:solidFill>
                  <a:srgbClr val="000000"/>
                </a:solidFill>
                <a:effectLst/>
                <a:latin typeface="Noto Sans" panose="020B0502040504020204" pitchFamily="34" charset="0"/>
              </a:rPr>
              <a:t>bdump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gçumd</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ɟanp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ɟtenc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ɟpfank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ɟdu</a:t>
            </a:r>
            <a:r>
              <a:rPr lang="en-US" sz="2000" b="0" i="0" dirty="0">
                <a:solidFill>
                  <a:srgbClr val="000000"/>
                </a:solidFill>
                <a:effectLst/>
                <a:latin typeface="Noto Sans" panose="020B0502040504020204" pitchFamily="34" charset="0"/>
              </a:rPr>
              <a:t> um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eɳɟ</a:t>
            </a:r>
            <a:r>
              <a:rPr lang="en-US" sz="2000" b="0" i="0" dirty="0">
                <a:solidFill>
                  <a:srgbClr val="000000"/>
                </a:solidFill>
                <a:effectLst/>
                <a:latin typeface="Noto Sans" panose="020B0502040504020204" pitchFamily="34" charset="0"/>
              </a:rPr>
              <a:t> on o </a:t>
            </a:r>
            <a:r>
              <a:rPr lang="en-US" sz="2000" b="0" i="0" dirty="0" err="1">
                <a:solidFill>
                  <a:srgbClr val="000000"/>
                </a:solidFill>
                <a:effectLst/>
                <a:latin typeface="Noto Sans" panose="020B0502040504020204" pitchFamily="34" charset="0"/>
              </a:rPr>
              <a:t>kpfeɳx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a:t>
            </a:r>
            <a:r>
              <a:rPr lang="en-US" sz="2000" b="0" i="0" dirty="0">
                <a:solidFill>
                  <a:srgbClr val="000000"/>
                </a:solidFill>
                <a:effectLst/>
                <a:latin typeface="Noto Sans" panose="020B0502040504020204" pitchFamily="34" charset="0"/>
              </a:rPr>
              <a:t> e </a:t>
            </a:r>
            <a:r>
              <a:rPr lang="en-US" sz="2000" b="0" i="0" dirty="0" err="1">
                <a:solidFill>
                  <a:srgbClr val="000000"/>
                </a:solidFill>
                <a:effectLst/>
                <a:latin typeface="Noto Sans" panose="020B0502040504020204" pitchFamily="34" charset="0"/>
              </a:rPr>
              <a:t>iɳɟ</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on p</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un </a:t>
            </a:r>
            <a:r>
              <a:rPr lang="en-US" sz="2000" b="0" i="0" dirty="0" err="1">
                <a:solidFill>
                  <a:srgbClr val="000000"/>
                </a:solidFill>
                <a:effectLst/>
                <a:latin typeface="Noto Sans" panose="020B0502040504020204" pitchFamily="34" charset="0"/>
              </a:rPr>
              <a:t>bonç</a:t>
            </a:r>
            <a:r>
              <a:rPr lang="en-US" sz="2000" b="0" i="0" dirty="0">
                <a:solidFill>
                  <a:srgbClr val="000000"/>
                </a:solidFill>
                <a:effectLst/>
                <a:latin typeface="Noto Sans" panose="020B0502040504020204" pitchFamily="34" charset="0"/>
              </a:rPr>
              <a:t> ga b</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enpf</a:t>
            </a:r>
            <a:r>
              <a:rPr lang="en-US" sz="2000" b="0" i="0" dirty="0">
                <a:solidFill>
                  <a:srgbClr val="000000"/>
                </a:solidFill>
                <a:effectLst/>
                <a:latin typeface="Noto Sans" panose="020B0502040504020204" pitchFamily="34" charset="0"/>
              </a:rPr>
              <a:t> cim </a:t>
            </a:r>
            <a:r>
              <a:rPr lang="en-US" sz="2000" b="0" i="0" dirty="0" err="1">
                <a:solidFill>
                  <a:srgbClr val="000000"/>
                </a:solidFill>
                <a:effectLst/>
                <a:latin typeface="Noto Sans" panose="020B0502040504020204" pitchFamily="34" charset="0"/>
              </a:rPr>
              <a:t>ɟsa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txg</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dr</a:t>
            </a:r>
            <a:r>
              <a:rPr lang="en-US" sz="2000" b="0" i="0" dirty="0">
                <a:solidFill>
                  <a:srgbClr val="000000"/>
                </a:solidFill>
                <a:effectLst/>
                <a:latin typeface="Noto Sans" panose="020B0502040504020204" pitchFamily="34" charset="0"/>
              </a:rPr>
              <a:t> bn x ds n r </a:t>
            </a:r>
            <a:r>
              <a:rPr lang="en-US" sz="2000" b="0" i="0" dirty="0" err="1">
                <a:solidFill>
                  <a:srgbClr val="000000"/>
                </a:solidFill>
                <a:effectLst/>
                <a:latin typeface="Noto Sans" panose="020B0502040504020204" pitchFamily="34" charset="0"/>
              </a:rPr>
              <a:t>xm</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çŋ</a:t>
            </a:r>
            <a:r>
              <a:rPr lang="en-US" sz="2000" b="0" i="0" dirty="0">
                <a:solidFill>
                  <a:srgbClr val="000000"/>
                </a:solidFill>
                <a:effectLst/>
                <a:latin typeface="Noto Sans" panose="020B0502040504020204" pitchFamily="34" charset="0"/>
              </a:rPr>
              <a:t>​b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xn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sɳd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pfms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a:t>
            </a:r>
            <a:r>
              <a:rPr lang="en-US" sz="2000" b="0" i="0" dirty="0">
                <a:solidFill>
                  <a:srgbClr val="000000"/>
                </a:solidFill>
                <a:effectLst/>
                <a:latin typeface="Noto Sans" panose="020B0502040504020204" pitchFamily="34" charset="0"/>
              </a:rPr>
              <a:t> kl </a:t>
            </a:r>
            <a:r>
              <a:rPr lang="en-US" sz="2000" b="0" i="0" dirty="0" err="1">
                <a:solidFill>
                  <a:srgbClr val="000000"/>
                </a:solidFill>
                <a:effectLst/>
                <a:latin typeface="Noto Sans" panose="020B0502040504020204" pitchFamily="34" charset="0"/>
              </a:rPr>
              <a:t>cn</a:t>
            </a:r>
            <a:r>
              <a:rPr lang="en-US" sz="2000" b="0" i="0" dirty="0">
                <a:solidFill>
                  <a:srgbClr val="000000"/>
                </a:solidFill>
                <a:effectLst/>
                <a:latin typeface="Noto Sans" panose="020B0502040504020204" pitchFamily="34" charset="0"/>
              </a:rPr>
              <a:t> xx </a:t>
            </a:r>
            <a:r>
              <a:rPr lang="en-US" sz="2000" b="0" i="0" dirty="0" err="1">
                <a:solidFill>
                  <a:srgbClr val="000000"/>
                </a:solidFill>
                <a:effectLst/>
                <a:latin typeface="Noto Sans" panose="020B0502040504020204" pitchFamily="34" charset="0"/>
              </a:rPr>
              <a:t>cç</a:t>
            </a:r>
            <a:r>
              <a:rPr lang="en-US" sz="2000" b="0" i="0" dirty="0">
                <a:solidFill>
                  <a:srgbClr val="000000"/>
                </a:solidFill>
                <a:effectLst/>
                <a:latin typeface="Noto Sans" panose="020B0502040504020204" pitchFamily="34" charset="0"/>
              </a:rPr>
              <a:t> ŋ​ ɳ </a:t>
            </a:r>
            <a:r>
              <a:rPr lang="en-US" sz="2000" b="0" i="0" dirty="0" err="1">
                <a:solidFill>
                  <a:srgbClr val="000000"/>
                </a:solidFill>
                <a:effectLst/>
                <a:latin typeface="Noto Sans" panose="020B0502040504020204" pitchFamily="34" charset="0"/>
              </a:rPr>
              <a: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dɳp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txp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bçts</a:t>
            </a:r>
            <a:r>
              <a:rPr lang="en-US" sz="2000" b="0" i="0" dirty="0">
                <a:solidFill>
                  <a:srgbClr val="000000"/>
                </a:solidFill>
                <a:effectLst/>
                <a:latin typeface="Noto Sans" panose="020B0502040504020204" pitchFamily="34" charset="0"/>
              </a:rPr>
              <a:t> r </a:t>
            </a:r>
            <a:r>
              <a:rPr lang="en-US" sz="2000" b="0" i="0" dirty="0" err="1">
                <a:solidFill>
                  <a:srgbClr val="000000"/>
                </a:solidFill>
                <a:effectLst/>
                <a:latin typeface="Noto Sans" panose="020B0502040504020204" pitchFamily="34" charset="0"/>
              </a:rPr>
              <a:t>pɳ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bxt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xm</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glg</a:t>
            </a:r>
            <a:r>
              <a:rPr lang="en-US" sz="2000" b="0" i="0" dirty="0">
                <a:solidFill>
                  <a:srgbClr val="000000"/>
                </a:solidFill>
                <a:effectLst/>
                <a:latin typeface="Noto Sans" panose="020B0502040504020204" pitchFamily="34" charset="0"/>
              </a:rPr>
              <a:t> xl r </a:t>
            </a:r>
            <a:r>
              <a:rPr lang="en-US" sz="2000" b="0" i="0" dirty="0" err="1">
                <a:solidFill>
                  <a:srgbClr val="000000"/>
                </a:solidFill>
                <a:effectLst/>
                <a:latin typeface="Noto Sans" panose="020B0502040504020204" pitchFamily="34" charset="0"/>
              </a:rPr>
              <a:t>ɟç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s x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s x </a:t>
            </a:r>
            <a:r>
              <a:rPr lang="en-US" sz="2000" b="0" i="0" dirty="0" err="1">
                <a:solidFill>
                  <a:srgbClr val="000000"/>
                </a:solidFill>
                <a:effectLst/>
                <a:latin typeface="Noto Sans" panose="020B0502040504020204" pitchFamily="34" charset="0"/>
              </a:rPr>
              <a:t>kr</a:t>
            </a:r>
            <a:r>
              <a:rPr lang="en-US" sz="2000" b="0" i="0" dirty="0">
                <a:solidFill>
                  <a:srgbClr val="000000"/>
                </a:solidFill>
                <a:effectLst/>
                <a:latin typeface="Noto Sans" panose="020B0502040504020204" pitchFamily="34" charset="0"/>
              </a:rPr>
              <a:t> s l </a:t>
            </a:r>
            <a:r>
              <a:rPr lang="en-US" sz="2000" b="0" i="0" dirty="0" err="1">
                <a:solidFill>
                  <a:srgbClr val="000000"/>
                </a:solidFill>
                <a:effectLst/>
                <a:latin typeface="Noto Sans" panose="020B0502040504020204" pitchFamily="34" charset="0"/>
              </a:rPr>
              <a:t>çng</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dɳpf</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a:t>
            </a:r>
            <a:r>
              <a:rPr lang="el-GR" sz="2000" b="0" i="0" dirty="0">
                <a:solidFill>
                  <a:srgbClr val="000000"/>
                </a:solidFill>
                <a:effectLst/>
                <a:latin typeface="Noto Sans" panose="020B0502040504020204" pitchFamily="34" charset="0"/>
              </a:rPr>
              <a:t>θ </a:t>
            </a:r>
            <a:r>
              <a:rPr lang="en-US" sz="2000" b="0" i="0" dirty="0">
                <a:solidFill>
                  <a:srgbClr val="000000"/>
                </a:solidFill>
                <a:effectLst/>
                <a:latin typeface="Noto Sans" panose="020B0502040504020204" pitchFamily="34" charset="0"/>
              </a:rPr>
              <a:t>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gx</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tsɳ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bsp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kçt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tss</a:t>
            </a:r>
            <a:r>
              <a:rPr lang="en-US" sz="2000" b="0" i="0" dirty="0">
                <a:solidFill>
                  <a:srgbClr val="000000"/>
                </a:solidFill>
                <a:effectLst/>
                <a:latin typeface="Noto Sans" panose="020B0502040504020204" pitchFamily="34" charset="0"/>
              </a:rPr>
              <a:t>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dnd</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sç</a:t>
            </a:r>
            <a:r>
              <a:rPr lang="en-US" sz="2000" b="0" i="0" dirty="0">
                <a:solidFill>
                  <a:srgbClr val="000000"/>
                </a:solidFill>
                <a:effectLst/>
                <a:latin typeface="Noto Sans" panose="020B0502040504020204" pitchFamily="34" charset="0"/>
              </a:rPr>
              <a:t> ç</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ɟ </a:t>
            </a:r>
            <a:r>
              <a:rPr lang="en-US" sz="2000" b="0" i="0" dirty="0" err="1">
                <a:solidFill>
                  <a:srgbClr val="000000"/>
                </a:solidFill>
                <a:effectLst/>
                <a:latin typeface="Noto Sans" panose="020B0502040504020204" pitchFamily="34" charset="0"/>
              </a:rPr>
              <a:t>xns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pfnk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tsɳp</a:t>
            </a:r>
            <a:r>
              <a:rPr lang="en-US" sz="2000" b="0" i="0" dirty="0">
                <a:solidFill>
                  <a:srgbClr val="000000"/>
                </a:solidFill>
                <a:effectLst/>
                <a:latin typeface="Noto Sans" panose="020B0502040504020204" pitchFamily="34" charset="0"/>
              </a:rPr>
              <a:t> x ɳ </a:t>
            </a:r>
            <a:r>
              <a:rPr lang="en-US" sz="2000" b="0" i="0" dirty="0" err="1">
                <a:solidFill>
                  <a:srgbClr val="000000"/>
                </a:solidFill>
                <a:effectLst/>
                <a:latin typeface="Noto Sans" panose="020B0502040504020204" pitchFamily="34" charset="0"/>
              </a:rPr>
              <a:t>pfxk</a:t>
            </a:r>
            <a:r>
              <a:rPr lang="en-US" sz="2000" b="0" i="0" dirty="0">
                <a:solidFill>
                  <a:srgbClr val="000000"/>
                </a:solidFill>
                <a:effectLst/>
                <a:latin typeface="Noto Sans" panose="020B0502040504020204" pitchFamily="34" charset="0"/>
              </a:rPr>
              <a:t> c</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tsç</a:t>
            </a:r>
            <a:r>
              <a:rPr lang="en-US" sz="2000" b="0" i="0" dirty="0">
                <a:solidFill>
                  <a:srgbClr val="000000"/>
                </a:solidFill>
                <a:effectLst/>
                <a:latin typeface="Noto Sans" panose="020B0502040504020204" pitchFamily="34" charset="0"/>
              </a:rPr>
              <a:t> xx ɳ l n ŋ​ </a:t>
            </a:r>
            <a:r>
              <a:rPr lang="en-US" sz="2000" b="0" i="0" dirty="0" err="1">
                <a:solidFill>
                  <a:srgbClr val="000000"/>
                </a:solidFill>
                <a:effectLst/>
                <a:latin typeface="Noto Sans" panose="020B0502040504020204" pitchFamily="34" charset="0"/>
              </a:rPr>
              <a:t>ŋ</a:t>
            </a:r>
            <a:r>
              <a:rPr lang="en-US" sz="2000" b="0" i="0" dirty="0">
                <a:solidFill>
                  <a:srgbClr val="000000"/>
                </a:solidFill>
                <a:effectLst/>
                <a:latin typeface="Noto Sans" panose="020B0502040504020204" pitchFamily="34" charset="0"/>
              </a:rPr>
              <a:t>​ r s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mc s </a:t>
            </a:r>
            <a:r>
              <a:rPr lang="en-US" sz="2000" b="0" i="0" dirty="0" err="1">
                <a:solidFill>
                  <a:srgbClr val="000000"/>
                </a:solidFill>
                <a:effectLst/>
                <a:latin typeface="Noto Sans" panose="020B0502040504020204" pitchFamily="34" charset="0"/>
              </a:rPr>
              <a:t>gɳ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tsxd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tsnts</a:t>
            </a:r>
            <a:r>
              <a:rPr lang="en-US" sz="2000" b="0" i="0" dirty="0">
                <a:solidFill>
                  <a:srgbClr val="000000"/>
                </a:solidFill>
                <a:effectLst/>
                <a:latin typeface="Noto Sans" panose="020B0502040504020204" pitchFamily="34" charset="0"/>
              </a:rPr>
              <a:t> r</a:t>
            </a:r>
            <a:endParaRPr lang="en-US" sz="2000" dirty="0"/>
          </a:p>
          <a:p>
            <a:pPr marL="114300" indent="0">
              <a:lnSpc>
                <a:spcPct val="114999"/>
              </a:lnSpc>
              <a:buNone/>
            </a:pPr>
            <a:endParaRPr lang="en-US" sz="2000" dirty="0"/>
          </a:p>
        </p:txBody>
      </p:sp>
    </p:spTree>
    <p:extLst>
      <p:ext uri="{BB962C8B-B14F-4D97-AF65-F5344CB8AC3E}">
        <p14:creationId xmlns:p14="http://schemas.microsoft.com/office/powerpoint/2010/main" val="1852866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562B0-E738-1FCD-B7F9-D69AFA279600}"/>
              </a:ext>
            </a:extLst>
          </p:cNvPr>
          <p:cNvSpPr>
            <a:spLocks noGrp="1"/>
          </p:cNvSpPr>
          <p:nvPr>
            <p:ph type="title"/>
          </p:nvPr>
        </p:nvSpPr>
        <p:spPr>
          <a:xfrm>
            <a:off x="311700" y="0"/>
            <a:ext cx="8520600" cy="707400"/>
          </a:xfrm>
        </p:spPr>
        <p:txBody>
          <a:bodyPr/>
          <a:lstStyle/>
          <a:p>
            <a:r>
              <a:rPr lang="en-US" sz="3400" dirty="0"/>
              <a:t>How else could we make these words easier to say?</a:t>
            </a:r>
          </a:p>
        </p:txBody>
      </p:sp>
      <p:sp>
        <p:nvSpPr>
          <p:cNvPr id="3" name="Text Placeholder 2">
            <a:extLst>
              <a:ext uri="{FF2B5EF4-FFF2-40B4-BE49-F238E27FC236}">
                <a16:creationId xmlns:a16="http://schemas.microsoft.com/office/drawing/2014/main" id="{8973F767-FBED-6225-0243-36B9DFCA995B}"/>
              </a:ext>
            </a:extLst>
          </p:cNvPr>
          <p:cNvSpPr>
            <a:spLocks noGrp="1"/>
          </p:cNvSpPr>
          <p:nvPr>
            <p:ph type="body" idx="1"/>
          </p:nvPr>
        </p:nvSpPr>
        <p:spPr>
          <a:xfrm>
            <a:off x="311700" y="845820"/>
            <a:ext cx="8146500" cy="2998045"/>
          </a:xfrm>
        </p:spPr>
        <p:txBody>
          <a:bodyPr/>
          <a:lstStyle/>
          <a:p>
            <a:pPr marL="114300" indent="0">
              <a:lnSpc>
                <a:spcPct val="114999"/>
              </a:lnSpc>
              <a:buNone/>
            </a:pPr>
            <a:r>
              <a:rPr lang="en-US" sz="2000" b="0" i="0" dirty="0">
                <a:solidFill>
                  <a:srgbClr val="000000"/>
                </a:solidFill>
                <a:effectLst/>
                <a:latin typeface="Noto Sans" panose="020B0502040504020204" pitchFamily="34" charset="0"/>
              </a:rPr>
              <a:t>tum </a:t>
            </a:r>
            <a:r>
              <a:rPr lang="en-US" sz="2000" b="0" i="0" dirty="0" err="1">
                <a:solidFill>
                  <a:srgbClr val="000000"/>
                </a:solidFill>
                <a:effectLst/>
                <a:latin typeface="Noto Sans" panose="020B0502040504020204" pitchFamily="34" charset="0"/>
              </a:rPr>
              <a:t>iŋ</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cuŋ</a:t>
            </a:r>
            <a:r>
              <a:rPr lang="en-US" sz="2000" b="0" i="0" dirty="0">
                <a:solidFill>
                  <a:srgbClr val="000000"/>
                </a:solidFill>
                <a:effectLst/>
                <a:latin typeface="Noto Sans" panose="020B0502040504020204" pitchFamily="34" charset="0"/>
              </a:rPr>
              <a:t>​s gam </a:t>
            </a:r>
            <a:r>
              <a:rPr lang="en-US" sz="2000" b="0" i="0" dirty="0" err="1">
                <a:solidFill>
                  <a:srgbClr val="000000"/>
                </a:solidFill>
                <a:effectLst/>
                <a:latin typeface="Noto Sans" panose="020B0502040504020204" pitchFamily="34" charset="0"/>
              </a:rPr>
              <a:t>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dtumk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ddeɳb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ɟɟenc</a:t>
            </a:r>
            <a:r>
              <a:rPr lang="en-US" sz="2000" b="0" i="0" dirty="0">
                <a:solidFill>
                  <a:srgbClr val="000000"/>
                </a:solidFill>
                <a:effectLst/>
                <a:latin typeface="Noto Sans" panose="020B0502040504020204" pitchFamily="34" charset="0"/>
              </a:rPr>
              <a:t> pe </a:t>
            </a:r>
            <a:r>
              <a:rPr lang="en-US" sz="2000" b="0" i="0" dirty="0" err="1">
                <a:solidFill>
                  <a:srgbClr val="000000"/>
                </a:solidFill>
                <a:effectLst/>
                <a:latin typeface="Noto Sans" panose="020B0502040504020204" pitchFamily="34" charset="0"/>
              </a:rPr>
              <a:t>aɳ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dpfuŋ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uns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ccenb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te</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dɟa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cciŋ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tɟa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unb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imt</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oŋ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tsint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somd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dkaɳc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dcaɳp</a:t>
            </a:r>
            <a:r>
              <a:rPr lang="en-US" sz="2000" b="0" i="0" dirty="0">
                <a:solidFill>
                  <a:srgbClr val="000000"/>
                </a:solidFill>
                <a:effectLst/>
                <a:latin typeface="Noto Sans" panose="020B0502040504020204" pitchFamily="34" charset="0"/>
              </a:rPr>
              <a:t> pi </a:t>
            </a:r>
            <a:r>
              <a:rPr lang="en-US" sz="2000" b="0" i="0" dirty="0" err="1">
                <a:solidFill>
                  <a:srgbClr val="000000"/>
                </a:solidFill>
                <a:effectLst/>
                <a:latin typeface="Noto Sans" panose="020B0502040504020204" pitchFamily="34" charset="0"/>
              </a:rPr>
              <a:t>kduɳp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​pf </a:t>
            </a:r>
            <a:r>
              <a:rPr lang="en-US" sz="2000" b="0" i="0" dirty="0" err="1">
                <a:solidFill>
                  <a:srgbClr val="000000"/>
                </a:solidFill>
                <a:effectLst/>
                <a:latin typeface="Noto Sans" panose="020B0502040504020204" pitchFamily="34" charset="0"/>
              </a:rPr>
              <a:t>ktsonk</a:t>
            </a:r>
            <a:r>
              <a:rPr lang="en-US" sz="2000" b="0" i="0" dirty="0">
                <a:solidFill>
                  <a:srgbClr val="000000"/>
                </a:solidFill>
                <a:effectLst/>
                <a:latin typeface="Noto Sans" panose="020B0502040504020204" pitchFamily="34" charset="0"/>
              </a:rPr>
              <a:t> pa </a:t>
            </a:r>
            <a:r>
              <a:rPr lang="en-US" sz="2000" b="0" i="0" dirty="0" err="1">
                <a:solidFill>
                  <a:srgbClr val="000000"/>
                </a:solidFill>
                <a:effectLst/>
                <a:latin typeface="Noto Sans" panose="020B0502040504020204" pitchFamily="34" charset="0"/>
              </a:rPr>
              <a:t>ɟkaŋ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aɳx</a:t>
            </a:r>
            <a:r>
              <a:rPr lang="en-US" sz="2000" b="0" i="0" dirty="0">
                <a:solidFill>
                  <a:srgbClr val="000000"/>
                </a:solidFill>
                <a:effectLst/>
                <a:latin typeface="Noto Sans" panose="020B0502040504020204" pitchFamily="34" charset="0"/>
              </a:rPr>
              <a:t> so po </a:t>
            </a:r>
            <a:r>
              <a:rPr lang="en-US" sz="2000" b="0" i="0" dirty="0" err="1">
                <a:solidFill>
                  <a:srgbClr val="000000"/>
                </a:solidFill>
                <a:effectLst/>
                <a:latin typeface="Noto Sans" panose="020B0502040504020204" pitchFamily="34" charset="0"/>
              </a:rPr>
              <a:t>bba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tse</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tɟu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​t </a:t>
            </a:r>
            <a:r>
              <a:rPr lang="en-US" sz="2000" b="0" i="0" dirty="0" err="1">
                <a:solidFill>
                  <a:srgbClr val="000000"/>
                </a:solidFill>
                <a:effectLst/>
                <a:latin typeface="Noto Sans" panose="020B0502040504020204" pitchFamily="34" charset="0"/>
              </a:rPr>
              <a:t>dɟan</a:t>
            </a:r>
            <a:r>
              <a:rPr lang="en-US" sz="2000" b="0" i="0" dirty="0">
                <a:solidFill>
                  <a:srgbClr val="000000"/>
                </a:solidFill>
                <a:effectLst/>
                <a:latin typeface="Noto Sans" panose="020B0502040504020204" pitchFamily="34" charset="0"/>
              </a:rPr>
              <a:t> xo </a:t>
            </a:r>
            <a:r>
              <a:rPr lang="en-US" sz="2000" b="0" i="0" dirty="0" err="1">
                <a:solidFill>
                  <a:srgbClr val="000000"/>
                </a:solidFill>
                <a:effectLst/>
                <a:latin typeface="Noto Sans" panose="020B0502040504020204" pitchFamily="34" charset="0"/>
              </a:rPr>
              <a:t>pco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pu</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em</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çomç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kten</a:t>
            </a:r>
            <a:r>
              <a:rPr lang="en-US" sz="2000" b="0" i="0" dirty="0">
                <a:solidFill>
                  <a:srgbClr val="000000"/>
                </a:solidFill>
                <a:effectLst/>
                <a:latin typeface="Noto Sans" panose="020B0502040504020204" pitchFamily="34" charset="0"/>
              </a:rPr>
              <a:t> b</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ge</a:t>
            </a:r>
            <a:r>
              <a:rPr lang="en-US" sz="2000" b="0" i="0" dirty="0">
                <a:solidFill>
                  <a:srgbClr val="000000"/>
                </a:solidFill>
                <a:effectLst/>
                <a:latin typeface="Noto Sans" panose="020B0502040504020204" pitchFamily="34" charset="0"/>
              </a:rPr>
              <a:t> om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ɟcinx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tpo</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d</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u </a:t>
            </a:r>
            <a:r>
              <a:rPr lang="en-US" sz="2000" b="0" i="0" dirty="0" err="1">
                <a:solidFill>
                  <a:srgbClr val="000000"/>
                </a:solidFill>
                <a:effectLst/>
                <a:latin typeface="Noto Sans" panose="020B0502040504020204" pitchFamily="34" charset="0"/>
              </a:rPr>
              <a:t>cko</a:t>
            </a:r>
            <a:r>
              <a:rPr lang="en-US" sz="2000" b="0" i="0" dirty="0">
                <a:solidFill>
                  <a:srgbClr val="000000"/>
                </a:solidFill>
                <a:effectLst/>
                <a:latin typeface="Noto Sans" panose="020B0502040504020204" pitchFamily="34" charset="0"/>
              </a:rPr>
              <a:t> cu </a:t>
            </a:r>
            <a:r>
              <a:rPr lang="en-US" sz="2000" b="0" i="0" dirty="0" err="1">
                <a:solidFill>
                  <a:srgbClr val="000000"/>
                </a:solidFill>
                <a:effectLst/>
                <a:latin typeface="Noto Sans" panose="020B0502040504020204" pitchFamily="34" charset="0"/>
              </a:rPr>
              <a:t>bdump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gçumd</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 </a:t>
            </a:r>
            <a:r>
              <a:rPr lang="en-US" sz="2000" b="0" i="0" dirty="0" err="1">
                <a:solidFill>
                  <a:srgbClr val="000000"/>
                </a:solidFill>
                <a:effectLst/>
                <a:latin typeface="Noto Sans" panose="020B0502040504020204" pitchFamily="34" charset="0"/>
              </a:rPr>
              <a:t>pfo</a:t>
            </a:r>
            <a:r>
              <a:rPr lang="en-US" sz="2000" b="0" i="0" dirty="0">
                <a:solidFill>
                  <a:srgbClr val="000000"/>
                </a:solidFill>
                <a:effectLst/>
                <a:latin typeface="Noto Sans" panose="020B0502040504020204" pitchFamily="34" charset="0"/>
              </a:rPr>
              <a:t> o </a:t>
            </a:r>
            <a:r>
              <a:rPr lang="en-US" sz="2000" b="0" i="0" dirty="0" err="1">
                <a:solidFill>
                  <a:srgbClr val="000000"/>
                </a:solidFill>
                <a:effectLst/>
                <a:latin typeface="Noto Sans" panose="020B0502040504020204" pitchFamily="34" charset="0"/>
              </a:rPr>
              <a:t>ɟanp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ɟtenc</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buŋ</a:t>
            </a:r>
            <a:r>
              <a:rPr lang="en-US" sz="2000" b="0" i="0" dirty="0">
                <a:solidFill>
                  <a:srgbClr val="000000"/>
                </a:solidFill>
                <a:effectLst/>
                <a:latin typeface="Noto Sans" panose="020B0502040504020204" pitchFamily="34" charset="0"/>
              </a:rPr>
              <a:t>​g </a:t>
            </a:r>
            <a:r>
              <a:rPr lang="en-US" sz="2000" b="0" i="0" dirty="0" err="1">
                <a:solidFill>
                  <a:srgbClr val="000000"/>
                </a:solidFill>
                <a:effectLst/>
                <a:latin typeface="Noto Sans" panose="020B0502040504020204" pitchFamily="34" charset="0"/>
              </a:rPr>
              <a:t>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ɟpfank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ɟdu</a:t>
            </a:r>
            <a:r>
              <a:rPr lang="en-US" sz="2000" b="0" i="0" dirty="0">
                <a:solidFill>
                  <a:srgbClr val="000000"/>
                </a:solidFill>
                <a:effectLst/>
                <a:latin typeface="Noto Sans" panose="020B0502040504020204" pitchFamily="34" charset="0"/>
              </a:rPr>
              <a:t> um </a:t>
            </a:r>
            <a:r>
              <a:rPr lang="en-US" sz="2000" b="0" i="0" dirty="0" err="1">
                <a:solidFill>
                  <a:srgbClr val="000000"/>
                </a:solidFill>
                <a:effectLst/>
                <a:latin typeface="Noto Sans" panose="020B0502040504020204" pitchFamily="34" charset="0"/>
              </a:rPr>
              <a:t>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eɳɟ</a:t>
            </a:r>
            <a:r>
              <a:rPr lang="en-US" sz="2000" b="0" i="0" dirty="0">
                <a:solidFill>
                  <a:srgbClr val="000000"/>
                </a:solidFill>
                <a:effectLst/>
                <a:latin typeface="Noto Sans" panose="020B0502040504020204" pitchFamily="34" charset="0"/>
              </a:rPr>
              <a:t> on o </a:t>
            </a:r>
            <a:r>
              <a:rPr lang="en-US" sz="2000" b="0" i="0" dirty="0" err="1">
                <a:solidFill>
                  <a:srgbClr val="000000"/>
                </a:solidFill>
                <a:effectLst/>
                <a:latin typeface="Noto Sans" panose="020B0502040504020204" pitchFamily="34" charset="0"/>
              </a:rPr>
              <a:t>kpfeɳx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daŋ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si</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im</a:t>
            </a:r>
            <a:r>
              <a:rPr lang="en-US" sz="2000" b="0" i="0" dirty="0">
                <a:solidFill>
                  <a:srgbClr val="000000"/>
                </a:solidFill>
                <a:effectLst/>
                <a:latin typeface="Noto Sans" panose="020B0502040504020204" pitchFamily="34" charset="0"/>
              </a:rPr>
              <a:t> e </a:t>
            </a:r>
            <a:r>
              <a:rPr lang="en-US" sz="2000" b="0" i="0" dirty="0" err="1">
                <a:solidFill>
                  <a:srgbClr val="000000"/>
                </a:solidFill>
                <a:effectLst/>
                <a:latin typeface="Noto Sans" panose="020B0502040504020204" pitchFamily="34" charset="0"/>
              </a:rPr>
              <a:t>iɳɟ</a:t>
            </a:r>
            <a:r>
              <a:rPr lang="en-US" sz="2000" b="0" i="0" dirty="0">
                <a:solidFill>
                  <a:srgbClr val="000000"/>
                </a:solidFill>
                <a:effectLst/>
                <a:latin typeface="Noto Sans" panose="020B0502040504020204" pitchFamily="34" charset="0"/>
              </a:rPr>
              <a:t> t</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on p</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un </a:t>
            </a:r>
            <a:r>
              <a:rPr lang="en-US" sz="2000" b="0" i="0" dirty="0" err="1">
                <a:solidFill>
                  <a:srgbClr val="000000"/>
                </a:solidFill>
                <a:effectLst/>
                <a:latin typeface="Noto Sans" panose="020B0502040504020204" pitchFamily="34" charset="0"/>
              </a:rPr>
              <a:t>bonç</a:t>
            </a:r>
            <a:r>
              <a:rPr lang="en-US" sz="2000" b="0" i="0" dirty="0">
                <a:solidFill>
                  <a:srgbClr val="000000"/>
                </a:solidFill>
                <a:effectLst/>
                <a:latin typeface="Noto Sans" panose="020B0502040504020204" pitchFamily="34" charset="0"/>
              </a:rPr>
              <a:t> ga b</a:t>
            </a:r>
            <a:r>
              <a:rPr lang="el-GR" sz="2000" b="0" i="0" dirty="0">
                <a:solidFill>
                  <a:srgbClr val="000000"/>
                </a:solidFill>
                <a:effectLst/>
                <a:latin typeface="Noto Sans" panose="020B0502040504020204" pitchFamily="34" charset="0"/>
              </a:rPr>
              <a:t>θ</a:t>
            </a:r>
            <a:r>
              <a:rPr lang="en-US" sz="2000" b="0" i="0" dirty="0" err="1">
                <a:solidFill>
                  <a:srgbClr val="000000"/>
                </a:solidFill>
                <a:effectLst/>
                <a:latin typeface="Noto Sans" panose="020B0502040504020204" pitchFamily="34" charset="0"/>
              </a:rPr>
              <a:t>enpf</a:t>
            </a:r>
            <a:r>
              <a:rPr lang="en-US" sz="2000" b="0" i="0" dirty="0">
                <a:solidFill>
                  <a:srgbClr val="000000"/>
                </a:solidFill>
                <a:effectLst/>
                <a:latin typeface="Noto Sans" panose="020B0502040504020204" pitchFamily="34" charset="0"/>
              </a:rPr>
              <a:t> cim </a:t>
            </a:r>
            <a:r>
              <a:rPr lang="en-US" sz="2000" b="0" i="0" dirty="0" err="1">
                <a:solidFill>
                  <a:srgbClr val="000000"/>
                </a:solidFill>
                <a:effectLst/>
                <a:latin typeface="Noto Sans" panose="020B0502040504020204" pitchFamily="34" charset="0"/>
              </a:rPr>
              <a:t>ɟsa</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ɟŋ</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txg</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dr</a:t>
            </a:r>
            <a:r>
              <a:rPr lang="en-US" sz="2000" b="0" i="0" dirty="0">
                <a:solidFill>
                  <a:srgbClr val="000000"/>
                </a:solidFill>
                <a:effectLst/>
                <a:latin typeface="Noto Sans" panose="020B0502040504020204" pitchFamily="34" charset="0"/>
              </a:rPr>
              <a:t> bn x ds n r </a:t>
            </a:r>
            <a:r>
              <a:rPr lang="en-US" sz="2000" b="0" i="0" dirty="0" err="1">
                <a:solidFill>
                  <a:srgbClr val="000000"/>
                </a:solidFill>
                <a:effectLst/>
                <a:latin typeface="Noto Sans" panose="020B0502040504020204" pitchFamily="34" charset="0"/>
              </a:rPr>
              <a:t>xm</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ɳ </a:t>
            </a:r>
            <a:r>
              <a:rPr lang="en-US" sz="2000" b="0" i="0" dirty="0" err="1">
                <a:solidFill>
                  <a:srgbClr val="000000"/>
                </a:solidFill>
                <a:effectLst/>
                <a:latin typeface="Noto Sans" panose="020B0502040504020204" pitchFamily="34" charset="0"/>
              </a:rPr>
              <a:t>çŋ</a:t>
            </a:r>
            <a:r>
              <a:rPr lang="en-US" sz="2000" b="0" i="0" dirty="0">
                <a:solidFill>
                  <a:srgbClr val="000000"/>
                </a:solidFill>
                <a:effectLst/>
                <a:latin typeface="Noto Sans" panose="020B0502040504020204" pitchFamily="34" charset="0"/>
              </a:rPr>
              <a:t>​b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xn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sɳd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pfms</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a:t>
            </a:r>
            <a:r>
              <a:rPr lang="en-US" sz="2000" b="0" i="0" dirty="0">
                <a:solidFill>
                  <a:srgbClr val="000000"/>
                </a:solidFill>
                <a:effectLst/>
                <a:latin typeface="Noto Sans" panose="020B0502040504020204" pitchFamily="34" charset="0"/>
              </a:rPr>
              <a:t> kl </a:t>
            </a:r>
            <a:r>
              <a:rPr lang="en-US" sz="2000" b="0" i="0" dirty="0" err="1">
                <a:solidFill>
                  <a:srgbClr val="000000"/>
                </a:solidFill>
                <a:effectLst/>
                <a:latin typeface="Noto Sans" panose="020B0502040504020204" pitchFamily="34" charset="0"/>
              </a:rPr>
              <a:t>cn</a:t>
            </a:r>
            <a:r>
              <a:rPr lang="en-US" sz="2000" b="0" i="0" dirty="0">
                <a:solidFill>
                  <a:srgbClr val="000000"/>
                </a:solidFill>
                <a:effectLst/>
                <a:latin typeface="Noto Sans" panose="020B0502040504020204" pitchFamily="34" charset="0"/>
              </a:rPr>
              <a:t> xx </a:t>
            </a:r>
            <a:r>
              <a:rPr lang="en-US" sz="2000" b="0" i="0" dirty="0" err="1">
                <a:solidFill>
                  <a:srgbClr val="000000"/>
                </a:solidFill>
                <a:effectLst/>
                <a:latin typeface="Noto Sans" panose="020B0502040504020204" pitchFamily="34" charset="0"/>
              </a:rPr>
              <a:t>cç</a:t>
            </a:r>
            <a:r>
              <a:rPr lang="en-US" sz="2000" b="0" i="0" dirty="0">
                <a:solidFill>
                  <a:srgbClr val="000000"/>
                </a:solidFill>
                <a:effectLst/>
                <a:latin typeface="Noto Sans" panose="020B0502040504020204" pitchFamily="34" charset="0"/>
              </a:rPr>
              <a:t> ŋ​ ɳ </a:t>
            </a:r>
            <a:r>
              <a:rPr lang="en-US" sz="2000" b="0" i="0" dirty="0" err="1">
                <a:solidFill>
                  <a:srgbClr val="000000"/>
                </a:solidFill>
                <a:effectLst/>
                <a:latin typeface="Noto Sans" panose="020B0502040504020204" pitchFamily="34" charset="0"/>
              </a:rPr>
              <a:t>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dɳp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txp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bçts</a:t>
            </a:r>
            <a:r>
              <a:rPr lang="en-US" sz="2000" b="0" i="0" dirty="0">
                <a:solidFill>
                  <a:srgbClr val="000000"/>
                </a:solidFill>
                <a:effectLst/>
                <a:latin typeface="Noto Sans" panose="020B0502040504020204" pitchFamily="34" charset="0"/>
              </a:rPr>
              <a:t> r </a:t>
            </a:r>
            <a:r>
              <a:rPr lang="en-US" sz="2000" b="0" i="0" dirty="0" err="1">
                <a:solidFill>
                  <a:srgbClr val="000000"/>
                </a:solidFill>
                <a:effectLst/>
                <a:latin typeface="Noto Sans" panose="020B0502040504020204" pitchFamily="34" charset="0"/>
              </a:rPr>
              <a:t>pɳ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bxt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xm</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glg</a:t>
            </a:r>
            <a:r>
              <a:rPr lang="en-US" sz="2000" b="0" i="0" dirty="0">
                <a:solidFill>
                  <a:srgbClr val="000000"/>
                </a:solidFill>
                <a:effectLst/>
                <a:latin typeface="Noto Sans" panose="020B0502040504020204" pitchFamily="34" charset="0"/>
              </a:rPr>
              <a:t> xl r </a:t>
            </a:r>
            <a:r>
              <a:rPr lang="en-US" sz="2000" b="0" i="0" dirty="0" err="1">
                <a:solidFill>
                  <a:srgbClr val="000000"/>
                </a:solidFill>
                <a:effectLst/>
                <a:latin typeface="Noto Sans" panose="020B0502040504020204" pitchFamily="34" charset="0"/>
              </a:rPr>
              <a:t>ɟç</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br</a:t>
            </a:r>
            <a:r>
              <a:rPr lang="en-US" sz="2000" b="0" i="0" dirty="0">
                <a:solidFill>
                  <a:srgbClr val="000000"/>
                </a:solidFill>
                <a:effectLst/>
                <a:latin typeface="Noto Sans" panose="020B0502040504020204" pitchFamily="34" charset="0"/>
              </a:rPr>
              <a:t> s x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s x </a:t>
            </a:r>
            <a:r>
              <a:rPr lang="en-US" sz="2000" b="0" i="0" dirty="0" err="1">
                <a:solidFill>
                  <a:srgbClr val="000000"/>
                </a:solidFill>
                <a:effectLst/>
                <a:latin typeface="Noto Sans" panose="020B0502040504020204" pitchFamily="34" charset="0"/>
              </a:rPr>
              <a:t>kr</a:t>
            </a:r>
            <a:r>
              <a:rPr lang="en-US" sz="2000" b="0" i="0" dirty="0">
                <a:solidFill>
                  <a:srgbClr val="000000"/>
                </a:solidFill>
                <a:effectLst/>
                <a:latin typeface="Noto Sans" panose="020B0502040504020204" pitchFamily="34" charset="0"/>
              </a:rPr>
              <a:t> s l </a:t>
            </a:r>
            <a:r>
              <a:rPr lang="en-US" sz="2000" b="0" i="0" dirty="0" err="1">
                <a:solidFill>
                  <a:srgbClr val="000000"/>
                </a:solidFill>
                <a:effectLst/>
                <a:latin typeface="Noto Sans" panose="020B0502040504020204" pitchFamily="34" charset="0"/>
              </a:rPr>
              <a:t>çng</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dɳpf</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a:t>
            </a:r>
            <a:r>
              <a:rPr lang="el-GR" sz="2000" b="0" i="0" dirty="0">
                <a:solidFill>
                  <a:srgbClr val="000000"/>
                </a:solidFill>
                <a:effectLst/>
                <a:latin typeface="Noto Sans" panose="020B0502040504020204" pitchFamily="34" charset="0"/>
              </a:rPr>
              <a:t>θ </a:t>
            </a:r>
            <a:r>
              <a:rPr lang="en-US" sz="2000" b="0" i="0" dirty="0">
                <a:solidFill>
                  <a:srgbClr val="000000"/>
                </a:solidFill>
                <a:effectLst/>
                <a:latin typeface="Noto Sans" panose="020B0502040504020204" pitchFamily="34" charset="0"/>
              </a:rPr>
              <a:t>t</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gnk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tn</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gx</a:t>
            </a:r>
            <a:r>
              <a:rPr lang="en-US" sz="2000" b="0" i="0" dirty="0">
                <a:solidFill>
                  <a:srgbClr val="000000"/>
                </a:solidFill>
                <a:effectLst/>
                <a:latin typeface="Noto Sans" panose="020B0502040504020204" pitchFamily="34" charset="0"/>
              </a:rPr>
              <a:t> n </a:t>
            </a:r>
            <a:r>
              <a:rPr lang="en-US" sz="2000" b="0" i="0" dirty="0" err="1">
                <a:solidFill>
                  <a:srgbClr val="000000"/>
                </a:solidFill>
                <a:effectLst/>
                <a:latin typeface="Noto Sans" panose="020B0502040504020204" pitchFamily="34" charset="0"/>
              </a:rPr>
              <a:t>tsɳ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bsp</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kçt</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tss</a:t>
            </a:r>
            <a:r>
              <a:rPr lang="en-US" sz="2000" b="0" i="0" dirty="0">
                <a:solidFill>
                  <a:srgbClr val="000000"/>
                </a:solidFill>
                <a:effectLst/>
                <a:latin typeface="Noto Sans" panose="020B0502040504020204" pitchFamily="34" charset="0"/>
              </a:rPr>
              <a:t> </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tsɳb</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ççx</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gs</a:t>
            </a:r>
            <a:r>
              <a:rPr lang="en-US" sz="2000" b="0" i="0" dirty="0">
                <a:solidFill>
                  <a:srgbClr val="000000"/>
                </a:solidFill>
                <a:effectLst/>
                <a:latin typeface="Noto Sans" panose="020B0502040504020204" pitchFamily="34" charset="0"/>
              </a:rPr>
              <a:t> ç </a:t>
            </a:r>
            <a:r>
              <a:rPr lang="en-US" sz="2000" b="0" i="0" dirty="0" err="1">
                <a:solidFill>
                  <a:srgbClr val="000000"/>
                </a:solidFill>
                <a:effectLst/>
                <a:latin typeface="Noto Sans" panose="020B0502040504020204" pitchFamily="34" charset="0"/>
              </a:rPr>
              <a:t>dnd</a:t>
            </a:r>
            <a:r>
              <a:rPr lang="en-US" sz="2000" b="0" i="0" dirty="0">
                <a:solidFill>
                  <a:srgbClr val="000000"/>
                </a:solidFill>
                <a:effectLst/>
                <a:latin typeface="Noto Sans" panose="020B0502040504020204" pitchFamily="34" charset="0"/>
              </a:rPr>
              <a:t> ŋ​ </a:t>
            </a:r>
            <a:r>
              <a:rPr lang="en-US" sz="2000" b="0" i="0" dirty="0" err="1">
                <a:solidFill>
                  <a:srgbClr val="000000"/>
                </a:solidFill>
                <a:effectLst/>
                <a:latin typeface="Noto Sans" panose="020B0502040504020204" pitchFamily="34" charset="0"/>
              </a:rPr>
              <a:t>sç</a:t>
            </a:r>
            <a:r>
              <a:rPr lang="en-US" sz="2000" b="0" i="0" dirty="0">
                <a:solidFill>
                  <a:srgbClr val="000000"/>
                </a:solidFill>
                <a:effectLst/>
                <a:latin typeface="Noto Sans" panose="020B0502040504020204" pitchFamily="34" charset="0"/>
              </a:rPr>
              <a:t> ç</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ɟ </a:t>
            </a:r>
            <a:r>
              <a:rPr lang="en-US" sz="2000" b="0" i="0" dirty="0" err="1">
                <a:solidFill>
                  <a:srgbClr val="000000"/>
                </a:solidFill>
                <a:effectLst/>
                <a:latin typeface="Noto Sans" panose="020B0502040504020204" pitchFamily="34" charset="0"/>
              </a:rPr>
              <a:t>xns</a:t>
            </a:r>
            <a:r>
              <a:rPr lang="en-US" sz="2000" b="0" i="0" dirty="0">
                <a:solidFill>
                  <a:srgbClr val="000000"/>
                </a:solidFill>
                <a:effectLst/>
                <a:latin typeface="Noto Sans" panose="020B0502040504020204" pitchFamily="34" charset="0"/>
              </a:rPr>
              <a:t> s </a:t>
            </a:r>
            <a:r>
              <a:rPr lang="en-US" sz="2000" b="0" i="0" dirty="0" err="1">
                <a:solidFill>
                  <a:srgbClr val="000000"/>
                </a:solidFill>
                <a:effectLst/>
                <a:latin typeface="Noto Sans" panose="020B0502040504020204" pitchFamily="34" charset="0"/>
              </a:rPr>
              <a:t>pfnk</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tsɳp</a:t>
            </a:r>
            <a:r>
              <a:rPr lang="en-US" sz="2000" b="0" i="0" dirty="0">
                <a:solidFill>
                  <a:srgbClr val="000000"/>
                </a:solidFill>
                <a:effectLst/>
                <a:latin typeface="Noto Sans" panose="020B0502040504020204" pitchFamily="34" charset="0"/>
              </a:rPr>
              <a:t> x ɳ </a:t>
            </a:r>
            <a:r>
              <a:rPr lang="en-US" sz="2000" b="0" i="0" dirty="0" err="1">
                <a:solidFill>
                  <a:srgbClr val="000000"/>
                </a:solidFill>
                <a:effectLst/>
                <a:latin typeface="Noto Sans" panose="020B0502040504020204" pitchFamily="34" charset="0"/>
              </a:rPr>
              <a:t>pfxk</a:t>
            </a:r>
            <a:r>
              <a:rPr lang="en-US" sz="2000" b="0" i="0" dirty="0">
                <a:solidFill>
                  <a:srgbClr val="000000"/>
                </a:solidFill>
                <a:effectLst/>
                <a:latin typeface="Noto Sans" panose="020B0502040504020204" pitchFamily="34" charset="0"/>
              </a:rPr>
              <a:t> c</a:t>
            </a:r>
            <a:r>
              <a:rPr lang="el-GR" sz="2000" b="0" i="0" dirty="0">
                <a:solidFill>
                  <a:srgbClr val="000000"/>
                </a:solidFill>
                <a:effectLst/>
                <a:latin typeface="Noto Sans" panose="020B0502040504020204" pitchFamily="34" charset="0"/>
              </a:rPr>
              <a:t>θ </a:t>
            </a:r>
            <a:r>
              <a:rPr lang="en-US" sz="2000" b="0" i="0" dirty="0" err="1">
                <a:solidFill>
                  <a:srgbClr val="000000"/>
                </a:solidFill>
                <a:effectLst/>
                <a:latin typeface="Noto Sans" panose="020B0502040504020204" pitchFamily="34" charset="0"/>
              </a:rPr>
              <a:t>tsç</a:t>
            </a:r>
            <a:r>
              <a:rPr lang="en-US" sz="2000" b="0" i="0" dirty="0">
                <a:solidFill>
                  <a:srgbClr val="000000"/>
                </a:solidFill>
                <a:effectLst/>
                <a:latin typeface="Noto Sans" panose="020B0502040504020204" pitchFamily="34" charset="0"/>
              </a:rPr>
              <a:t> xx ɳ l n ŋ​ </a:t>
            </a:r>
            <a:r>
              <a:rPr lang="en-US" sz="2000" b="0" i="0" dirty="0" err="1">
                <a:solidFill>
                  <a:srgbClr val="000000"/>
                </a:solidFill>
                <a:effectLst/>
                <a:latin typeface="Noto Sans" panose="020B0502040504020204" pitchFamily="34" charset="0"/>
              </a:rPr>
              <a:t>ŋ</a:t>
            </a:r>
            <a:r>
              <a:rPr lang="en-US" sz="2000" b="0" i="0" dirty="0">
                <a:solidFill>
                  <a:srgbClr val="000000"/>
                </a:solidFill>
                <a:effectLst/>
                <a:latin typeface="Noto Sans" panose="020B0502040504020204" pitchFamily="34" charset="0"/>
              </a:rPr>
              <a:t>​ r s </a:t>
            </a:r>
            <a:r>
              <a:rPr lang="el-GR" sz="2000" b="0" i="0" dirty="0">
                <a:solidFill>
                  <a:srgbClr val="000000"/>
                </a:solidFill>
                <a:effectLst/>
                <a:latin typeface="Noto Sans" panose="020B0502040504020204" pitchFamily="34" charset="0"/>
              </a:rPr>
              <a:t>θ</a:t>
            </a:r>
            <a:r>
              <a:rPr lang="en-US" sz="2000" b="0" i="0" dirty="0">
                <a:solidFill>
                  <a:srgbClr val="000000"/>
                </a:solidFill>
                <a:effectLst/>
                <a:latin typeface="Noto Sans" panose="020B0502040504020204" pitchFamily="34" charset="0"/>
              </a:rPr>
              <a:t>mc s </a:t>
            </a:r>
            <a:r>
              <a:rPr lang="en-US" sz="2000" b="0" i="0" dirty="0" err="1">
                <a:solidFill>
                  <a:srgbClr val="000000"/>
                </a:solidFill>
                <a:effectLst/>
                <a:latin typeface="Noto Sans" panose="020B0502040504020204" pitchFamily="34" charset="0"/>
              </a:rPr>
              <a:t>gɳ</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tsxd</a:t>
            </a:r>
            <a:r>
              <a:rPr lang="en-US" sz="2000" b="0" i="0" dirty="0">
                <a:solidFill>
                  <a:srgbClr val="000000"/>
                </a:solidFill>
                <a:effectLst/>
                <a:latin typeface="Noto Sans" panose="020B0502040504020204" pitchFamily="34" charset="0"/>
              </a:rPr>
              <a:t> </a:t>
            </a:r>
            <a:r>
              <a:rPr lang="en-US" sz="2000" b="0" i="0" dirty="0" err="1">
                <a:solidFill>
                  <a:srgbClr val="000000"/>
                </a:solidFill>
                <a:effectLst/>
                <a:latin typeface="Noto Sans" panose="020B0502040504020204" pitchFamily="34" charset="0"/>
              </a:rPr>
              <a:t>tsnts</a:t>
            </a:r>
            <a:r>
              <a:rPr lang="en-US" sz="2000" b="0" i="0" dirty="0">
                <a:solidFill>
                  <a:srgbClr val="000000"/>
                </a:solidFill>
                <a:effectLst/>
                <a:latin typeface="Noto Sans" panose="020B0502040504020204" pitchFamily="34" charset="0"/>
              </a:rPr>
              <a:t> r</a:t>
            </a:r>
            <a:endParaRPr lang="en-US" sz="2000" dirty="0"/>
          </a:p>
          <a:p>
            <a:pPr marL="114300" indent="0">
              <a:lnSpc>
                <a:spcPct val="114999"/>
              </a:lnSpc>
              <a:buNone/>
            </a:pPr>
            <a:endParaRPr lang="en-US" sz="2000" dirty="0"/>
          </a:p>
        </p:txBody>
      </p:sp>
    </p:spTree>
    <p:extLst>
      <p:ext uri="{BB962C8B-B14F-4D97-AF65-F5344CB8AC3E}">
        <p14:creationId xmlns:p14="http://schemas.microsoft.com/office/powerpoint/2010/main" val="3079912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5B9E-8D1D-68C7-5496-FA261C4B0627}"/>
              </a:ext>
            </a:extLst>
          </p:cNvPr>
          <p:cNvSpPr>
            <a:spLocks noGrp="1"/>
          </p:cNvSpPr>
          <p:nvPr>
            <p:ph type="title"/>
          </p:nvPr>
        </p:nvSpPr>
        <p:spPr/>
        <p:txBody>
          <a:bodyPr/>
          <a:lstStyle/>
          <a:p>
            <a:r>
              <a:rPr lang="en-US" dirty="0"/>
              <a:t>Let's look at Bella's &amp; Hailey's language</a:t>
            </a:r>
          </a:p>
        </p:txBody>
      </p:sp>
      <p:sp>
        <p:nvSpPr>
          <p:cNvPr id="3" name="Text Placeholder 2">
            <a:extLst>
              <a:ext uri="{FF2B5EF4-FFF2-40B4-BE49-F238E27FC236}">
                <a16:creationId xmlns:a16="http://schemas.microsoft.com/office/drawing/2014/main" id="{1F888AD2-AAEF-5541-4B2C-EC36EEE5A08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2168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300A-527A-F13E-8E26-C9B3DA1F36E1}"/>
              </a:ext>
            </a:extLst>
          </p:cNvPr>
          <p:cNvSpPr>
            <a:spLocks noGrp="1"/>
          </p:cNvSpPr>
          <p:nvPr>
            <p:ph type="title"/>
          </p:nvPr>
        </p:nvSpPr>
        <p:spPr/>
        <p:txBody>
          <a:bodyPr/>
          <a:lstStyle/>
          <a:p>
            <a:r>
              <a:rPr lang="en-US" dirty="0"/>
              <a:t>Phonotactics</a:t>
            </a:r>
          </a:p>
        </p:txBody>
      </p:sp>
      <p:sp>
        <p:nvSpPr>
          <p:cNvPr id="3" name="Text Placeholder 2">
            <a:extLst>
              <a:ext uri="{FF2B5EF4-FFF2-40B4-BE49-F238E27FC236}">
                <a16:creationId xmlns:a16="http://schemas.microsoft.com/office/drawing/2014/main" id="{F634BABD-80F8-941C-A23F-59D296BA377C}"/>
              </a:ext>
            </a:extLst>
          </p:cNvPr>
          <p:cNvSpPr>
            <a:spLocks noGrp="1"/>
          </p:cNvSpPr>
          <p:nvPr>
            <p:ph type="body" idx="1"/>
          </p:nvPr>
        </p:nvSpPr>
        <p:spPr>
          <a:xfrm>
            <a:off x="311700" y="1470659"/>
            <a:ext cx="8520600" cy="3098365"/>
          </a:xfrm>
        </p:spPr>
        <p:txBody>
          <a:bodyPr/>
          <a:lstStyle/>
          <a:p>
            <a:r>
              <a:rPr lang="en-US" sz="2400" dirty="0"/>
              <a:t>With your phonotactics identified, see what types of sequences occur</a:t>
            </a:r>
          </a:p>
          <a:p>
            <a:r>
              <a:rPr lang="en-US" sz="2400" dirty="0"/>
              <a:t>What sort of interesting combinations occur </a:t>
            </a:r>
            <a:r>
              <a:rPr lang="en-US" sz="2400" i="1" dirty="0"/>
              <a:t>across </a:t>
            </a:r>
            <a:r>
              <a:rPr lang="en-US" sz="2400" dirty="0"/>
              <a:t>syllable boundaries?</a:t>
            </a:r>
          </a:p>
          <a:p>
            <a:r>
              <a:rPr lang="en-US" sz="2400" dirty="0"/>
              <a:t>Try to pronounce these combinations – do you find your mouth doing anything interesting in these cases?</a:t>
            </a:r>
          </a:p>
        </p:txBody>
      </p:sp>
    </p:spTree>
    <p:extLst>
      <p:ext uri="{BB962C8B-B14F-4D97-AF65-F5344CB8AC3E}">
        <p14:creationId xmlns:p14="http://schemas.microsoft.com/office/powerpoint/2010/main" val="170309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4"/>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Linguistics 200, Week 6</a:t>
            </a:r>
            <a:endParaRPr dirty="0"/>
          </a:p>
        </p:txBody>
      </p:sp>
      <p:sp>
        <p:nvSpPr>
          <p:cNvPr id="332" name="Google Shape;332;p54"/>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Autofit/>
          </a:bodyPr>
          <a:lstStyle/>
          <a:p>
            <a:pPr marL="0" indent="0"/>
            <a:r>
              <a:rPr lang="en" dirty="0"/>
              <a:t>Day 3: Prosody</a:t>
            </a:r>
          </a:p>
        </p:txBody>
      </p:sp>
    </p:spTree>
    <p:extLst>
      <p:ext uri="{BB962C8B-B14F-4D97-AF65-F5344CB8AC3E}">
        <p14:creationId xmlns:p14="http://schemas.microsoft.com/office/powerpoint/2010/main" val="2116562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Your language’s sound system</a:t>
            </a:r>
            <a:endParaRPr/>
          </a:p>
        </p:txBody>
      </p:sp>
      <p:sp>
        <p:nvSpPr>
          <p:cNvPr id="338" name="Google Shape;338;p55"/>
          <p:cNvSpPr txBox="1">
            <a:spLocks noGrp="1"/>
          </p:cNvSpPr>
          <p:nvPr>
            <p:ph type="body" idx="1"/>
          </p:nvPr>
        </p:nvSpPr>
        <p:spPr>
          <a:xfrm>
            <a:off x="311700" y="1779650"/>
            <a:ext cx="8520600" cy="27894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
              <a:t>Consonants</a:t>
            </a:r>
            <a:endParaRPr/>
          </a:p>
          <a:p>
            <a:pPr marL="457200" lvl="0" indent="-342900" algn="l" rtl="0">
              <a:lnSpc>
                <a:spcPct val="150000"/>
              </a:lnSpc>
              <a:spcBef>
                <a:spcPts val="0"/>
              </a:spcBef>
              <a:spcAft>
                <a:spcPts val="0"/>
              </a:spcAft>
              <a:buSzPts val="1800"/>
              <a:buChar char="●"/>
            </a:pPr>
            <a:r>
              <a:rPr lang="en"/>
              <a:t>Vowels</a:t>
            </a:r>
            <a:endParaRPr/>
          </a:p>
          <a:p>
            <a:pPr marL="457200" lvl="0" indent="-342900" algn="l" rtl="0">
              <a:lnSpc>
                <a:spcPct val="150000"/>
              </a:lnSpc>
              <a:spcBef>
                <a:spcPts val="0"/>
              </a:spcBef>
              <a:spcAft>
                <a:spcPts val="0"/>
              </a:spcAft>
              <a:buSzPts val="1800"/>
              <a:buChar char="●"/>
            </a:pPr>
            <a:r>
              <a:rPr lang="en"/>
              <a:t>Phonotactics (Syllable Structure)</a:t>
            </a:r>
            <a:endParaRPr/>
          </a:p>
          <a:p>
            <a:pPr marL="457200" lvl="0" indent="-342900" algn="l" rtl="0">
              <a:lnSpc>
                <a:spcPct val="150000"/>
              </a:lnSpc>
              <a:spcBef>
                <a:spcPts val="0"/>
              </a:spcBef>
              <a:spcAft>
                <a:spcPts val="0"/>
              </a:spcAft>
              <a:buSzPts val="1800"/>
              <a:buChar char="●"/>
            </a:pPr>
            <a:r>
              <a:rPr lang="en"/>
              <a:t>Phonotactic Rules</a:t>
            </a:r>
            <a:endParaRPr/>
          </a:p>
          <a:p>
            <a:pPr marL="457200" lvl="0" indent="-342900" algn="l" rtl="0">
              <a:lnSpc>
                <a:spcPct val="150000"/>
              </a:lnSpc>
              <a:spcBef>
                <a:spcPts val="0"/>
              </a:spcBef>
              <a:spcAft>
                <a:spcPts val="0"/>
              </a:spcAft>
              <a:buSzPts val="1800"/>
              <a:buChar char="●"/>
            </a:pPr>
            <a:r>
              <a:rPr lang="en"/>
              <a:t>Name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r>
              <a:rPr lang="en" dirty="0"/>
              <a:t>Recap Questions from your video</a:t>
            </a:r>
            <a:endParaRPr dirty="0"/>
          </a:p>
        </p:txBody>
      </p:sp>
      <p:sp>
        <p:nvSpPr>
          <p:cNvPr id="344" name="Google Shape;344;p5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Autofit/>
          </a:bodyPr>
          <a:lstStyle/>
          <a:p>
            <a:pPr marL="457200" lvl="0" indent="-330200" algn="l" rtl="0">
              <a:spcBef>
                <a:spcPts val="120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Consider the following sentence: “Language matters”. How does this change if you stress the first word? What about the last?</a:t>
            </a: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English is a stress language. How might that affect saying “language” as “lan-GUAGE” rather than “LAN-guage”? Would the meaning of the word change? How might a listener react?</a:t>
            </a: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English is a tonal language, because tone tells us how someone is feeling.</a:t>
            </a:r>
            <a:endParaRPr sz="1600">
              <a:solidFill>
                <a:srgbClr val="000000"/>
              </a:solidFill>
              <a:latin typeface="Arial"/>
              <a:ea typeface="Arial"/>
              <a:cs typeface="Arial"/>
              <a:sym typeface="Arial"/>
            </a:endParaRPr>
          </a:p>
          <a:p>
            <a:pPr marL="914400" lvl="1" indent="-330200" algn="l" rtl="0">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True</a:t>
            </a:r>
            <a:endParaRPr sz="1600">
              <a:solidFill>
                <a:srgbClr val="000000"/>
              </a:solidFill>
              <a:latin typeface="Arial"/>
              <a:ea typeface="Arial"/>
              <a:cs typeface="Arial"/>
              <a:sym typeface="Arial"/>
            </a:endParaRPr>
          </a:p>
          <a:p>
            <a:pPr marL="914400" lvl="1" indent="-330200" algn="l" rtl="0">
              <a:spcBef>
                <a:spcPts val="0"/>
              </a:spcBef>
              <a:spcAft>
                <a:spcPts val="0"/>
              </a:spcAft>
              <a:buClr>
                <a:srgbClr val="000000"/>
              </a:buClr>
              <a:buSzPts val="1600"/>
              <a:buFont typeface="Arial"/>
              <a:buAutoNum type="alphaLcPeriod"/>
            </a:pPr>
            <a:r>
              <a:rPr lang="en" sz="1600">
                <a:solidFill>
                  <a:srgbClr val="000000"/>
                </a:solidFill>
                <a:latin typeface="Arial"/>
                <a:ea typeface="Arial"/>
                <a:cs typeface="Arial"/>
                <a:sym typeface="Arial"/>
              </a:rPr>
              <a:t>False</a:t>
            </a: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AutoNum type="arabicPeriod"/>
            </a:pPr>
            <a:r>
              <a:rPr lang="en" sz="1600">
                <a:solidFill>
                  <a:srgbClr val="000000"/>
                </a:solidFill>
                <a:latin typeface="Arial"/>
                <a:ea typeface="Arial"/>
                <a:cs typeface="Arial"/>
                <a:sym typeface="Arial"/>
              </a:rPr>
              <a:t>In the book &amp; episode, we said that Mandarin Chinese is a tonal language. How does linguistic tone, like in Mandarin, differ from “tone of voice” (or tone in English)?</a:t>
            </a:r>
            <a:endParaRPr sz="23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6" name="Google Shape;356;p58"/>
          <p:cNvSpPr txBox="1">
            <a:spLocks noGrp="1"/>
          </p:cNvSpPr>
          <p:nvPr>
            <p:ph type="body" idx="1"/>
          </p:nvPr>
        </p:nvSpPr>
        <p:spPr>
          <a:xfrm>
            <a:off x="311700" y="2514300"/>
            <a:ext cx="8520600" cy="20547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b="1">
                <a:solidFill>
                  <a:srgbClr val="000000"/>
                </a:solidFill>
                <a:latin typeface="Arial"/>
                <a:ea typeface="Arial"/>
                <a:cs typeface="Arial"/>
                <a:sym typeface="Arial"/>
              </a:rPr>
              <a:t>7. </a:t>
            </a:r>
            <a:r>
              <a:rPr lang="en" sz="1200">
                <a:solidFill>
                  <a:srgbClr val="000000"/>
                </a:solidFill>
                <a:latin typeface="Arial"/>
                <a:ea typeface="Arial"/>
                <a:cs typeface="Arial"/>
                <a:sym typeface="Arial"/>
              </a:rPr>
              <a:t>Is your language a tonal language or a stress-based language? If tonal, describe the number of tones your language has, with examples. If stress-based, describe the language's stress pattern, with examples.</a:t>
            </a:r>
            <a:endParaRPr sz="1200">
              <a:solidFill>
                <a:srgbClr val="000000"/>
              </a:solidFill>
              <a:latin typeface="Arial"/>
              <a:ea typeface="Arial"/>
              <a:cs typeface="Arial"/>
              <a:sym typeface="Arial"/>
            </a:endParaRPr>
          </a:p>
          <a:p>
            <a:pPr marL="0" lvl="0" indent="0" algn="l" rtl="0">
              <a:spcBef>
                <a:spcPts val="900"/>
              </a:spcBef>
              <a:spcAft>
                <a:spcPts val="0"/>
              </a:spcAft>
              <a:buNone/>
            </a:pPr>
            <a:endParaRPr sz="1200">
              <a:solidFill>
                <a:srgbClr val="000000"/>
              </a:solidFill>
              <a:latin typeface="Arial"/>
              <a:ea typeface="Arial"/>
              <a:cs typeface="Arial"/>
              <a:sym typeface="Arial"/>
            </a:endParaRPr>
          </a:p>
          <a:p>
            <a:pPr marL="0" lvl="0" indent="0" algn="l" rtl="0">
              <a:spcBef>
                <a:spcPts val="900"/>
              </a:spcBef>
              <a:spcAft>
                <a:spcPts val="160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59"/>
          <p:cNvSpPr txBox="1">
            <a:spLocks noGrp="1"/>
          </p:cNvSpPr>
          <p:nvPr>
            <p:ph type="body" idx="1"/>
          </p:nvPr>
        </p:nvSpPr>
        <p:spPr>
          <a:xfrm>
            <a:off x="311700" y="2371975"/>
            <a:ext cx="8520600" cy="2196900"/>
          </a:xfrm>
          <a:prstGeom prst="rect">
            <a:avLst/>
          </a:prstGeom>
        </p:spPr>
        <p:txBody>
          <a:bodyPr spcFirstLastPara="1" wrap="square" lIns="91425" tIns="91425" rIns="91425" bIns="91425" anchor="t" anchorCtr="0">
            <a:noAutofit/>
          </a:bodyPr>
          <a:lstStyle/>
          <a:p>
            <a:pPr marL="0" lvl="0" indent="0" algn="l" rtl="0">
              <a:spcBef>
                <a:spcPts val="900"/>
              </a:spcBef>
              <a:spcAft>
                <a:spcPts val="0"/>
              </a:spcAft>
              <a:buNone/>
            </a:pPr>
            <a:r>
              <a:rPr lang="en" sz="1200" b="1">
                <a:solidFill>
                  <a:srgbClr val="000000"/>
                </a:solidFill>
                <a:latin typeface="Arial"/>
                <a:ea typeface="Arial"/>
                <a:cs typeface="Arial"/>
                <a:sym typeface="Arial"/>
              </a:rPr>
              <a:t>8.</a:t>
            </a:r>
            <a:r>
              <a:rPr lang="en" sz="1200">
                <a:solidFill>
                  <a:srgbClr val="000000"/>
                </a:solidFill>
                <a:latin typeface="Arial"/>
                <a:ea typeface="Arial"/>
                <a:cs typeface="Arial"/>
                <a:sym typeface="Arial"/>
              </a:rPr>
              <a:t> How does your language differentiate between different types of sentences, such as statements, questions, and commands?  If tonal, you may write "through different words", which you will detail in the next project component. If stress-based, briefly describe the intonational patterns of statements, questions, and commands, with examples.</a:t>
            </a:r>
            <a:endParaRPr sz="1200">
              <a:solidFill>
                <a:srgbClr val="000000"/>
              </a:solidFill>
              <a:latin typeface="Arial"/>
              <a:ea typeface="Arial"/>
              <a:cs typeface="Arial"/>
              <a:sym typeface="Arial"/>
            </a:endParaRPr>
          </a:p>
          <a:p>
            <a:pPr marL="0" lvl="0" indent="0" algn="l" rtl="0">
              <a:spcBef>
                <a:spcPts val="900"/>
              </a:spcBef>
              <a:spcAft>
                <a:spcPts val="160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of Concepts</a:t>
            </a:r>
            <a:endParaRPr/>
          </a:p>
        </p:txBody>
      </p:sp>
      <p:sp>
        <p:nvSpPr>
          <p:cNvPr id="350" name="Google Shape;350;p57"/>
          <p:cNvSpPr txBox="1">
            <a:spLocks noGrp="1"/>
          </p:cNvSpPr>
          <p:nvPr>
            <p:ph type="body" idx="1"/>
          </p:nvPr>
        </p:nvSpPr>
        <p:spPr>
          <a:xfrm>
            <a:off x="311700" y="1540000"/>
            <a:ext cx="8520600" cy="3029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sz="2400" dirty="0"/>
              <a:t>Pitch</a:t>
            </a:r>
            <a:endParaRPr lang="en-US" sz="2400"/>
          </a:p>
          <a:p>
            <a:pPr marL="914400" lvl="1" indent="-317500" algn="l" rtl="0">
              <a:spcBef>
                <a:spcPts val="0"/>
              </a:spcBef>
              <a:spcAft>
                <a:spcPts val="0"/>
              </a:spcAft>
              <a:buSzPts val="1400"/>
              <a:buChar char="○"/>
            </a:pPr>
            <a:r>
              <a:rPr lang="en" sz="1800" dirty="0"/>
              <a:t>tone</a:t>
            </a:r>
            <a:endParaRPr sz="1800"/>
          </a:p>
          <a:p>
            <a:pPr marL="914400" lvl="1" indent="-317500" algn="l" rtl="0">
              <a:lnSpc>
                <a:spcPct val="150000"/>
              </a:lnSpc>
              <a:spcBef>
                <a:spcPts val="0"/>
              </a:spcBef>
              <a:spcAft>
                <a:spcPts val="0"/>
              </a:spcAft>
              <a:buSzPts val="1400"/>
              <a:buChar char="○"/>
            </a:pPr>
            <a:r>
              <a:rPr lang="en" sz="1800" dirty="0"/>
              <a:t>intonation</a:t>
            </a:r>
            <a:endParaRPr sz="1800"/>
          </a:p>
          <a:p>
            <a:pPr marL="457200" lvl="0" indent="-342900" algn="l" rtl="0">
              <a:spcBef>
                <a:spcPts val="0"/>
              </a:spcBef>
              <a:spcAft>
                <a:spcPts val="0"/>
              </a:spcAft>
              <a:buSzPts val="1800"/>
              <a:buChar char="●"/>
            </a:pPr>
            <a:r>
              <a:rPr lang="en" sz="2400" dirty="0"/>
              <a:t>Stress/Intonation</a:t>
            </a:r>
            <a:endParaRPr sz="2400"/>
          </a:p>
          <a:p>
            <a:pPr marL="914400" lvl="1" indent="-317500" algn="l" rtl="0">
              <a:spcBef>
                <a:spcPts val="0"/>
              </a:spcBef>
              <a:spcAft>
                <a:spcPts val="0"/>
              </a:spcAft>
              <a:buSzPts val="1400"/>
              <a:buChar char="○"/>
            </a:pPr>
            <a:r>
              <a:rPr lang="en" sz="1800" dirty="0"/>
              <a:t>English (penult/antepenult)</a:t>
            </a:r>
            <a:endParaRPr sz="1800"/>
          </a:p>
          <a:p>
            <a:pPr marL="914400" lvl="1" indent="-317500" algn="l" rtl="0">
              <a:spcBef>
                <a:spcPts val="0"/>
              </a:spcBef>
              <a:spcAft>
                <a:spcPts val="0"/>
              </a:spcAft>
              <a:buSzPts val="1400"/>
              <a:buChar char="○"/>
            </a:pPr>
            <a:r>
              <a:rPr lang="en" sz="1800" dirty="0"/>
              <a:t>French (ultima)</a:t>
            </a:r>
            <a:endParaRPr sz="1800"/>
          </a:p>
          <a:p>
            <a:pPr marL="914400" lvl="1" indent="-317500" algn="l" rtl="0">
              <a:spcBef>
                <a:spcPts val="0"/>
              </a:spcBef>
              <a:spcAft>
                <a:spcPts val="0"/>
              </a:spcAft>
              <a:buSzPts val="1400"/>
              <a:buChar char="○"/>
            </a:pPr>
            <a:r>
              <a:rPr lang="en" sz="1800" dirty="0"/>
              <a:t>Hungarian (initial)</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Tone Example: Navajo (2 tones)</a:t>
            </a:r>
            <a:endParaRPr/>
          </a:p>
        </p:txBody>
      </p:sp>
      <p:pic>
        <p:nvPicPr>
          <p:cNvPr id="368" name="Google Shape;368;p60" descr="Spoken in Navajo" title="Navajo President speaks">
            <a:hlinkClick r:id="rId3"/>
          </p:cNvPr>
          <p:cNvPicPr preferRelativeResize="0"/>
          <p:nvPr/>
        </p:nvPicPr>
        <p:blipFill>
          <a:blip r:embed="rId4">
            <a:alphaModFix/>
          </a:blip>
          <a:stretch>
            <a:fillRect/>
          </a:stretch>
        </p:blipFill>
        <p:spPr>
          <a:xfrm>
            <a:off x="2238400" y="1365575"/>
            <a:ext cx="4572000" cy="34290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Tone Example: Chinese (5 tones)</a:t>
            </a:r>
            <a:endParaRPr/>
          </a:p>
        </p:txBody>
      </p:sp>
      <p:pic>
        <p:nvPicPr>
          <p:cNvPr id="374" name="Google Shape;374;p61" descr="In his New Year speech from Beijing, Chinese President Xi Jinping reviewed the country's achievements in 2019 and extended his New Year wishes for 2020. #XiJinping #XiNewYearAddress #XiNewYearAddress2020&#10;&#10;&#10;Subscribe to us on YouTube: https://goo.gl/lP12gA&#10;Download our APP on Apple Store (iOS): https://itunes.apple.com/us/app/cctvnews-app/id922456579?l=zh&amp;ls=1&amp;mt=8&#10;Download our APP on Google Play (Android): https://play.google.com/store/apps/details?id=com.imib.cctv&#10;&#10;Follow us on:&#10;Website: https://www.cgtn.com/&#10;Facebook: https://www.facebook.com/ChinaGlobalTVNetwork/&#10;Instagram: https://www.instagram.com/cgtn/?hl=zh-cn&#10;Twitter: https://twitter.com/CGTNOfficial&#10;Pinterest: https://www.pinterest.com/CGTNOfficial/&#10;Tumblr: http://cctvnews.tumblr.com/&#10;Weibo: http://weibo.com/cctvnewsbeijing&#10;Douyin: http://v.douyin.com/aBbmNQ/" title="Full video: Chinese President Xi Jinping delivers 2020 New Year speech">
            <a:hlinkClick r:id="rId3"/>
          </p:cNvPr>
          <p:cNvPicPr preferRelativeResize="0"/>
          <p:nvPr/>
        </p:nvPicPr>
        <p:blipFill>
          <a:blip r:embed="rId4">
            <a:alphaModFix/>
          </a:blip>
          <a:stretch>
            <a:fillRect/>
          </a:stretch>
        </p:blipFill>
        <p:spPr>
          <a:xfrm>
            <a:off x="2410550" y="1385825"/>
            <a:ext cx="4572000" cy="3429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Intonation/Stress Example: English</a:t>
            </a:r>
            <a:endParaRPr/>
          </a:p>
        </p:txBody>
      </p:sp>
      <p:pic>
        <p:nvPicPr>
          <p:cNvPr id="380" name="Google Shape;380;p62" descr="In this video, you will learn the 3 fundamentals of American intonation: Melody, rhythm, and stress.  &#10;Why is it SO HARD to understand native speakers? And what do you HAVE to know to improve your spoken English and get your point across clearly and confidently? &#10;&#10;You'll learn how to use melody and rhythm to stress words, you'll learn the difference between content words and function words, why we need to stress content words and how we reduce function words. This video lesson will also help you understand native speakers better, as we'll talk about common reductions and shortcuts (remember that English sounds different than how it's written).  &#10;&#10;More useful videos for your English:  &#10;Want to improve your speaking vocabulary? STOP LEARNING NEW WORDS✋ https://youtu.be/bd6iGLmUssQ&#10;&#10;#1 STRATEGY of how to become FLUENT in English [why you DON'T NEED to 'sound like a native speaker] https://youtu.be/0V0WeEnsec0&#10;&#10;Get your journey started (FREE stuff to give you a confidence and fluency boost):&#10;🚀Fluency Challenge &amp; FB Community (Best thing ever): https://goo.gl/68pqeF&#10;🚀American Accent AUDIO crash course: https://goo.gl/wSVyua&#10;🚀50 words you probably mispronounce (interactive list): https://goo.gl/nLtjtW&#10;&#10;------------------------------------------------------------------------------------------------&#10;&#10;Let's Stay Connected:👇🏼&#10;📢Website: http://theaccentsway.com/&#10;✊ Non-native SPEAKERZ empowering Community (FB): https://goo.gl/68pqeF&#10;📷INSTAGRAM: https://bit.ly/2M4Tg2R &#10;♥️FACEBOOK: https://facebook.com/TheAccentsWay/&#10;📧EMAIL: hello@accentsway.com&#10;-&#10;-----------------------------------------------------------------------------------------------&#10;&#10;Questions you probably want to ask me: &#10;🗣️Are you a native speaker? NO&#10;🌏Where are you from? Tel-Aviv, Israel (I speak Hebrew)&#10;❓ How did you lose your accent? I learned acting in NYC and acquired an American Accent. So I never really lost anything. I also talk about it here: https://goo.gl/PShZ9s&#10;🤔 How can I sound more like a native speaker? You don't have to. A foreign accent is not a bad thing. It's part of your identity. Of who you are. Your goal should be to sound clear, to have an impact when you speak,  and to feel confident in your English voice so you never let your English hold you back or prevent you from achieving your goals. #CommunicationOverPerfection&#10;😩What's the worst thing about traditional English training? It's taught as if everyone has the name needs. And it's mostly boring. &#10;🇺🇸Do native speakers think you are American? At first. But later in the conversation, they may detect a subtle accent. Depends on what I'm talking about and how tired I am. I don't care about it too much though, I'm a proud non-native speaker ✊&#10;🇮🇱🇵🇸What do you think about the Israeli-Palestinian conflict? I think land is not worth dying or fighting for. I will always promote peace and co-existence. And for me communication in English is a way to overcome political and cultural barriers. &#10;🎓Do you teach 1:1? I don't. I have an amazing colleague, Natalie, who teaches 1:1 at my school and online using my methods. I also have an online program called Accent Makeover that runs 2-3 times a year. For more: http://theaccentsway.com/&#10;❤️Who is your inspiration? Marie Forleo. I think every woman should know her. Men too. https://www.marieforleo.com/ &#10;🎥Want to learn more about me? Watch my story: https://goo.gl/csa5iG&#10;&#10;------------------------------------------------------------------------------------------------&#10;&#10;💜My favorite videos💜&#10;American Intonation: https://www.youtube.com/watch?v=FStyKn4V8cE&amp;t=80s&#10;The schwa (the key to American Pronunciation): https://goo.gl/tvDJ6o&#10;Five words you're pronouncing wrong: https://goo.gl/hxy6ov&#10;Tips and tricks for better English: https://www.youtube.com/watch?v=raypS...&#10;Th made Simple: https://www.youtube.com/watch?v=z7BVQ...&#10;The American R: https://youtu.be/DCNjahCAMOU&#10;&#10;If you've  come all the way down here, then read this:&#10;You are enough. Speaking with an accent. Getting stuck. &#10;Your voice and your identity make you unique. There are enough Native English speakers out there in the world... You don't need to become another one. Find your own voice.  It's important to improve your pronunciation and fluency so you feel more confident and capable. So YOU can express yourself better, and minimize the gap between your native tongue and your English. &#10;And If someone makes fun or judges you because of your accent, simply ask back:&#10;Oh, and how many languages do YOU speak?! 😏&#10;People who only speak one language don't always understand what it means to overcome the challenges of speaking a foreign language. Don't feel self-conscious. Teach them.&#10;❤️❤️❤️❤️❤️❤️❤️❤️❤️❤️❤️❤️❤️❤️❤️❤️❤️❤️❤️❤️❤️❤️❤️❤️❤️❤️❤️❤️❤️" title="American INTONATION - What They don't Teach You in School | The Secrets of Native Speakers">
            <a:hlinkClick r:id="rId3"/>
          </p:cNvPr>
          <p:cNvPicPr preferRelativeResize="0"/>
          <p:nvPr/>
        </p:nvPicPr>
        <p:blipFill>
          <a:blip r:embed="rId4">
            <a:alphaModFix/>
          </a:blip>
          <a:stretch>
            <a:fillRect/>
          </a:stretch>
        </p:blipFill>
        <p:spPr>
          <a:xfrm>
            <a:off x="2286000" y="1345350"/>
            <a:ext cx="4572000" cy="3429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Intonation/Stress Example: French</a:t>
            </a:r>
            <a:endParaRPr/>
          </a:p>
        </p:txBody>
      </p:sp>
      <p:pic>
        <p:nvPicPr>
          <p:cNvPr id="386" name="Google Shape;386;p63" descr="*at 2:26 the word &quot;professeur&quot; was spelled incorrectly on the whiteboard*&#10;In this video series we are covering 4 “layers” of French pronunciation. We will train our ears to listen for them and then imitate them one at a time. In each video we break down one layer in detail and give you the opportunity to practice. &#10;&#10;When you put the 4 layers together you will have at your disposal a reliable method to improve your speaking skills consistently and progressively, while still enjoying the language learning process! &#10;&#10;The 1st layer is... intonation.&#10;&#10;Intonation is the &quot;speech music&quot; of language: high and low sounds (or tones) as well as rhythm.&#10;&#10;You can read our complete guide here:&#10;&#10;https://www.newsinslowfrench.com/french-pronunciation&#10;&#10;To explore our weekly immersive French podcast for language learners, visit:&#10;&#10;https://www.newsinslowfrench.com/french-podcast" title="Practicing French pronunciation – Part 1: Intonation – News in Slow French">
            <a:hlinkClick r:id="rId3"/>
          </p:cNvPr>
          <p:cNvPicPr preferRelativeResize="0"/>
          <p:nvPr/>
        </p:nvPicPr>
        <p:blipFill>
          <a:blip r:embed="rId4">
            <a:alphaModFix/>
          </a:blip>
          <a:stretch>
            <a:fillRect/>
          </a:stretch>
        </p:blipFill>
        <p:spPr>
          <a:xfrm>
            <a:off x="2329525" y="1375700"/>
            <a:ext cx="4572000" cy="3429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Intonation/Stress Example: Hungarian</a:t>
            </a:r>
            <a:endParaRPr/>
          </a:p>
        </p:txBody>
      </p:sp>
      <p:pic>
        <p:nvPicPr>
          <p:cNvPr id="392" name="Google Shape;392;p64" descr="Viktor Orban's speech in Poland on the national question." title="Viktor Orban's Speech On The Survival Of Central Europeans">
            <a:hlinkClick r:id="rId3"/>
          </p:cNvPr>
          <p:cNvPicPr preferRelativeResize="0"/>
          <p:nvPr/>
        </p:nvPicPr>
        <p:blipFill>
          <a:blip r:embed="rId4">
            <a:alphaModFix/>
          </a:blip>
          <a:stretch>
            <a:fillRect/>
          </a:stretch>
        </p:blipFill>
        <p:spPr>
          <a:xfrm>
            <a:off x="2367025" y="1436450"/>
            <a:ext cx="4572000" cy="3429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Tonal</a:t>
            </a:r>
            <a:endParaRPr/>
          </a:p>
        </p:txBody>
      </p:sp>
      <p:sp>
        <p:nvSpPr>
          <p:cNvPr id="398" name="Google Shape;398;p65"/>
          <p:cNvSpPr txBox="1">
            <a:spLocks noGrp="1"/>
          </p:cNvSpPr>
          <p:nvPr>
            <p:ph type="body" idx="1"/>
          </p:nvPr>
        </p:nvSpPr>
        <p:spPr>
          <a:xfrm>
            <a:off x="311700" y="3208020"/>
            <a:ext cx="8520600" cy="14670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2 tones: high &amp; low			</a:t>
            </a:r>
          </a:p>
          <a:p>
            <a:pPr marL="0" lvl="0" indent="0" algn="l" rtl="0">
              <a:spcBef>
                <a:spcPts val="0"/>
              </a:spcBef>
              <a:spcAft>
                <a:spcPts val="0"/>
              </a:spcAft>
              <a:buNone/>
            </a:pPr>
            <a:endParaRPr lang="en" b="1" dirty="0"/>
          </a:p>
          <a:p>
            <a:pPr marL="0" lvl="0" indent="0" algn="l" rtl="0">
              <a:spcBef>
                <a:spcPts val="0"/>
              </a:spcBef>
              <a:spcAft>
                <a:spcPts val="0"/>
              </a:spcAft>
              <a:buNone/>
            </a:pPr>
            <a:r>
              <a:rPr lang="en" b="1" dirty="0"/>
              <a:t>	</a:t>
            </a:r>
            <a:r>
              <a:rPr lang="en" sz="1500" dirty="0">
                <a:solidFill>
                  <a:srgbClr val="000000"/>
                </a:solidFill>
                <a:latin typeface="Arial"/>
                <a:ea typeface="Arial"/>
                <a:cs typeface="Arial"/>
                <a:sym typeface="Arial"/>
              </a:rPr>
              <a:t>xám					xam</a:t>
            </a:r>
            <a:endParaRPr sz="1500" dirty="0">
              <a:solidFill>
                <a:srgbClr val="000000"/>
              </a:solidFill>
              <a:latin typeface="Arial"/>
              <a:ea typeface="Arial"/>
              <a:cs typeface="Arial"/>
              <a:sym typeface="Arial"/>
            </a:endParaRPr>
          </a:p>
          <a:p>
            <a:pPr marL="0" lvl="0" indent="0" algn="l" rtl="0">
              <a:spcBef>
                <a:spcPts val="1600"/>
              </a:spcBef>
              <a:spcAft>
                <a:spcPts val="0"/>
              </a:spcAft>
              <a:buNone/>
            </a:pPr>
            <a:r>
              <a:rPr lang="en" sz="1500" dirty="0">
                <a:solidFill>
                  <a:srgbClr val="000000"/>
                </a:solidFill>
                <a:latin typeface="Arial"/>
                <a:ea typeface="Arial"/>
                <a:cs typeface="Arial"/>
                <a:sym typeface="Arial"/>
              </a:rPr>
              <a:t>	wín					win</a:t>
            </a:r>
            <a:endParaRPr sz="1500" dirty="0">
              <a:solidFill>
                <a:srgbClr val="000000"/>
              </a:solidFill>
              <a:latin typeface="Arial"/>
              <a:ea typeface="Arial"/>
              <a:cs typeface="Arial"/>
              <a:sym typeface="Arial"/>
            </a:endParaRPr>
          </a:p>
          <a:p>
            <a:pPr marL="0" lvl="0" indent="0" algn="l" rtl="0">
              <a:spcBef>
                <a:spcPts val="1600"/>
              </a:spcBef>
              <a:spcAft>
                <a:spcPts val="1600"/>
              </a:spcAft>
              <a:buNone/>
            </a:pPr>
            <a:r>
              <a:rPr lang="en" sz="1500" dirty="0">
                <a:solidFill>
                  <a:srgbClr val="000000"/>
                </a:solidFill>
                <a:latin typeface="Arial"/>
                <a:ea typeface="Arial"/>
                <a:cs typeface="Arial"/>
                <a:sym typeface="Arial"/>
              </a:rPr>
              <a:t>								</a:t>
            </a:r>
            <a:endParaRPr sz="1500" dirty="0">
              <a:solidFill>
                <a:srgbClr val="000000"/>
              </a:solidFill>
              <a:latin typeface="Arial"/>
              <a:ea typeface="Arial"/>
              <a:cs typeface="Arial"/>
              <a:sym typeface="Arial"/>
            </a:endParaRPr>
          </a:p>
        </p:txBody>
      </p:sp>
      <p:pic>
        <p:nvPicPr>
          <p:cNvPr id="399" name="Google Shape;399;p65"/>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00" name="Google Shape;400;p65"/>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Tonal</a:t>
            </a:r>
            <a:endParaRPr/>
          </a:p>
        </p:txBody>
      </p:sp>
      <p:sp>
        <p:nvSpPr>
          <p:cNvPr id="406" name="Google Shape;406;p66"/>
          <p:cNvSpPr txBox="1">
            <a:spLocks noGrp="1"/>
          </p:cNvSpPr>
          <p:nvPr>
            <p:ph type="body" idx="1"/>
          </p:nvPr>
        </p:nvSpPr>
        <p:spPr>
          <a:xfrm>
            <a:off x="311700" y="3645425"/>
            <a:ext cx="8520600" cy="10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4 tones: 	high &amp; low		</a:t>
            </a:r>
            <a:r>
              <a:rPr lang="en" sz="1500" dirty="0">
                <a:solidFill>
                  <a:srgbClr val="000000"/>
                </a:solidFill>
                <a:latin typeface="Arial"/>
                <a:ea typeface="Arial"/>
                <a:cs typeface="Arial"/>
                <a:sym typeface="Arial"/>
              </a:rPr>
              <a:t>xám			xam</a:t>
            </a:r>
            <a:endParaRPr sz="1500" dirty="0">
              <a:solidFill>
                <a:srgbClr val="000000"/>
              </a:solidFill>
              <a:latin typeface="Arial"/>
              <a:ea typeface="Arial"/>
              <a:cs typeface="Arial"/>
              <a:sym typeface="Arial"/>
            </a:endParaRPr>
          </a:p>
          <a:p>
            <a:pPr marL="0" lvl="0" indent="0" algn="l" rtl="0">
              <a:spcBef>
                <a:spcPts val="1600"/>
              </a:spcBef>
              <a:spcAft>
                <a:spcPts val="1600"/>
              </a:spcAft>
              <a:buNone/>
            </a:pPr>
            <a:r>
              <a:rPr lang="en" sz="1500" dirty="0">
                <a:solidFill>
                  <a:srgbClr val="000000"/>
                </a:solidFill>
                <a:latin typeface="Arial"/>
                <a:ea typeface="Arial"/>
                <a:cs typeface="Arial"/>
                <a:sym typeface="Arial"/>
              </a:rPr>
              <a:t>		</a:t>
            </a:r>
            <a:r>
              <a:rPr lang="en" b="1" dirty="0"/>
              <a:t>rising &amp; falling</a:t>
            </a:r>
            <a:r>
              <a:rPr lang="en" sz="1500" dirty="0">
                <a:solidFill>
                  <a:srgbClr val="000000"/>
                </a:solidFill>
                <a:latin typeface="Arial"/>
                <a:ea typeface="Arial"/>
                <a:cs typeface="Arial"/>
                <a:sym typeface="Arial"/>
              </a:rPr>
              <a:t>		xø̂m			xø̌m</a:t>
            </a:r>
            <a:endParaRPr sz="1500" dirty="0">
              <a:solidFill>
                <a:srgbClr val="000000"/>
              </a:solidFill>
              <a:latin typeface="Arial"/>
              <a:ea typeface="Arial"/>
              <a:cs typeface="Arial"/>
              <a:sym typeface="Arial"/>
            </a:endParaRPr>
          </a:p>
        </p:txBody>
      </p:sp>
      <p:pic>
        <p:nvPicPr>
          <p:cNvPr id="407" name="Google Shape;407;p66"/>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08" name="Google Shape;408;p66"/>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6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a Stress Language</a:t>
            </a:r>
            <a:endParaRPr/>
          </a:p>
        </p:txBody>
      </p:sp>
      <p:pic>
        <p:nvPicPr>
          <p:cNvPr id="415" name="Google Shape;415;p67"/>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16" name="Google Shape;416;p67"/>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67"/>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7CFEC4C5-858C-9F37-34AD-ECBCB2D05EB2}"/>
              </a:ext>
            </a:extLst>
          </p:cNvPr>
          <p:cNvSpPr txBox="1"/>
          <p:nvPr/>
        </p:nvSpPr>
        <p:spPr>
          <a:xfrm>
            <a:off x="2743200" y="3539868"/>
            <a:ext cx="4572000" cy="923330"/>
          </a:xfrm>
          <a:prstGeom prst="rect">
            <a:avLst/>
          </a:prstGeom>
          <a:noFill/>
        </p:spPr>
        <p:txBody>
          <a:bodyPr wrap="square" lIns="91440" tIns="45720" rIns="91440" bIns="45720" anchor="t">
            <a:spAutoFit/>
          </a:bodyPr>
          <a:lstStyle/>
          <a:p>
            <a:r>
              <a:rPr lang="en-US" sz="1800" dirty="0" err="1"/>
              <a:t>xan</a:t>
            </a:r>
            <a:r>
              <a:rPr lang="en-US" sz="1800" dirty="0"/>
              <a:t>		        </a:t>
            </a:r>
            <a:r>
              <a:rPr lang="en-US" sz="1800" dirty="0" err="1"/>
              <a:t>xanɭøɴquɠu</a:t>
            </a:r>
          </a:p>
          <a:p>
            <a:r>
              <a:rPr lang="en-US" sz="1800" dirty="0" err="1"/>
              <a:t>xøɴam</a:t>
            </a:r>
            <a:r>
              <a:rPr lang="en-US" sz="1800" dirty="0"/>
              <a:t> 		</a:t>
            </a:r>
            <a:r>
              <a:rPr lang="en-US" sz="1800" dirty="0" err="1"/>
              <a:t>xøɴamɭøɴquɠu</a:t>
            </a:r>
            <a:r>
              <a:rPr lang="en-US" sz="1800" dirty="0"/>
              <a:t> </a:t>
            </a:r>
          </a:p>
          <a:p>
            <a:r>
              <a:rPr lang="en-US" sz="1800" dirty="0" err="1"/>
              <a:t>ɭøɴquɠu</a:t>
            </a:r>
            <a:r>
              <a:rPr lang="en-US" sz="1800" dirty="0"/>
              <a:t>		</a:t>
            </a:r>
            <a:r>
              <a:rPr lang="en-US" sz="1800" dirty="0" err="1"/>
              <a:t>ɭøɴquɠuɭøɴquɠu</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6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a Stress Language</a:t>
            </a:r>
            <a:endParaRPr/>
          </a:p>
        </p:txBody>
      </p:sp>
      <p:sp>
        <p:nvSpPr>
          <p:cNvPr id="423" name="Google Shape;423;p68"/>
          <p:cNvSpPr txBox="1">
            <a:spLocks noGrp="1"/>
          </p:cNvSpPr>
          <p:nvPr>
            <p:ph type="body" idx="1"/>
          </p:nvPr>
        </p:nvSpPr>
        <p:spPr>
          <a:xfrm>
            <a:off x="311700" y="3117796"/>
            <a:ext cx="8520600" cy="10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Like English: penult/antepenult			</a:t>
            </a:r>
          </a:p>
          <a:p>
            <a:pPr marL="0" lvl="0" indent="0" algn="l" rtl="0">
              <a:spcBef>
                <a:spcPts val="0"/>
              </a:spcBef>
              <a:spcAft>
                <a:spcPts val="0"/>
              </a:spcAft>
              <a:buNone/>
            </a:pPr>
            <a:endParaRPr lang="en" sz="1500" b="1" dirty="0">
              <a:solidFill>
                <a:srgbClr val="000000"/>
              </a:solidFill>
              <a:latin typeface="Arial"/>
              <a:ea typeface="Arial"/>
              <a:cs typeface="Arial"/>
              <a:sym typeface="Arial"/>
            </a:endParaRPr>
          </a:p>
          <a:p>
            <a:pPr marL="0" lvl="0" indent="0" algn="l" rtl="0">
              <a:spcBef>
                <a:spcPts val="0"/>
              </a:spcBef>
              <a:spcAft>
                <a:spcPts val="0"/>
              </a:spcAft>
              <a:buNone/>
            </a:pPr>
            <a:r>
              <a:rPr lang="en" sz="1500" b="1" dirty="0">
                <a:solidFill>
                  <a:srgbClr val="000000"/>
                </a:solidFill>
                <a:latin typeface="Arial"/>
                <a:ea typeface="Arial"/>
                <a:cs typeface="Arial"/>
                <a:sym typeface="Arial"/>
              </a:rPr>
              <a:t>xán</a:t>
            </a:r>
            <a:r>
              <a:rPr lang="en" sz="1500" dirty="0">
                <a:solidFill>
                  <a:srgbClr val="000000"/>
                </a:solidFill>
                <a:latin typeface="Arial"/>
                <a:ea typeface="Arial"/>
                <a:cs typeface="Arial"/>
                <a:sym typeface="Arial"/>
              </a:rPr>
              <a:t>			xan</a:t>
            </a: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a:t>
            </a:r>
            <a:r>
              <a:rPr lang="en" sz="1500" dirty="0">
                <a:solidFill>
                  <a:srgbClr val="000000"/>
                </a:solidFill>
                <a:latin typeface="Arial"/>
                <a:ea typeface="Arial"/>
                <a:cs typeface="Arial"/>
                <a:sym typeface="Arial"/>
              </a:rPr>
              <a:t>				</a:t>
            </a:r>
          </a:p>
          <a:p>
            <a:pPr marL="0" lvl="0" indent="0" algn="l" rtl="0">
              <a:spcBef>
                <a:spcPts val="0"/>
              </a:spcBef>
              <a:spcAft>
                <a:spcPts val="0"/>
              </a:spcAft>
              <a:buNone/>
            </a:pPr>
            <a:r>
              <a:rPr lang="en" sz="1500" b="1" dirty="0">
                <a:solidFill>
                  <a:srgbClr val="000000"/>
                </a:solidFill>
                <a:latin typeface="Arial"/>
                <a:ea typeface="Arial"/>
                <a:cs typeface="Arial"/>
                <a:sym typeface="Arial"/>
              </a:rPr>
              <a:t>xǿ</a:t>
            </a:r>
            <a:r>
              <a:rPr lang="en" sz="1500" dirty="0">
                <a:solidFill>
                  <a:srgbClr val="000000"/>
                </a:solidFill>
                <a:latin typeface="Arial"/>
                <a:ea typeface="Arial"/>
                <a:cs typeface="Arial"/>
                <a:sym typeface="Arial"/>
              </a:rPr>
              <a:t>ɴam 			xøɴam</a:t>
            </a: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a:t>
            </a:r>
          </a:p>
          <a:p>
            <a:pPr marL="0" lvl="0" indent="0" algn="l" rtl="0">
              <a:spcBef>
                <a:spcPts val="0"/>
              </a:spcBef>
              <a:spcAft>
                <a:spcPts val="0"/>
              </a:spcAft>
              <a:buNone/>
            </a:pP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			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a:t>
            </a: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a:t>
            </a:r>
            <a:endParaRPr sz="1500" dirty="0">
              <a:solidFill>
                <a:srgbClr val="000000"/>
              </a:solidFill>
              <a:latin typeface="Arial"/>
              <a:ea typeface="Arial"/>
              <a:cs typeface="Arial"/>
              <a:sym typeface="Arial"/>
            </a:endParaRPr>
          </a:p>
          <a:p>
            <a:pPr marL="0" lvl="0" indent="0" algn="l" rtl="0">
              <a:spcBef>
                <a:spcPts val="0"/>
              </a:spcBef>
              <a:spcAft>
                <a:spcPts val="1600"/>
              </a:spcAft>
              <a:buNone/>
            </a:pPr>
            <a:r>
              <a:rPr lang="en" sz="1500" dirty="0">
                <a:solidFill>
                  <a:srgbClr val="000000"/>
                </a:solidFill>
                <a:latin typeface="Arial"/>
                <a:ea typeface="Arial"/>
                <a:cs typeface="Arial"/>
                <a:sym typeface="Arial"/>
              </a:rPr>
              <a:t>											</a:t>
            </a:r>
            <a:endParaRPr sz="1500" dirty="0">
              <a:solidFill>
                <a:srgbClr val="000000"/>
              </a:solidFill>
              <a:latin typeface="Arial"/>
              <a:ea typeface="Arial"/>
              <a:cs typeface="Arial"/>
              <a:sym typeface="Arial"/>
            </a:endParaRPr>
          </a:p>
        </p:txBody>
      </p:sp>
      <p:pic>
        <p:nvPicPr>
          <p:cNvPr id="424" name="Google Shape;424;p68"/>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25" name="Google Shape;425;p68"/>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68"/>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6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a Stress Language</a:t>
            </a:r>
            <a:endParaRPr/>
          </a:p>
        </p:txBody>
      </p:sp>
      <p:sp>
        <p:nvSpPr>
          <p:cNvPr id="432" name="Google Shape;432;p69"/>
          <p:cNvSpPr txBox="1">
            <a:spLocks noGrp="1"/>
          </p:cNvSpPr>
          <p:nvPr>
            <p:ph type="body" idx="1"/>
          </p:nvPr>
        </p:nvSpPr>
        <p:spPr>
          <a:xfrm>
            <a:off x="311700" y="3064446"/>
            <a:ext cx="8520600" cy="10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Like French: ultima									</a:t>
            </a:r>
            <a:r>
              <a:rPr lang="en" sz="1500" b="1" dirty="0">
                <a:solidFill>
                  <a:srgbClr val="000000"/>
                </a:solidFill>
                <a:latin typeface="Arial"/>
                <a:ea typeface="Arial"/>
                <a:cs typeface="Arial"/>
                <a:sym typeface="Arial"/>
              </a:rPr>
              <a:t>xán</a:t>
            </a:r>
            <a:r>
              <a:rPr lang="en" sz="1500" dirty="0">
                <a:solidFill>
                  <a:srgbClr val="000000"/>
                </a:solidFill>
                <a:latin typeface="Arial"/>
                <a:ea typeface="Arial"/>
                <a:cs typeface="Arial"/>
                <a:sym typeface="Arial"/>
              </a:rPr>
              <a:t>			xan</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r>
              <a:rPr lang="en" sz="1500" dirty="0">
                <a:solidFill>
                  <a:srgbClr val="000000"/>
                </a:solidFill>
                <a:latin typeface="Arial"/>
                <a:ea typeface="Arial"/>
                <a:cs typeface="Arial"/>
                <a:sym typeface="Arial"/>
              </a:rPr>
              <a:t>	</a:t>
            </a:r>
            <a:endParaRPr lang="en-US" sz="1500" dirty="0">
              <a:solidFill>
                <a:srgbClr val="000000"/>
              </a:solidFill>
              <a:latin typeface="Arial"/>
              <a:ea typeface="Arial"/>
              <a:cs typeface="Arial"/>
              <a:sym typeface="Arial"/>
            </a:endParaRPr>
          </a:p>
          <a:p>
            <a:pPr marL="0" lvl="0" indent="0" algn="l" rtl="0">
              <a:spcBef>
                <a:spcPts val="1600"/>
              </a:spcBef>
              <a:spcAft>
                <a:spcPts val="0"/>
              </a:spcAft>
              <a:buNone/>
            </a:pPr>
            <a:r>
              <a:rPr lang="en-US" sz="1500" dirty="0">
                <a:solidFill>
                  <a:srgbClr val="000000"/>
                </a:solidFill>
                <a:latin typeface="Arial"/>
                <a:ea typeface="Arial"/>
                <a:cs typeface="Arial"/>
                <a:sym typeface="Arial"/>
              </a:rPr>
              <a:t>		</a:t>
            </a:r>
            <a:r>
              <a:rPr lang="en-US" sz="1500" dirty="0" err="1">
                <a:solidFill>
                  <a:srgbClr val="000000"/>
                </a:solidFill>
                <a:latin typeface="Arial"/>
                <a:ea typeface="Arial"/>
                <a:cs typeface="Arial"/>
                <a:sym typeface="Arial"/>
              </a:rPr>
              <a:t>xø</a:t>
            </a:r>
            <a:r>
              <a:rPr lang="en-US" sz="1500" b="1" dirty="0" err="1">
                <a:solidFill>
                  <a:srgbClr val="000000"/>
                </a:solidFill>
                <a:latin typeface="Arial"/>
                <a:ea typeface="Arial"/>
                <a:cs typeface="Arial"/>
                <a:sym typeface="Arial"/>
              </a:rPr>
              <a:t>ɴám</a:t>
            </a:r>
            <a:r>
              <a:rPr lang="en-US" sz="1500" dirty="0">
                <a:solidFill>
                  <a:srgbClr val="000000"/>
                </a:solidFill>
                <a:latin typeface="Arial"/>
                <a:ea typeface="Arial"/>
                <a:cs typeface="Arial"/>
                <a:sym typeface="Arial"/>
              </a:rPr>
              <a:t> 			</a:t>
            </a:r>
            <a:r>
              <a:rPr lang="en-US" sz="1500" dirty="0" err="1">
                <a:solidFill>
                  <a:srgbClr val="000000"/>
                </a:solidFill>
                <a:latin typeface="Arial"/>
                <a:ea typeface="Arial"/>
                <a:cs typeface="Arial"/>
                <a:sym typeface="Arial"/>
              </a:rPr>
              <a:t>xøɴam</a:t>
            </a:r>
            <a:r>
              <a:rPr lang="en-US" sz="1400" dirty="0" err="1">
                <a:solidFill>
                  <a:srgbClr val="000000"/>
                </a:solidFill>
                <a:latin typeface="Arial"/>
                <a:ea typeface="Arial"/>
                <a:cs typeface="Arial"/>
                <a:sym typeface="Arial"/>
              </a:rPr>
              <a:t>ɭ</a:t>
            </a:r>
            <a:r>
              <a:rPr lang="en-US" sz="1500" dirty="0" err="1">
                <a:solidFill>
                  <a:srgbClr val="000000"/>
                </a:solidFill>
                <a:latin typeface="Arial"/>
                <a:ea typeface="Arial"/>
                <a:cs typeface="Arial"/>
                <a:sym typeface="Arial"/>
              </a:rPr>
              <a:t>ø</a:t>
            </a:r>
            <a:r>
              <a:rPr lang="en-US" sz="1400" dirty="0" err="1">
                <a:solidFill>
                  <a:srgbClr val="000000"/>
                </a:solidFill>
                <a:latin typeface="Arial"/>
                <a:ea typeface="Arial"/>
                <a:cs typeface="Arial"/>
                <a:sym typeface="Arial"/>
              </a:rPr>
              <a:t>ɴqu</a:t>
            </a:r>
            <a:r>
              <a:rPr lang="en-US" sz="1400" b="1" dirty="0" err="1">
                <a:solidFill>
                  <a:srgbClr val="000000"/>
                </a:solidFill>
                <a:latin typeface="Arial"/>
                <a:ea typeface="Arial"/>
                <a:cs typeface="Arial"/>
                <a:sym typeface="Arial"/>
              </a:rPr>
              <a:t>ɠ</a:t>
            </a:r>
            <a:r>
              <a:rPr lang="en-US" sz="1500" b="1" dirty="0" err="1">
                <a:solidFill>
                  <a:srgbClr val="000000"/>
                </a:solidFill>
                <a:latin typeface="Arial"/>
                <a:ea typeface="Arial"/>
                <a:cs typeface="Arial"/>
                <a:sym typeface="Arial"/>
              </a:rPr>
              <a:t>u</a:t>
            </a:r>
            <a:r>
              <a:rPr lang="en-US" sz="1500" b="1" dirty="0">
                <a:solidFill>
                  <a:srgbClr val="000000"/>
                </a:solidFill>
                <a:latin typeface="Arial"/>
                <a:ea typeface="Arial"/>
                <a:cs typeface="Arial"/>
                <a:sym typeface="Arial"/>
              </a:rPr>
              <a:t>́</a:t>
            </a:r>
          </a:p>
          <a:p>
            <a:pPr marL="0" lvl="0" indent="0" algn="l" rtl="0">
              <a:spcBef>
                <a:spcPts val="1600"/>
              </a:spcBef>
              <a:spcAft>
                <a:spcPts val="0"/>
              </a:spcAft>
              <a:buNone/>
            </a:pPr>
            <a:r>
              <a:rPr lang="en-US" sz="1500" b="1" dirty="0">
                <a:solidFill>
                  <a:srgbClr val="000000"/>
                </a:solidFill>
                <a:latin typeface="Arial"/>
                <a:ea typeface="Arial"/>
                <a:cs typeface="Arial"/>
                <a:sym typeface="Arial"/>
              </a:rPr>
              <a:t>		</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r>
              <a:rPr lang="en" sz="1400" dirty="0">
                <a:solidFill>
                  <a:srgbClr val="000000"/>
                </a:solidFill>
                <a:latin typeface="Arial"/>
                <a:ea typeface="Arial"/>
                <a:cs typeface="Arial"/>
                <a:sym typeface="Arial"/>
              </a:rPr>
              <a:t>			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endParaRPr sz="1500" b="1" dirty="0">
              <a:solidFill>
                <a:srgbClr val="000000"/>
              </a:solidFill>
              <a:latin typeface="Arial"/>
              <a:ea typeface="Arial"/>
              <a:cs typeface="Arial"/>
              <a:sym typeface="Arial"/>
            </a:endParaRPr>
          </a:p>
          <a:p>
            <a:pPr marL="0" lvl="0" indent="0" algn="l" rtl="0">
              <a:spcBef>
                <a:spcPts val="0"/>
              </a:spcBef>
              <a:spcAft>
                <a:spcPts val="1600"/>
              </a:spcAft>
              <a:buNone/>
            </a:pPr>
            <a:r>
              <a:rPr lang="en" sz="1500" dirty="0">
                <a:solidFill>
                  <a:srgbClr val="000000"/>
                </a:solidFill>
                <a:latin typeface="Arial"/>
                <a:ea typeface="Arial"/>
                <a:cs typeface="Arial"/>
                <a:sym typeface="Arial"/>
              </a:rPr>
              <a:t>											</a:t>
            </a:r>
            <a:endParaRPr sz="1500" dirty="0">
              <a:solidFill>
                <a:srgbClr val="000000"/>
              </a:solidFill>
              <a:latin typeface="Arial"/>
              <a:ea typeface="Arial"/>
              <a:cs typeface="Arial"/>
              <a:sym typeface="Arial"/>
            </a:endParaRPr>
          </a:p>
        </p:txBody>
      </p:sp>
      <p:pic>
        <p:nvPicPr>
          <p:cNvPr id="433" name="Google Shape;433;p69"/>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34" name="Google Shape;434;p69"/>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69"/>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7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Mɤɧøɴ as a Stress Language</a:t>
            </a:r>
            <a:endParaRPr/>
          </a:p>
        </p:txBody>
      </p:sp>
      <p:sp>
        <p:nvSpPr>
          <p:cNvPr id="441" name="Google Shape;441;p70"/>
          <p:cNvSpPr txBox="1">
            <a:spLocks noGrp="1"/>
          </p:cNvSpPr>
          <p:nvPr>
            <p:ph type="body" idx="1"/>
          </p:nvPr>
        </p:nvSpPr>
        <p:spPr>
          <a:xfrm>
            <a:off x="311700" y="3341650"/>
            <a:ext cx="8520600" cy="10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Like Hungarian: initial			</a:t>
            </a:r>
          </a:p>
          <a:p>
            <a:pPr marL="0" lvl="0" indent="0" algn="l" rtl="0">
              <a:spcBef>
                <a:spcPts val="0"/>
              </a:spcBef>
              <a:spcAft>
                <a:spcPts val="0"/>
              </a:spcAft>
              <a:buNone/>
            </a:pPr>
            <a:r>
              <a:rPr lang="en" b="1" dirty="0"/>
              <a:t>		</a:t>
            </a:r>
            <a:r>
              <a:rPr lang="en" sz="1500" b="1" dirty="0">
                <a:solidFill>
                  <a:srgbClr val="000000"/>
                </a:solidFill>
                <a:latin typeface="Arial"/>
                <a:ea typeface="Arial"/>
                <a:cs typeface="Arial"/>
                <a:sym typeface="Arial"/>
              </a:rPr>
              <a:t>xán</a:t>
            </a:r>
            <a:r>
              <a:rPr lang="en" sz="1500" dirty="0">
                <a:solidFill>
                  <a:srgbClr val="000000"/>
                </a:solidFill>
                <a:latin typeface="Arial"/>
                <a:ea typeface="Arial"/>
                <a:cs typeface="Arial"/>
                <a:sym typeface="Arial"/>
              </a:rPr>
              <a:t>			</a:t>
            </a:r>
            <a:r>
              <a:rPr lang="en" sz="1500" b="1" dirty="0">
                <a:solidFill>
                  <a:srgbClr val="000000"/>
                </a:solidFill>
                <a:latin typeface="Arial"/>
                <a:ea typeface="Arial"/>
                <a:cs typeface="Arial"/>
                <a:sym typeface="Arial"/>
              </a:rPr>
              <a:t>xán</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a:t>
            </a:r>
            <a:r>
              <a:rPr lang="en" sz="1500" dirty="0">
                <a:solidFill>
                  <a:srgbClr val="000000"/>
                </a:solidFill>
                <a:latin typeface="Arial"/>
                <a:ea typeface="Arial"/>
                <a:cs typeface="Arial"/>
                <a:sym typeface="Arial"/>
              </a:rPr>
              <a:t>					</a:t>
            </a:r>
            <a:r>
              <a:rPr lang="en" sz="1500" b="1" dirty="0">
                <a:solidFill>
                  <a:srgbClr val="000000"/>
                </a:solidFill>
                <a:latin typeface="Arial"/>
                <a:ea typeface="Arial"/>
                <a:cs typeface="Arial"/>
                <a:sym typeface="Arial"/>
              </a:rPr>
              <a:t>xǿ</a:t>
            </a:r>
            <a:r>
              <a:rPr lang="en" sz="1500" dirty="0">
                <a:solidFill>
                  <a:srgbClr val="000000"/>
                </a:solidFill>
                <a:latin typeface="Arial"/>
                <a:ea typeface="Arial"/>
                <a:cs typeface="Arial"/>
                <a:sym typeface="Arial"/>
              </a:rPr>
              <a:t>ɴam 			</a:t>
            </a:r>
            <a:r>
              <a:rPr lang="en" sz="1500" b="1" dirty="0">
                <a:solidFill>
                  <a:srgbClr val="000000"/>
                </a:solidFill>
                <a:latin typeface="Arial"/>
                <a:ea typeface="Arial"/>
                <a:cs typeface="Arial"/>
                <a:sym typeface="Arial"/>
              </a:rPr>
              <a:t>xǿ</a:t>
            </a:r>
            <a:r>
              <a:rPr lang="en" sz="1500" dirty="0">
                <a:solidFill>
                  <a:srgbClr val="000000"/>
                </a:solidFill>
                <a:latin typeface="Arial"/>
                <a:ea typeface="Arial"/>
                <a:cs typeface="Arial"/>
                <a:sym typeface="Arial"/>
              </a:rPr>
              <a:t>ɴam</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a:t>
            </a:r>
            <a:endParaRPr lang="en" sz="1500" dirty="0">
              <a:solidFill>
                <a:srgbClr val="000000"/>
              </a:solidFill>
              <a:latin typeface="Arial"/>
              <a:ea typeface="Arial"/>
              <a:cs typeface="Arial"/>
              <a:sym typeface="Arial"/>
            </a:endParaRPr>
          </a:p>
          <a:p>
            <a:pPr marL="0" lvl="0" indent="0" algn="l" rtl="0">
              <a:spcBef>
                <a:spcPts val="0"/>
              </a:spcBef>
              <a:spcAft>
                <a:spcPts val="0"/>
              </a:spcAft>
              <a:buNone/>
            </a:pPr>
            <a:r>
              <a:rPr lang="en" sz="1500" b="1" dirty="0">
                <a:solidFill>
                  <a:srgbClr val="000000"/>
                </a:solidFill>
                <a:latin typeface="Arial"/>
                <a:ea typeface="Arial"/>
                <a:cs typeface="Arial"/>
                <a:sym typeface="Arial"/>
              </a:rPr>
              <a:t>		</a:t>
            </a: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			</a:t>
            </a:r>
            <a:r>
              <a:rPr lang="en" sz="1400" b="1" dirty="0">
                <a:solidFill>
                  <a:srgbClr val="000000"/>
                </a:solidFill>
                <a:latin typeface="Arial"/>
                <a:ea typeface="Arial"/>
                <a:cs typeface="Arial"/>
                <a:sym typeface="Arial"/>
              </a:rPr>
              <a:t>ɭ</a:t>
            </a:r>
            <a:r>
              <a:rPr lang="en" sz="1500" b="1" dirty="0">
                <a:solidFill>
                  <a:srgbClr val="000000"/>
                </a:solidFill>
                <a:latin typeface="Arial"/>
                <a:ea typeface="Arial"/>
                <a:cs typeface="Arial"/>
                <a:sym typeface="Arial"/>
              </a:rPr>
              <a:t>ǿ</a:t>
            </a:r>
            <a:r>
              <a:rPr lang="en" sz="1400" b="1" dirty="0">
                <a:solidFill>
                  <a:srgbClr val="000000"/>
                </a:solidFill>
                <a:latin typeface="Arial"/>
                <a:ea typeface="Arial"/>
                <a:cs typeface="Arial"/>
                <a:sym typeface="Arial"/>
              </a:rPr>
              <a:t>ɴ</a:t>
            </a:r>
            <a:r>
              <a:rPr lang="en" sz="1400" dirty="0">
                <a:solidFill>
                  <a:srgbClr val="000000"/>
                </a:solidFill>
                <a:latin typeface="Arial"/>
                <a:ea typeface="Arial"/>
                <a:cs typeface="Arial"/>
                <a:sym typeface="Arial"/>
              </a:rPr>
              <a:t>quɠuɭ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a:t>
            </a:r>
            <a:endParaRPr sz="1500" dirty="0">
              <a:solidFill>
                <a:srgbClr val="000000"/>
              </a:solidFill>
              <a:latin typeface="Arial"/>
              <a:ea typeface="Arial"/>
              <a:cs typeface="Arial"/>
              <a:sym typeface="Arial"/>
            </a:endParaRPr>
          </a:p>
          <a:p>
            <a:pPr marL="0" lvl="0" indent="0" algn="l" rtl="0">
              <a:spcBef>
                <a:spcPts val="0"/>
              </a:spcBef>
              <a:spcAft>
                <a:spcPts val="1600"/>
              </a:spcAft>
              <a:buNone/>
            </a:pPr>
            <a:r>
              <a:rPr lang="en" sz="1500" dirty="0">
                <a:solidFill>
                  <a:srgbClr val="000000"/>
                </a:solidFill>
                <a:latin typeface="Arial"/>
                <a:ea typeface="Arial"/>
                <a:cs typeface="Arial"/>
                <a:sym typeface="Arial"/>
              </a:rPr>
              <a:t>											</a:t>
            </a:r>
            <a:endParaRPr sz="1500" dirty="0">
              <a:solidFill>
                <a:srgbClr val="000000"/>
              </a:solidFill>
              <a:latin typeface="Arial"/>
              <a:ea typeface="Arial"/>
              <a:cs typeface="Arial"/>
              <a:sym typeface="Arial"/>
            </a:endParaRPr>
          </a:p>
        </p:txBody>
      </p:sp>
      <p:pic>
        <p:nvPicPr>
          <p:cNvPr id="442" name="Google Shape;442;p70"/>
          <p:cNvPicPr preferRelativeResize="0"/>
          <p:nvPr/>
        </p:nvPicPr>
        <p:blipFill>
          <a:blip r:embed="rId3">
            <a:alphaModFix/>
          </a:blip>
          <a:stretch>
            <a:fillRect/>
          </a:stretch>
        </p:blipFill>
        <p:spPr>
          <a:xfrm>
            <a:off x="250050" y="1234300"/>
            <a:ext cx="8839200" cy="1625446"/>
          </a:xfrm>
          <a:prstGeom prst="rect">
            <a:avLst/>
          </a:prstGeom>
          <a:noFill/>
          <a:ln>
            <a:noFill/>
          </a:ln>
        </p:spPr>
      </p:pic>
      <p:sp>
        <p:nvSpPr>
          <p:cNvPr id="443" name="Google Shape;443;p70"/>
          <p:cNvSpPr/>
          <p:nvPr/>
        </p:nvSpPr>
        <p:spPr>
          <a:xfrm>
            <a:off x="813425" y="2007150"/>
            <a:ext cx="608100" cy="327000"/>
          </a:xfrm>
          <a:prstGeom prst="ellipse">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70"/>
          <p:cNvSpPr txBox="1"/>
          <p:nvPr/>
        </p:nvSpPr>
        <p:spPr>
          <a:xfrm>
            <a:off x="0" y="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7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Winner...</a:t>
            </a:r>
            <a:endParaRPr/>
          </a:p>
        </p:txBody>
      </p:sp>
      <p:sp>
        <p:nvSpPr>
          <p:cNvPr id="450" name="Google Shape;450;p71"/>
          <p:cNvSpPr txBox="1">
            <a:spLocks noGrp="1"/>
          </p:cNvSpPr>
          <p:nvPr>
            <p:ph type="body" idx="1"/>
          </p:nvPr>
        </p:nvSpPr>
        <p:spPr>
          <a:xfrm>
            <a:off x="311700" y="2176800"/>
            <a:ext cx="8520600" cy="10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Like French! ultima	</a:t>
            </a:r>
          </a:p>
          <a:p>
            <a:pPr marL="0" lvl="0" indent="0" algn="l" rtl="0">
              <a:spcBef>
                <a:spcPts val="0"/>
              </a:spcBef>
              <a:spcAft>
                <a:spcPts val="0"/>
              </a:spcAft>
              <a:buNone/>
            </a:pPr>
            <a:endParaRPr lang="en" b="1" dirty="0"/>
          </a:p>
          <a:p>
            <a:pPr marL="0" lvl="0" indent="0" algn="l" rtl="0">
              <a:spcBef>
                <a:spcPts val="0"/>
              </a:spcBef>
              <a:spcAft>
                <a:spcPts val="0"/>
              </a:spcAft>
              <a:buNone/>
            </a:pPr>
            <a:r>
              <a:rPr lang="en" b="1" dirty="0"/>
              <a:t>	</a:t>
            </a:r>
            <a:r>
              <a:rPr lang="en" sz="1500" b="1" dirty="0">
                <a:solidFill>
                  <a:srgbClr val="000000"/>
                </a:solidFill>
                <a:latin typeface="Arial"/>
                <a:ea typeface="Arial"/>
                <a:cs typeface="Arial"/>
                <a:sym typeface="Arial"/>
              </a:rPr>
              <a:t>xán</a:t>
            </a:r>
            <a:r>
              <a:rPr lang="en" sz="1500" dirty="0">
                <a:solidFill>
                  <a:srgbClr val="000000"/>
                </a:solidFill>
                <a:latin typeface="Arial"/>
                <a:ea typeface="Arial"/>
                <a:cs typeface="Arial"/>
                <a:sym typeface="Arial"/>
              </a:rPr>
              <a:t>				xan</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r>
              <a:rPr lang="en" sz="1500" dirty="0">
                <a:solidFill>
                  <a:srgbClr val="000000"/>
                </a:solidFill>
                <a:latin typeface="Arial"/>
                <a:ea typeface="Arial"/>
                <a:cs typeface="Arial"/>
                <a:sym typeface="Arial"/>
              </a:rPr>
              <a:t>				xø</a:t>
            </a:r>
            <a:r>
              <a:rPr lang="en" sz="1500" b="1" dirty="0">
                <a:solidFill>
                  <a:srgbClr val="000000"/>
                </a:solidFill>
                <a:latin typeface="Arial"/>
                <a:ea typeface="Arial"/>
                <a:cs typeface="Arial"/>
                <a:sym typeface="Arial"/>
              </a:rPr>
              <a:t>ɴám</a:t>
            </a:r>
            <a:r>
              <a:rPr lang="en" sz="1500" dirty="0">
                <a:solidFill>
                  <a:srgbClr val="000000"/>
                </a:solidFill>
                <a:latin typeface="Arial"/>
                <a:ea typeface="Arial"/>
                <a:cs typeface="Arial"/>
                <a:sym typeface="Arial"/>
              </a:rPr>
              <a:t> 				xøɴam</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p>
          <a:p>
            <a:pPr marL="0" lvl="0" indent="0" algn="l" rtl="0">
              <a:spcBef>
                <a:spcPts val="0"/>
              </a:spcBef>
              <a:spcAft>
                <a:spcPts val="0"/>
              </a:spcAft>
              <a:buNone/>
            </a:pPr>
            <a:r>
              <a:rPr lang="en" sz="1500" b="1" dirty="0">
                <a:solidFill>
                  <a:srgbClr val="000000"/>
                </a:solidFill>
                <a:latin typeface="Arial"/>
                <a:ea typeface="Arial"/>
                <a:cs typeface="Arial"/>
                <a:sym typeface="Arial"/>
              </a:rPr>
              <a:t>	</a:t>
            </a:r>
            <a:r>
              <a:rPr lang="en" sz="1400" dirty="0">
                <a:solidFill>
                  <a:srgbClr val="000000"/>
                </a:solidFill>
                <a:latin typeface="Arial"/>
                <a:ea typeface="Arial"/>
                <a:cs typeface="Arial"/>
                <a:sym typeface="Arial"/>
              </a:rPr>
              <a:t>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r>
              <a:rPr lang="en" sz="1400" dirty="0">
                <a:solidFill>
                  <a:srgbClr val="000000"/>
                </a:solidFill>
                <a:latin typeface="Arial"/>
                <a:ea typeface="Arial"/>
                <a:cs typeface="Arial"/>
                <a:sym typeface="Arial"/>
              </a:rPr>
              <a:t>				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ɴquɠuɭ</a:t>
            </a:r>
            <a:r>
              <a:rPr lang="en" sz="1500" dirty="0">
                <a:solidFill>
                  <a:srgbClr val="000000"/>
                </a:solidFill>
                <a:latin typeface="Arial"/>
                <a:ea typeface="Arial"/>
                <a:cs typeface="Arial"/>
                <a:sym typeface="Arial"/>
              </a:rPr>
              <a:t>ø</a:t>
            </a:r>
            <a:r>
              <a:rPr lang="en" sz="1400" dirty="0">
                <a:solidFill>
                  <a:srgbClr val="000000"/>
                </a:solidFill>
                <a:latin typeface="Arial"/>
                <a:ea typeface="Arial"/>
                <a:cs typeface="Arial"/>
                <a:sym typeface="Arial"/>
              </a:rPr>
              <a:t>ɴqu</a:t>
            </a:r>
            <a:r>
              <a:rPr lang="en" sz="1400" b="1" dirty="0">
                <a:solidFill>
                  <a:srgbClr val="000000"/>
                </a:solidFill>
                <a:latin typeface="Arial"/>
                <a:ea typeface="Arial"/>
                <a:cs typeface="Arial"/>
                <a:sym typeface="Arial"/>
              </a:rPr>
              <a:t>ɠ</a:t>
            </a:r>
            <a:r>
              <a:rPr lang="en" sz="1500" b="1" dirty="0">
                <a:solidFill>
                  <a:srgbClr val="000000"/>
                </a:solidFill>
                <a:latin typeface="Arial"/>
                <a:ea typeface="Arial"/>
                <a:cs typeface="Arial"/>
                <a:sym typeface="Arial"/>
              </a:rPr>
              <a:t>ú</a:t>
            </a:r>
            <a:endParaRPr sz="1500" b="1" dirty="0">
              <a:solidFill>
                <a:srgbClr val="000000"/>
              </a:solidFill>
              <a:latin typeface="Arial"/>
              <a:ea typeface="Arial"/>
              <a:cs typeface="Arial"/>
              <a:sym typeface="Arial"/>
            </a:endParaRPr>
          </a:p>
          <a:p>
            <a:pPr marL="0" lvl="0" indent="0" algn="l" rtl="0">
              <a:spcBef>
                <a:spcPts val="0"/>
              </a:spcBef>
              <a:spcAft>
                <a:spcPts val="1600"/>
              </a:spcAft>
              <a:buNone/>
            </a:pPr>
            <a:r>
              <a:rPr lang="en" sz="1500" dirty="0">
                <a:solidFill>
                  <a:srgbClr val="000000"/>
                </a:solidFill>
                <a:latin typeface="Arial"/>
                <a:ea typeface="Arial"/>
                <a:cs typeface="Arial"/>
                <a:sym typeface="Arial"/>
              </a:rPr>
              <a:t>											</a:t>
            </a:r>
            <a:endParaRPr sz="1500" dirty="0">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F2D8A-21A8-6DB3-E46D-046018E128AF}"/>
              </a:ext>
            </a:extLst>
          </p:cNvPr>
          <p:cNvSpPr>
            <a:spLocks noGrp="1"/>
          </p:cNvSpPr>
          <p:nvPr>
            <p:ph type="title"/>
          </p:nvPr>
        </p:nvSpPr>
        <p:spPr/>
        <p:txBody>
          <a:bodyPr/>
          <a:lstStyle/>
          <a:p>
            <a:r>
              <a:rPr lang="en-US" dirty="0" err="1"/>
              <a:t>Dorgon</a:t>
            </a:r>
          </a:p>
        </p:txBody>
      </p:sp>
      <p:sp>
        <p:nvSpPr>
          <p:cNvPr id="3" name="Text Placeholder 2">
            <a:extLst>
              <a:ext uri="{FF2B5EF4-FFF2-40B4-BE49-F238E27FC236}">
                <a16:creationId xmlns:a16="http://schemas.microsoft.com/office/drawing/2014/main" id="{E8D9570A-788C-A524-1CC5-2E2D1E06F02D}"/>
              </a:ext>
            </a:extLst>
          </p:cNvPr>
          <p:cNvSpPr>
            <a:spLocks noGrp="1"/>
          </p:cNvSpPr>
          <p:nvPr>
            <p:ph type="body" idx="1"/>
          </p:nvPr>
        </p:nvSpPr>
        <p:spPr>
          <a:xfrm>
            <a:off x="311700" y="2254865"/>
            <a:ext cx="8520600" cy="2314160"/>
          </a:xfrm>
        </p:spPr>
        <p:txBody>
          <a:bodyPr/>
          <a:lstStyle/>
          <a:p>
            <a:r>
              <a:rPr lang="en-US" sz="2800" err="1"/>
              <a:t>Px̩siˈnunʁ</a:t>
            </a:r>
            <a:endParaRPr lang="en-US" sz="2800"/>
          </a:p>
          <a:p>
            <a:pPr lvl="1">
              <a:lnSpc>
                <a:spcPct val="114999"/>
              </a:lnSpc>
            </a:pPr>
            <a:r>
              <a:rPr lang="en-US" sz="2000" dirty="0"/>
              <a:t>what does this tell us?</a:t>
            </a:r>
          </a:p>
        </p:txBody>
      </p:sp>
    </p:spTree>
    <p:extLst>
      <p:ext uri="{BB962C8B-B14F-4D97-AF65-F5344CB8AC3E}">
        <p14:creationId xmlns:p14="http://schemas.microsoft.com/office/powerpoint/2010/main" val="41313011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72"/>
          <p:cNvSpPr txBox="1">
            <a:spLocks noGrp="1"/>
          </p:cNvSpPr>
          <p:nvPr>
            <p:ph type="title"/>
          </p:nvPr>
        </p:nvSpPr>
        <p:spPr>
          <a:xfrm>
            <a:off x="311700" y="74322"/>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 Groups</a:t>
            </a:r>
            <a:endParaRPr/>
          </a:p>
        </p:txBody>
      </p:sp>
      <p:sp>
        <p:nvSpPr>
          <p:cNvPr id="456" name="Google Shape;456;p72"/>
          <p:cNvSpPr txBox="1">
            <a:spLocks noGrp="1"/>
          </p:cNvSpPr>
          <p:nvPr>
            <p:ph type="body" idx="1"/>
          </p:nvPr>
        </p:nvSpPr>
        <p:spPr>
          <a:xfrm>
            <a:off x="311700" y="849284"/>
            <a:ext cx="8710800" cy="3302700"/>
          </a:xfrm>
          <a:prstGeom prst="rect">
            <a:avLst/>
          </a:prstGeom>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AutoNum type="arabicPeriod"/>
            </a:pPr>
            <a:r>
              <a:rPr lang="en" dirty="0"/>
              <a:t>Using </a:t>
            </a:r>
            <a:r>
              <a:rPr lang="en" dirty="0" err="1"/>
              <a:t>LanguaGen</a:t>
            </a:r>
            <a:r>
              <a:rPr lang="en" dirty="0"/>
              <a:t>, create six words, 1 syllable, 2 syllable, … 6 syllable</a:t>
            </a:r>
            <a:endParaRPr dirty="0"/>
          </a:p>
          <a:p>
            <a:pPr marL="596900" lvl="1" indent="0">
              <a:lnSpc>
                <a:spcPct val="150000"/>
              </a:lnSpc>
              <a:spcBef>
                <a:spcPts val="0"/>
              </a:spcBef>
              <a:buSzPts val="1800"/>
              <a:buNone/>
            </a:pPr>
            <a:r>
              <a:rPr lang="en" dirty="0"/>
              <a:t>-  Do your already existing names/words give you any insight?</a:t>
            </a:r>
          </a:p>
          <a:p>
            <a:pPr marL="457200" lvl="0" indent="-342900" algn="l" rtl="0">
              <a:lnSpc>
                <a:spcPct val="150000"/>
              </a:lnSpc>
              <a:spcBef>
                <a:spcPts val="0"/>
              </a:spcBef>
              <a:spcAft>
                <a:spcPts val="0"/>
              </a:spcAft>
              <a:buSzPts val="1800"/>
              <a:buAutoNum type="arabicPeriod"/>
            </a:pPr>
            <a:r>
              <a:rPr lang="en" dirty="0"/>
              <a:t>Test your language as a Tonal Language</a:t>
            </a:r>
            <a:endParaRPr/>
          </a:p>
          <a:p>
            <a:pPr marL="914400" lvl="1" indent="-317500" algn="l" rtl="0">
              <a:lnSpc>
                <a:spcPct val="150000"/>
              </a:lnSpc>
              <a:spcBef>
                <a:spcPts val="0"/>
              </a:spcBef>
              <a:spcAft>
                <a:spcPts val="0"/>
              </a:spcAft>
              <a:buSzPts val="1400"/>
              <a:buAutoNum type="alphaLcPeriod"/>
            </a:pPr>
            <a:r>
              <a:rPr lang="en" dirty="0"/>
              <a:t>Like Navajo: 2 tones</a:t>
            </a:r>
            <a:endParaRPr/>
          </a:p>
          <a:p>
            <a:pPr marL="914400" lvl="1" indent="-317500" algn="l" rtl="0">
              <a:lnSpc>
                <a:spcPct val="150000"/>
              </a:lnSpc>
              <a:spcBef>
                <a:spcPts val="0"/>
              </a:spcBef>
              <a:spcAft>
                <a:spcPts val="0"/>
              </a:spcAft>
              <a:buSzPts val="1400"/>
              <a:buAutoNum type="alphaLcPeriod"/>
            </a:pPr>
            <a:r>
              <a:rPr lang="en" dirty="0"/>
              <a:t>Like Chinese: 4 tones	</a:t>
            </a:r>
            <a:endParaRPr/>
          </a:p>
          <a:p>
            <a:pPr marL="457200" lvl="0" indent="-342900" algn="l" rtl="0">
              <a:lnSpc>
                <a:spcPct val="150000"/>
              </a:lnSpc>
              <a:spcBef>
                <a:spcPts val="0"/>
              </a:spcBef>
              <a:spcAft>
                <a:spcPts val="0"/>
              </a:spcAft>
              <a:buSzPts val="1800"/>
              <a:buAutoNum type="arabicPeriod"/>
            </a:pPr>
            <a:r>
              <a:rPr lang="en" dirty="0"/>
              <a:t>Test your language as a Stress/Intonation Language</a:t>
            </a:r>
            <a:endParaRPr/>
          </a:p>
          <a:p>
            <a:pPr marL="914400" lvl="1" indent="-317500" algn="l" rtl="0">
              <a:lnSpc>
                <a:spcPct val="150000"/>
              </a:lnSpc>
              <a:spcBef>
                <a:spcPts val="0"/>
              </a:spcBef>
              <a:spcAft>
                <a:spcPts val="0"/>
              </a:spcAft>
              <a:buSzPts val="1400"/>
              <a:buAutoNum type="alphaLcPeriod"/>
            </a:pPr>
            <a:r>
              <a:rPr lang="en" dirty="0"/>
              <a:t>Like English: penult/antepenult</a:t>
            </a:r>
            <a:endParaRPr/>
          </a:p>
          <a:p>
            <a:pPr marL="914400" lvl="1" indent="-317500" algn="l" rtl="0">
              <a:lnSpc>
                <a:spcPct val="150000"/>
              </a:lnSpc>
              <a:spcBef>
                <a:spcPts val="0"/>
              </a:spcBef>
              <a:spcAft>
                <a:spcPts val="0"/>
              </a:spcAft>
              <a:buSzPts val="1400"/>
              <a:buAutoNum type="alphaLcPeriod"/>
            </a:pPr>
            <a:r>
              <a:rPr lang="en" dirty="0"/>
              <a:t>Like French: ultima</a:t>
            </a:r>
            <a:endParaRPr/>
          </a:p>
          <a:p>
            <a:pPr marL="914400" lvl="1" indent="-317500" algn="l" rtl="0">
              <a:lnSpc>
                <a:spcPct val="150000"/>
              </a:lnSpc>
              <a:spcBef>
                <a:spcPts val="0"/>
              </a:spcBef>
              <a:spcAft>
                <a:spcPts val="0"/>
              </a:spcAft>
              <a:buSzPts val="1400"/>
              <a:buAutoNum type="alphaLcPeriod"/>
            </a:pPr>
            <a:r>
              <a:rPr lang="en" dirty="0"/>
              <a:t>Like Hungarian: initial</a:t>
            </a:r>
            <a:endParaRPr/>
          </a:p>
          <a:p>
            <a:pPr marL="0" lvl="0" indent="0" algn="l" rtl="0">
              <a:spcBef>
                <a:spcPts val="1600"/>
              </a:spcBef>
              <a:spcAft>
                <a:spcPts val="1600"/>
              </a:spcAft>
              <a:buNone/>
            </a:pPr>
            <a:r>
              <a:rPr lang="en" dirty="0"/>
              <a:t>** Choose the prosody that you find most appropriate for your own language**</a:t>
            </a:r>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43261E1A16A147A2466AA19A77A585" ma:contentTypeVersion="12" ma:contentTypeDescription="Create a new document." ma:contentTypeScope="" ma:versionID="78b5a87685d01fcb4ebdb64e7562154b">
  <xsd:schema xmlns:xsd="http://www.w3.org/2001/XMLSchema" xmlns:xs="http://www.w3.org/2001/XMLSchema" xmlns:p="http://schemas.microsoft.com/office/2006/metadata/properties" xmlns:ns2="3e067b83-0621-4377-b1f9-3cbd7d70ef02" xmlns:ns3="094ebba0-f250-498f-82c1-8c3cc4fdf0d5" targetNamespace="http://schemas.microsoft.com/office/2006/metadata/properties" ma:root="true" ma:fieldsID="cfe6b21c5e5ef5eafd7f8f5576b9ddd7" ns2:_="" ns3:_="">
    <xsd:import namespace="3e067b83-0621-4377-b1f9-3cbd7d70ef02"/>
    <xsd:import namespace="094ebba0-f250-498f-82c1-8c3cc4fdf0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67b83-0621-4377-b1f9-3cbd7d70e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60d88b-9459-45c3-8a30-9c03b99f5b18"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4ebba0-f250-498f-82c1-8c3cc4fdf0d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2d0cfcc-8f92-45a5-b6cb-c3f5aa4c553e}" ma:internalName="TaxCatchAll" ma:showField="CatchAllData" ma:web="094ebba0-f250-498f-82c1-8c3cc4fdf0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e067b83-0621-4377-b1f9-3cbd7d70ef02">
      <Terms xmlns="http://schemas.microsoft.com/office/infopath/2007/PartnerControls"/>
    </lcf76f155ced4ddcb4097134ff3c332f>
    <TaxCatchAll xmlns="094ebba0-f250-498f-82c1-8c3cc4fdf0d5" xsi:nil="true"/>
  </documentManagement>
</p:properties>
</file>

<file path=customXml/itemProps1.xml><?xml version="1.0" encoding="utf-8"?>
<ds:datastoreItem xmlns:ds="http://schemas.openxmlformats.org/officeDocument/2006/customXml" ds:itemID="{3E028DE1-B64E-4B0C-B8E5-0D93E13EF4F8}"/>
</file>

<file path=customXml/itemProps2.xml><?xml version="1.0" encoding="utf-8"?>
<ds:datastoreItem xmlns:ds="http://schemas.openxmlformats.org/officeDocument/2006/customXml" ds:itemID="{053BD1CA-C92D-4E6E-8AFA-338B41B0289B}"/>
</file>

<file path=customXml/itemProps3.xml><?xml version="1.0" encoding="utf-8"?>
<ds:datastoreItem xmlns:ds="http://schemas.openxmlformats.org/officeDocument/2006/customXml" ds:itemID="{54F77288-3825-4D09-ADAC-F17B8D80C173}"/>
</file>

<file path=docProps/app.xml><?xml version="1.0" encoding="utf-8"?>
<Properties xmlns="http://schemas.openxmlformats.org/officeDocument/2006/extended-properties" xmlns:vt="http://schemas.openxmlformats.org/officeDocument/2006/docPropsVTypes">
  <TotalTime>16</TotalTime>
  <Words>3443</Words>
  <Application>Microsoft Office PowerPoint</Application>
  <PresentationFormat>On-screen Show (16:9)</PresentationFormat>
  <Paragraphs>209</Paragraphs>
  <Slides>51</Slides>
  <Notes>32</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Tropic</vt:lpstr>
      <vt:lpstr>Linguistics 200, Week 6</vt:lpstr>
      <vt:lpstr>Today</vt:lpstr>
      <vt:lpstr>Today</vt:lpstr>
      <vt:lpstr>Today - Phonological Rules</vt:lpstr>
      <vt:lpstr>What to do?</vt:lpstr>
      <vt:lpstr>Examples</vt:lpstr>
      <vt:lpstr>Examples</vt:lpstr>
      <vt:lpstr>A possible rule for Mɤɧøɴ</vt:lpstr>
      <vt:lpstr>What’s going on here?</vt:lpstr>
      <vt:lpstr>So what should you do?</vt:lpstr>
      <vt:lpstr>For Next Time</vt:lpstr>
      <vt:lpstr>Px̩siˈnunʁ "Dorgon language" (literally "cycle")</vt:lpstr>
      <vt:lpstr>Dorgon Syllable Structure</vt:lpstr>
      <vt:lpstr>Dorgon Syllable Structure</vt:lpstr>
      <vt:lpstr>The Dark Lord™ already started identifying some meanings/word formations in his language</vt:lpstr>
      <vt:lpstr>Let’s Work on Your Phonotactics</vt:lpstr>
      <vt:lpstr>Identifying your phonotactics</vt:lpstr>
      <vt:lpstr>Testing your language’s sound</vt:lpstr>
      <vt:lpstr>Linguistics 200, Week 6</vt:lpstr>
      <vt:lpstr>Review </vt:lpstr>
      <vt:lpstr>Most Common Type of Phonotactic Rule?</vt:lpstr>
      <vt:lpstr>Pxsinunr (Dorgon)</vt:lpstr>
      <vt:lpstr>Pxsinunr (Dorgon)</vt:lpstr>
      <vt:lpstr>Pxsinunr (Dorgon)</vt:lpstr>
      <vt:lpstr>Pxsinunr (Dorgon)</vt:lpstr>
      <vt:lpstr>Pxsinunr (Dorgon) – What should we change?</vt:lpstr>
      <vt:lpstr>Remember “Gsenian”?</vt:lpstr>
      <vt:lpstr>What other assimilation rules might we implement?</vt:lpstr>
      <vt:lpstr>How else could we make these words easier to say?</vt:lpstr>
      <vt:lpstr>Let's look at Bella's &amp; Hailey's language</vt:lpstr>
      <vt:lpstr>Phonotactics</vt:lpstr>
      <vt:lpstr>Linguistics 200, Week 6</vt:lpstr>
      <vt:lpstr>Your language’s sound system</vt:lpstr>
      <vt:lpstr>Recap Questions from your video</vt:lpstr>
      <vt:lpstr>PowerPoint Presentation</vt:lpstr>
      <vt:lpstr>PowerPoint Presentation</vt:lpstr>
      <vt:lpstr>Overview of Concepts</vt:lpstr>
      <vt:lpstr>Tone Example: Navajo (2 tones)</vt:lpstr>
      <vt:lpstr>Tone Example: Chinese (5 tones)</vt:lpstr>
      <vt:lpstr>Intonation/Stress Example: English</vt:lpstr>
      <vt:lpstr>Intonation/Stress Example: French</vt:lpstr>
      <vt:lpstr>Intonation/Stress Example: Hungarian</vt:lpstr>
      <vt:lpstr>Mɤɧøɴ as Tonal</vt:lpstr>
      <vt:lpstr>Mɤɧøɴ as Tonal</vt:lpstr>
      <vt:lpstr>Mɤɧøɴ as a Stress Language</vt:lpstr>
      <vt:lpstr>Mɤɧøɴ as a Stress Language</vt:lpstr>
      <vt:lpstr>Mɤɧøɴ as a Stress Language</vt:lpstr>
      <vt:lpstr>Mɤɧøɴ as a Stress Language</vt:lpstr>
      <vt:lpstr>The Winner...</vt:lpstr>
      <vt:lpstr>Dorgon</vt:lpstr>
      <vt:lpstr>In Groups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Linguistics 200, Day 6</dc:title>
  <cp:lastModifiedBy>Byrd, Andrew M.</cp:lastModifiedBy>
  <cp:revision>165</cp:revision>
  <dcterms:modified xsi:type="dcterms:W3CDTF">2024-10-16T18:59:52Z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0x0101002943261E1A16A147A2466AA19A77A585</vt:lpwstr>
  </property>
</Properties>
</file>