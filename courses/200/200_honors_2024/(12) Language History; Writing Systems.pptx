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90"/>
  </p:notesMasterIdLst>
  <p:sldIdLst>
    <p:sldId id="256" r:id="rId2"/>
    <p:sldId id="300" r:id="rId3"/>
    <p:sldId id="318" r:id="rId4"/>
    <p:sldId id="319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16" r:id="rId35"/>
    <p:sldId id="317" r:id="rId36"/>
    <p:sldId id="322" r:id="rId37"/>
    <p:sldId id="257" r:id="rId38"/>
    <p:sldId id="339" r:id="rId39"/>
    <p:sldId id="258" r:id="rId40"/>
    <p:sldId id="259" r:id="rId41"/>
    <p:sldId id="260" r:id="rId42"/>
    <p:sldId id="261" r:id="rId43"/>
    <p:sldId id="262" r:id="rId44"/>
    <p:sldId id="263" r:id="rId45"/>
    <p:sldId id="264" r:id="rId46"/>
    <p:sldId id="265" r:id="rId47"/>
    <p:sldId id="266" r:id="rId48"/>
    <p:sldId id="267" r:id="rId49"/>
    <p:sldId id="268" r:id="rId50"/>
    <p:sldId id="269" r:id="rId51"/>
    <p:sldId id="270" r:id="rId52"/>
    <p:sldId id="271" r:id="rId53"/>
    <p:sldId id="272" r:id="rId54"/>
    <p:sldId id="273" r:id="rId55"/>
    <p:sldId id="274" r:id="rId56"/>
    <p:sldId id="340" r:id="rId57"/>
    <p:sldId id="341" r:id="rId58"/>
    <p:sldId id="320" r:id="rId59"/>
    <p:sldId id="321" r:id="rId60"/>
    <p:sldId id="323" r:id="rId61"/>
    <p:sldId id="275" r:id="rId62"/>
    <p:sldId id="276" r:id="rId63"/>
    <p:sldId id="277" r:id="rId64"/>
    <p:sldId id="278" r:id="rId65"/>
    <p:sldId id="279" r:id="rId66"/>
    <p:sldId id="280" r:id="rId67"/>
    <p:sldId id="281" r:id="rId68"/>
    <p:sldId id="282" r:id="rId69"/>
    <p:sldId id="283" r:id="rId70"/>
    <p:sldId id="284" r:id="rId71"/>
    <p:sldId id="285" r:id="rId72"/>
    <p:sldId id="286" r:id="rId73"/>
    <p:sldId id="287" r:id="rId74"/>
    <p:sldId id="288" r:id="rId75"/>
    <p:sldId id="289" r:id="rId76"/>
    <p:sldId id="290" r:id="rId77"/>
    <p:sldId id="291" r:id="rId78"/>
    <p:sldId id="292" r:id="rId79"/>
    <p:sldId id="342" r:id="rId80"/>
    <p:sldId id="343" r:id="rId81"/>
    <p:sldId id="293" r:id="rId82"/>
    <p:sldId id="294" r:id="rId83"/>
    <p:sldId id="295" r:id="rId84"/>
    <p:sldId id="296" r:id="rId85"/>
    <p:sldId id="297" r:id="rId86"/>
    <p:sldId id="298" r:id="rId87"/>
    <p:sldId id="299" r:id="rId88"/>
    <p:sldId id="324" r:id="rId89"/>
  </p:sldIdLst>
  <p:sldSz cx="9144000" cy="5143500" type="screen16x9"/>
  <p:notesSz cx="6858000" cy="9144000"/>
  <p:embeddedFontLst>
    <p:embeddedFont>
      <p:font typeface="Average" panose="020B0604020202020204" charset="0"/>
      <p:regular r:id="rId91"/>
    </p:embeddedFont>
    <p:embeddedFont>
      <p:font typeface="Century Schoolbook" panose="02040604050505020304" pitchFamily="18" charset="0"/>
      <p:regular r:id="rId92"/>
      <p:bold r:id="rId93"/>
      <p:italic r:id="rId94"/>
      <p:boldItalic r:id="rId95"/>
    </p:embeddedFont>
    <p:embeddedFont>
      <p:font typeface="Georgia" panose="02040502050405020303" pitchFamily="18" charset="0"/>
      <p:regular r:id="rId96"/>
      <p:bold r:id="rId97"/>
      <p:italic r:id="rId98"/>
      <p:boldItalic r:id="rId99"/>
    </p:embeddedFont>
    <p:embeddedFont>
      <p:font typeface="Open Sans" panose="020B0606030504020204" pitchFamily="34" charset="0"/>
      <p:regular r:id="rId100"/>
      <p:bold r:id="rId101"/>
      <p:italic r:id="rId102"/>
      <p:boldItalic r:id="rId10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A57BCF-A2AC-3FEF-DF8D-73191712813E}" v="235" dt="2024-11-13T14:09:39.255"/>
    <p1510:client id="{A8F215F5-D7E7-3516-8A09-1CD92B7AB8E0}" v="7" dt="2024-11-14T14:28:36.349"/>
    <p1510:client id="{AF95710C-2283-93A0-C794-72B019EFDAF4}" v="17" dt="2024-11-14T14:27:00.244"/>
  </p1510:revLst>
</p1510:revInfo>
</file>

<file path=ppt/tableStyles.xml><?xml version="1.0" encoding="utf-8"?>
<a:tblStyleLst xmlns:a="http://schemas.openxmlformats.org/drawingml/2006/main" def="{191F5D86-7294-43AE-9F8E-D64FF312D4FC}">
  <a:tblStyle styleId="{191F5D86-7294-43AE-9F8E-D64FF312D4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customXml" Target="../customXml/item3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12.fntdata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font" Target="fonts/font5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3.fntdata"/><Relationship Id="rId108" Type="http://schemas.microsoft.com/office/2016/11/relationships/changesInfo" Target="changesInfos/changesInfo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font" Target="fonts/font1.fntdata"/><Relationship Id="rId9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4.fntdata"/><Relationship Id="rId99" Type="http://schemas.openxmlformats.org/officeDocument/2006/relationships/font" Target="fonts/font9.fntdata"/><Relationship Id="rId10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microsoft.com/office/2015/10/relationships/revisionInfo" Target="revisionInfo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7.fntdata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2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customXml" Target="../customXml/item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0.fntdata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3.fntdata"/><Relationship Id="rId98" Type="http://schemas.openxmlformats.org/officeDocument/2006/relationships/font" Target="fonts/font8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rd, Andrew M." userId="S::amby222@uky.edu::2d5836b5-4a72-4fdb-bd90-63723c1cd390" providerId="AD" clId="Web-{D585A9F6-2B98-A746-D24D-2E0778819848}"/>
    <pc:docChg chg="addSld modSld">
      <pc:chgData name="Byrd, Andrew M." userId="S::amby222@uky.edu::2d5836b5-4a72-4fdb-bd90-63723c1cd390" providerId="AD" clId="Web-{D585A9F6-2B98-A746-D24D-2E0778819848}" dt="2024-11-07T14:30:16.736" v="150" actId="20577"/>
      <pc:docMkLst>
        <pc:docMk/>
      </pc:docMkLst>
      <pc:sldChg chg="modSp">
        <pc:chgData name="Byrd, Andrew M." userId="S::amby222@uky.edu::2d5836b5-4a72-4fdb-bd90-63723c1cd390" providerId="AD" clId="Web-{D585A9F6-2B98-A746-D24D-2E0778819848}" dt="2024-11-07T14:25:15.820" v="26" actId="20577"/>
        <pc:sldMkLst>
          <pc:docMk/>
          <pc:sldMk cId="0" sldId="256"/>
        </pc:sldMkLst>
        <pc:spChg chg="mod">
          <ac:chgData name="Byrd, Andrew M." userId="S::amby222@uky.edu::2d5836b5-4a72-4fdb-bd90-63723c1cd390" providerId="AD" clId="Web-{D585A9F6-2B98-A746-D24D-2E0778819848}" dt="2024-11-07T14:25:15.820" v="26" actId="20577"/>
          <ac:spMkLst>
            <pc:docMk/>
            <pc:sldMk cId="0" sldId="256"/>
            <ac:spMk id="73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D585A9F6-2B98-A746-D24D-2E0778819848}" dt="2024-11-07T14:25:28.742" v="28" actId="14100"/>
        <pc:sldMkLst>
          <pc:docMk/>
          <pc:sldMk cId="0" sldId="258"/>
        </pc:sldMkLst>
        <pc:spChg chg="mod">
          <ac:chgData name="Byrd, Andrew M." userId="S::amby222@uky.edu::2d5836b5-4a72-4fdb-bd90-63723c1cd390" providerId="AD" clId="Web-{D585A9F6-2B98-A746-D24D-2E0778819848}" dt="2024-11-07T14:25:28.742" v="28" actId="14100"/>
          <ac:spMkLst>
            <pc:docMk/>
            <pc:sldMk cId="0" sldId="258"/>
            <ac:spMk id="89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D585A9F6-2B98-A746-D24D-2E0778819848}" dt="2024-11-07T14:26:13.431" v="38" actId="1076"/>
        <pc:sldMkLst>
          <pc:docMk/>
          <pc:sldMk cId="0" sldId="297"/>
        </pc:sldMkLst>
        <pc:spChg chg="mod">
          <ac:chgData name="Byrd, Andrew M." userId="S::amby222@uky.edu::2d5836b5-4a72-4fdb-bd90-63723c1cd390" providerId="AD" clId="Web-{D585A9F6-2B98-A746-D24D-2E0778819848}" dt="2024-11-07T14:25:46.790" v="29" actId="1076"/>
          <ac:spMkLst>
            <pc:docMk/>
            <pc:sldMk cId="0" sldId="297"/>
            <ac:spMk id="352" creationId="{00000000-0000-0000-0000-000000000000}"/>
          </ac:spMkLst>
        </pc:spChg>
        <pc:spChg chg="mod">
          <ac:chgData name="Byrd, Andrew M." userId="S::amby222@uky.edu::2d5836b5-4a72-4fdb-bd90-63723c1cd390" providerId="AD" clId="Web-{D585A9F6-2B98-A746-D24D-2E0778819848}" dt="2024-11-07T14:26:08.306" v="36" actId="14100"/>
          <ac:spMkLst>
            <pc:docMk/>
            <pc:sldMk cId="0" sldId="297"/>
            <ac:spMk id="354" creationId="{00000000-0000-0000-0000-000000000000}"/>
          </ac:spMkLst>
        </pc:spChg>
        <pc:picChg chg="mod">
          <ac:chgData name="Byrd, Andrew M." userId="S::amby222@uky.edu::2d5836b5-4a72-4fdb-bd90-63723c1cd390" providerId="AD" clId="Web-{D585A9F6-2B98-A746-D24D-2E0778819848}" dt="2024-11-07T14:26:13.431" v="38" actId="1076"/>
          <ac:picMkLst>
            <pc:docMk/>
            <pc:sldMk cId="0" sldId="297"/>
            <ac:picMk id="355" creationId="{00000000-0000-0000-0000-000000000000}"/>
          </ac:picMkLst>
        </pc:picChg>
        <pc:picChg chg="mod">
          <ac:chgData name="Byrd, Andrew M." userId="S::amby222@uky.edu::2d5836b5-4a72-4fdb-bd90-63723c1cd390" providerId="AD" clId="Web-{D585A9F6-2B98-A746-D24D-2E0778819848}" dt="2024-11-07T14:26:11.150" v="37" actId="1076"/>
          <ac:picMkLst>
            <pc:docMk/>
            <pc:sldMk cId="0" sldId="297"/>
            <ac:picMk id="356" creationId="{00000000-0000-0000-0000-000000000000}"/>
          </ac:picMkLst>
        </pc:picChg>
      </pc:sldChg>
      <pc:sldChg chg="modSp">
        <pc:chgData name="Byrd, Andrew M." userId="S::amby222@uky.edu::2d5836b5-4a72-4fdb-bd90-63723c1cd390" providerId="AD" clId="Web-{D585A9F6-2B98-A746-D24D-2E0778819848}" dt="2024-11-07T14:24:31.616" v="0" actId="14100"/>
        <pc:sldMkLst>
          <pc:docMk/>
          <pc:sldMk cId="3426146309" sldId="301"/>
        </pc:sldMkLst>
        <pc:spChg chg="mod">
          <ac:chgData name="Byrd, Andrew M." userId="S::amby222@uky.edu::2d5836b5-4a72-4fdb-bd90-63723c1cd390" providerId="AD" clId="Web-{D585A9F6-2B98-A746-D24D-2E0778819848}" dt="2024-11-07T14:24:31.616" v="0" actId="14100"/>
          <ac:spMkLst>
            <pc:docMk/>
            <pc:sldMk cId="3426146309" sldId="301"/>
            <ac:spMk id="85" creationId="{00000000-0000-0000-0000-000000000000}"/>
          </ac:spMkLst>
        </pc:spChg>
      </pc:sldChg>
      <pc:sldChg chg="add replId">
        <pc:chgData name="Byrd, Andrew M." userId="S::amby222@uky.edu::2d5836b5-4a72-4fdb-bd90-63723c1cd390" providerId="AD" clId="Web-{D585A9F6-2B98-A746-D24D-2E0778819848}" dt="2024-11-07T14:25:19.383" v="27"/>
        <pc:sldMkLst>
          <pc:docMk/>
          <pc:sldMk cId="1610197038" sldId="317"/>
        </pc:sldMkLst>
      </pc:sldChg>
      <pc:sldChg chg="modSp new">
        <pc:chgData name="Byrd, Andrew M." userId="S::amby222@uky.edu::2d5836b5-4a72-4fdb-bd90-63723c1cd390" providerId="AD" clId="Web-{D585A9F6-2B98-A746-D24D-2E0778819848}" dt="2024-11-07T14:30:16.736" v="150" actId="20577"/>
        <pc:sldMkLst>
          <pc:docMk/>
          <pc:sldMk cId="1723821866" sldId="318"/>
        </pc:sldMkLst>
        <pc:spChg chg="mod">
          <ac:chgData name="Byrd, Andrew M." userId="S::amby222@uky.edu::2d5836b5-4a72-4fdb-bd90-63723c1cd390" providerId="AD" clId="Web-{D585A9F6-2B98-A746-D24D-2E0778819848}" dt="2024-11-07T14:30:16.736" v="150" actId="20577"/>
          <ac:spMkLst>
            <pc:docMk/>
            <pc:sldMk cId="1723821866" sldId="318"/>
            <ac:spMk id="2" creationId="{F106304B-1A3A-25E5-90B4-6D6437F43951}"/>
          </ac:spMkLst>
        </pc:spChg>
        <pc:spChg chg="mod">
          <ac:chgData name="Byrd, Andrew M." userId="S::amby222@uky.edu::2d5836b5-4a72-4fdb-bd90-63723c1cd390" providerId="AD" clId="Web-{D585A9F6-2B98-A746-D24D-2E0778819848}" dt="2024-11-07T14:27:04.589" v="127" actId="14100"/>
          <ac:spMkLst>
            <pc:docMk/>
            <pc:sldMk cId="1723821866" sldId="318"/>
            <ac:spMk id="3" creationId="{5249D63D-F2C8-36D1-DCFB-1F56DF7CB230}"/>
          </ac:spMkLst>
        </pc:spChg>
      </pc:sldChg>
      <pc:sldChg chg="addSp delSp modSp new">
        <pc:chgData name="Byrd, Andrew M." userId="S::amby222@uky.edu::2d5836b5-4a72-4fdb-bd90-63723c1cd390" providerId="AD" clId="Web-{D585A9F6-2B98-A746-D24D-2E0778819848}" dt="2024-11-07T14:27:39.434" v="135" actId="1076"/>
        <pc:sldMkLst>
          <pc:docMk/>
          <pc:sldMk cId="1995283196" sldId="319"/>
        </pc:sldMkLst>
        <pc:picChg chg="add mod">
          <ac:chgData name="Byrd, Andrew M." userId="S::amby222@uky.edu::2d5836b5-4a72-4fdb-bd90-63723c1cd390" providerId="AD" clId="Web-{D585A9F6-2B98-A746-D24D-2E0778819848}" dt="2024-11-07T14:27:39.434" v="135" actId="1076"/>
          <ac:picMkLst>
            <pc:docMk/>
            <pc:sldMk cId="1995283196" sldId="319"/>
            <ac:picMk id="4" creationId="{09DF5C4F-8CFF-8A8C-8C0E-DEBDAB73DCB1}"/>
          </ac:picMkLst>
        </pc:picChg>
      </pc:sldChg>
    </pc:docChg>
  </pc:docChgLst>
  <pc:docChgLst>
    <pc:chgData name="Byrd, Andrew M." userId="S::amby222@uky.edu::2d5836b5-4a72-4fdb-bd90-63723c1cd390" providerId="AD" clId="Web-{8866C06C-B7F5-1F54-D737-45D2D807D9EA}"/>
    <pc:docChg chg="addSld">
      <pc:chgData name="Byrd, Andrew M." userId="S::amby222@uky.edu::2d5836b5-4a72-4fdb-bd90-63723c1cd390" providerId="AD" clId="Web-{8866C06C-B7F5-1F54-D737-45D2D807D9EA}" dt="2024-11-07T14:24:06.843" v="16"/>
      <pc:docMkLst>
        <pc:docMk/>
      </pc:docMkLst>
      <pc:sldChg chg="add">
        <pc:chgData name="Byrd, Andrew M." userId="S::amby222@uky.edu::2d5836b5-4a72-4fdb-bd90-63723c1cd390" providerId="AD" clId="Web-{8866C06C-B7F5-1F54-D737-45D2D807D9EA}" dt="2024-11-07T14:24:06.703" v="0"/>
        <pc:sldMkLst>
          <pc:docMk/>
          <pc:sldMk cId="416221332" sldId="300"/>
        </pc:sldMkLst>
      </pc:sldChg>
      <pc:sldChg chg="add">
        <pc:chgData name="Byrd, Andrew M." userId="S::amby222@uky.edu::2d5836b5-4a72-4fdb-bd90-63723c1cd390" providerId="AD" clId="Web-{8866C06C-B7F5-1F54-D737-45D2D807D9EA}" dt="2024-11-07T14:24:06.703" v="1"/>
        <pc:sldMkLst>
          <pc:docMk/>
          <pc:sldMk cId="3426146309" sldId="301"/>
        </pc:sldMkLst>
      </pc:sldChg>
      <pc:sldChg chg="add">
        <pc:chgData name="Byrd, Andrew M." userId="S::amby222@uky.edu::2d5836b5-4a72-4fdb-bd90-63723c1cd390" providerId="AD" clId="Web-{8866C06C-B7F5-1F54-D737-45D2D807D9EA}" dt="2024-11-07T14:24:06.718" v="2"/>
        <pc:sldMkLst>
          <pc:docMk/>
          <pc:sldMk cId="1204050751" sldId="302"/>
        </pc:sldMkLst>
      </pc:sldChg>
      <pc:sldChg chg="add">
        <pc:chgData name="Byrd, Andrew M." userId="S::amby222@uky.edu::2d5836b5-4a72-4fdb-bd90-63723c1cd390" providerId="AD" clId="Web-{8866C06C-B7F5-1F54-D737-45D2D807D9EA}" dt="2024-11-07T14:24:06.718" v="3"/>
        <pc:sldMkLst>
          <pc:docMk/>
          <pc:sldMk cId="2140655056" sldId="303"/>
        </pc:sldMkLst>
      </pc:sldChg>
      <pc:sldChg chg="add">
        <pc:chgData name="Byrd, Andrew M." userId="S::amby222@uky.edu::2d5836b5-4a72-4fdb-bd90-63723c1cd390" providerId="AD" clId="Web-{8866C06C-B7F5-1F54-D737-45D2D807D9EA}" dt="2024-11-07T14:24:06.734" v="4"/>
        <pc:sldMkLst>
          <pc:docMk/>
          <pc:sldMk cId="3441075732" sldId="304"/>
        </pc:sldMkLst>
      </pc:sldChg>
      <pc:sldChg chg="add">
        <pc:chgData name="Byrd, Andrew M." userId="S::amby222@uky.edu::2d5836b5-4a72-4fdb-bd90-63723c1cd390" providerId="AD" clId="Web-{8866C06C-B7F5-1F54-D737-45D2D807D9EA}" dt="2024-11-07T14:24:06.734" v="5"/>
        <pc:sldMkLst>
          <pc:docMk/>
          <pc:sldMk cId="1509662881" sldId="305"/>
        </pc:sldMkLst>
      </pc:sldChg>
      <pc:sldChg chg="add">
        <pc:chgData name="Byrd, Andrew M." userId="S::amby222@uky.edu::2d5836b5-4a72-4fdb-bd90-63723c1cd390" providerId="AD" clId="Web-{8866C06C-B7F5-1F54-D737-45D2D807D9EA}" dt="2024-11-07T14:24:06.750" v="6"/>
        <pc:sldMkLst>
          <pc:docMk/>
          <pc:sldMk cId="1495269408" sldId="306"/>
        </pc:sldMkLst>
      </pc:sldChg>
      <pc:sldChg chg="add">
        <pc:chgData name="Byrd, Andrew M." userId="S::amby222@uky.edu::2d5836b5-4a72-4fdb-bd90-63723c1cd390" providerId="AD" clId="Web-{8866C06C-B7F5-1F54-D737-45D2D807D9EA}" dt="2024-11-07T14:24:06.750" v="7"/>
        <pc:sldMkLst>
          <pc:docMk/>
          <pc:sldMk cId="3225233106" sldId="307"/>
        </pc:sldMkLst>
      </pc:sldChg>
      <pc:sldChg chg="add">
        <pc:chgData name="Byrd, Andrew M." userId="S::amby222@uky.edu::2d5836b5-4a72-4fdb-bd90-63723c1cd390" providerId="AD" clId="Web-{8866C06C-B7F5-1F54-D737-45D2D807D9EA}" dt="2024-11-07T14:24:06.765" v="8"/>
        <pc:sldMkLst>
          <pc:docMk/>
          <pc:sldMk cId="3835039816" sldId="308"/>
        </pc:sldMkLst>
      </pc:sldChg>
      <pc:sldChg chg="add">
        <pc:chgData name="Byrd, Andrew M." userId="S::amby222@uky.edu::2d5836b5-4a72-4fdb-bd90-63723c1cd390" providerId="AD" clId="Web-{8866C06C-B7F5-1F54-D737-45D2D807D9EA}" dt="2024-11-07T14:24:06.781" v="9"/>
        <pc:sldMkLst>
          <pc:docMk/>
          <pc:sldMk cId="2861696458" sldId="309"/>
        </pc:sldMkLst>
      </pc:sldChg>
      <pc:sldChg chg="add">
        <pc:chgData name="Byrd, Andrew M." userId="S::amby222@uky.edu::2d5836b5-4a72-4fdb-bd90-63723c1cd390" providerId="AD" clId="Web-{8866C06C-B7F5-1F54-D737-45D2D807D9EA}" dt="2024-11-07T14:24:06.781" v="10"/>
        <pc:sldMkLst>
          <pc:docMk/>
          <pc:sldMk cId="2400002604" sldId="310"/>
        </pc:sldMkLst>
      </pc:sldChg>
      <pc:sldChg chg="add">
        <pc:chgData name="Byrd, Andrew M." userId="S::amby222@uky.edu::2d5836b5-4a72-4fdb-bd90-63723c1cd390" providerId="AD" clId="Web-{8866C06C-B7F5-1F54-D737-45D2D807D9EA}" dt="2024-11-07T14:24:06.796" v="11"/>
        <pc:sldMkLst>
          <pc:docMk/>
          <pc:sldMk cId="3923779531" sldId="311"/>
        </pc:sldMkLst>
      </pc:sldChg>
      <pc:sldChg chg="add">
        <pc:chgData name="Byrd, Andrew M." userId="S::amby222@uky.edu::2d5836b5-4a72-4fdb-bd90-63723c1cd390" providerId="AD" clId="Web-{8866C06C-B7F5-1F54-D737-45D2D807D9EA}" dt="2024-11-07T14:24:06.796" v="12"/>
        <pc:sldMkLst>
          <pc:docMk/>
          <pc:sldMk cId="307481596" sldId="312"/>
        </pc:sldMkLst>
      </pc:sldChg>
      <pc:sldChg chg="add">
        <pc:chgData name="Byrd, Andrew M." userId="S::amby222@uky.edu::2d5836b5-4a72-4fdb-bd90-63723c1cd390" providerId="AD" clId="Web-{8866C06C-B7F5-1F54-D737-45D2D807D9EA}" dt="2024-11-07T14:24:06.812" v="13"/>
        <pc:sldMkLst>
          <pc:docMk/>
          <pc:sldMk cId="3382284019" sldId="313"/>
        </pc:sldMkLst>
      </pc:sldChg>
      <pc:sldChg chg="add">
        <pc:chgData name="Byrd, Andrew M." userId="S::amby222@uky.edu::2d5836b5-4a72-4fdb-bd90-63723c1cd390" providerId="AD" clId="Web-{8866C06C-B7F5-1F54-D737-45D2D807D9EA}" dt="2024-11-07T14:24:06.828" v="14"/>
        <pc:sldMkLst>
          <pc:docMk/>
          <pc:sldMk cId="92220005" sldId="314"/>
        </pc:sldMkLst>
      </pc:sldChg>
      <pc:sldChg chg="add">
        <pc:chgData name="Byrd, Andrew M." userId="S::amby222@uky.edu::2d5836b5-4a72-4fdb-bd90-63723c1cd390" providerId="AD" clId="Web-{8866C06C-B7F5-1F54-D737-45D2D807D9EA}" dt="2024-11-07T14:24:06.828" v="15"/>
        <pc:sldMkLst>
          <pc:docMk/>
          <pc:sldMk cId="400982036" sldId="315"/>
        </pc:sldMkLst>
      </pc:sldChg>
      <pc:sldChg chg="add">
        <pc:chgData name="Byrd, Andrew M." userId="S::amby222@uky.edu::2d5836b5-4a72-4fdb-bd90-63723c1cd390" providerId="AD" clId="Web-{8866C06C-B7F5-1F54-D737-45D2D807D9EA}" dt="2024-11-07T14:24:06.843" v="16"/>
        <pc:sldMkLst>
          <pc:docMk/>
          <pc:sldMk cId="2256895210" sldId="316"/>
        </pc:sldMkLst>
      </pc:sldChg>
    </pc:docChg>
  </pc:docChgLst>
  <pc:docChgLst>
    <pc:chgData name="Byrd, Andrew M." userId="S::amby222@uky.edu::2d5836b5-4a72-4fdb-bd90-63723c1cd390" providerId="AD" clId="Web-{85EEE499-FFBF-3A65-68EA-8D95884A2C42}"/>
    <pc:docChg chg="addSld delSld modSld">
      <pc:chgData name="Byrd, Andrew M." userId="S::amby222@uky.edu::2d5836b5-4a72-4fdb-bd90-63723c1cd390" providerId="AD" clId="Web-{85EEE499-FFBF-3A65-68EA-8D95884A2C42}" dt="2024-11-11T13:19:41.803" v="320" actId="20577"/>
      <pc:docMkLst>
        <pc:docMk/>
      </pc:docMkLst>
      <pc:sldChg chg="modSp">
        <pc:chgData name="Byrd, Andrew M." userId="S::amby222@uky.edu::2d5836b5-4a72-4fdb-bd90-63723c1cd390" providerId="AD" clId="Web-{85EEE499-FFBF-3A65-68EA-8D95884A2C42}" dt="2024-11-11T13:15:23.811" v="200" actId="14100"/>
        <pc:sldMkLst>
          <pc:docMk/>
          <pc:sldMk cId="1723821866" sldId="318"/>
        </pc:sldMkLst>
        <pc:spChg chg="mod">
          <ac:chgData name="Byrd, Andrew M." userId="S::amby222@uky.edu::2d5836b5-4a72-4fdb-bd90-63723c1cd390" providerId="AD" clId="Web-{85EEE499-FFBF-3A65-68EA-8D95884A2C42}" dt="2024-11-11T13:15:23.811" v="200" actId="14100"/>
          <ac:spMkLst>
            <pc:docMk/>
            <pc:sldMk cId="1723821866" sldId="318"/>
            <ac:spMk id="3" creationId="{5249D63D-F2C8-36D1-DCFB-1F56DF7CB230}"/>
          </ac:spMkLst>
        </pc:spChg>
      </pc:sldChg>
      <pc:sldChg chg="addSp modSp">
        <pc:chgData name="Byrd, Andrew M." userId="S::amby222@uky.edu::2d5836b5-4a72-4fdb-bd90-63723c1cd390" providerId="AD" clId="Web-{85EEE499-FFBF-3A65-68EA-8D95884A2C42}" dt="2024-11-11T13:16:25.766" v="247" actId="20577"/>
        <pc:sldMkLst>
          <pc:docMk/>
          <pc:sldMk cId="1995283196" sldId="319"/>
        </pc:sldMkLst>
        <pc:spChg chg="add mod">
          <ac:chgData name="Byrd, Andrew M." userId="S::amby222@uky.edu::2d5836b5-4a72-4fdb-bd90-63723c1cd390" providerId="AD" clId="Web-{85EEE499-FFBF-3A65-68EA-8D95884A2C42}" dt="2024-11-11T13:16:25.766" v="247" actId="20577"/>
          <ac:spMkLst>
            <pc:docMk/>
            <pc:sldMk cId="1995283196" sldId="319"/>
            <ac:spMk id="2" creationId="{84D27459-F68D-0FB8-5E57-D4C4065F58A3}"/>
          </ac:spMkLst>
        </pc:spChg>
        <pc:picChg chg="mod">
          <ac:chgData name="Byrd, Andrew M." userId="S::amby222@uky.edu::2d5836b5-4a72-4fdb-bd90-63723c1cd390" providerId="AD" clId="Web-{85EEE499-FFBF-3A65-68EA-8D95884A2C42}" dt="2024-11-11T13:15:38.624" v="207" actId="1076"/>
          <ac:picMkLst>
            <pc:docMk/>
            <pc:sldMk cId="1995283196" sldId="319"/>
            <ac:picMk id="4" creationId="{09DF5C4F-8CFF-8A8C-8C0E-DEBDAB73DCB1}"/>
          </ac:picMkLst>
        </pc:picChg>
      </pc:sldChg>
      <pc:sldChg chg="modSp add del">
        <pc:chgData name="Byrd, Andrew M." userId="S::amby222@uky.edu::2d5836b5-4a72-4fdb-bd90-63723c1cd390" providerId="AD" clId="Web-{85EEE499-FFBF-3A65-68EA-8D95884A2C42}" dt="2024-11-11T13:15:33.608" v="206" actId="14100"/>
        <pc:sldMkLst>
          <pc:docMk/>
          <pc:sldMk cId="719870923" sldId="325"/>
        </pc:sldMkLst>
        <pc:spChg chg="mod">
          <ac:chgData name="Byrd, Andrew M." userId="S::amby222@uky.edu::2d5836b5-4a72-4fdb-bd90-63723c1cd390" providerId="AD" clId="Web-{85EEE499-FFBF-3A65-68EA-8D95884A2C42}" dt="2024-11-11T13:15:33.608" v="206" actId="14100"/>
          <ac:spMkLst>
            <pc:docMk/>
            <pc:sldMk cId="719870923" sldId="325"/>
            <ac:spMk id="2" creationId="{27C383B1-A0EF-B31E-4B64-58528713636A}"/>
          </ac:spMkLst>
        </pc:spChg>
      </pc:sldChg>
      <pc:sldChg chg="modSp add del">
        <pc:chgData name="Byrd, Andrew M." userId="S::amby222@uky.edu::2d5836b5-4a72-4fdb-bd90-63723c1cd390" providerId="AD" clId="Web-{85EEE499-FFBF-3A65-68EA-8D95884A2C42}" dt="2024-11-11T13:16:47.360" v="251" actId="20577"/>
        <pc:sldMkLst>
          <pc:docMk/>
          <pc:sldMk cId="2572763572" sldId="326"/>
        </pc:sldMkLst>
        <pc:spChg chg="mod">
          <ac:chgData name="Byrd, Andrew M." userId="S::amby222@uky.edu::2d5836b5-4a72-4fdb-bd90-63723c1cd390" providerId="AD" clId="Web-{85EEE499-FFBF-3A65-68EA-8D95884A2C42}" dt="2024-11-11T13:07:03.579" v="66" actId="20577"/>
          <ac:spMkLst>
            <pc:docMk/>
            <pc:sldMk cId="2572763572" sldId="326"/>
            <ac:spMk id="2" creationId="{F5FD7DEB-E795-E2FB-C224-7683BDE4A3BE}"/>
          </ac:spMkLst>
        </pc:spChg>
        <pc:spChg chg="mod">
          <ac:chgData name="Byrd, Andrew M." userId="S::amby222@uky.edu::2d5836b5-4a72-4fdb-bd90-63723c1cd390" providerId="AD" clId="Web-{85EEE499-FFBF-3A65-68EA-8D95884A2C42}" dt="2024-11-11T13:16:47.360" v="251" actId="20577"/>
          <ac:spMkLst>
            <pc:docMk/>
            <pc:sldMk cId="2572763572" sldId="326"/>
            <ac:spMk id="5" creationId="{90407E42-E4E2-4895-2C00-0E756132EA91}"/>
          </ac:spMkLst>
        </pc:spChg>
        <pc:spChg chg="mod">
          <ac:chgData name="Byrd, Andrew M." userId="S::amby222@uky.edu::2d5836b5-4a72-4fdb-bd90-63723c1cd390" providerId="AD" clId="Web-{85EEE499-FFBF-3A65-68EA-8D95884A2C42}" dt="2024-11-11T13:06:57.250" v="63" actId="20577"/>
          <ac:spMkLst>
            <pc:docMk/>
            <pc:sldMk cId="2572763572" sldId="326"/>
            <ac:spMk id="6" creationId="{471EFC96-1C35-3BBD-92EA-DC82B4929F1A}"/>
          </ac:spMkLst>
        </pc:spChg>
        <pc:spChg chg="mod">
          <ac:chgData name="Byrd, Andrew M." userId="S::amby222@uky.edu::2d5836b5-4a72-4fdb-bd90-63723c1cd390" providerId="AD" clId="Web-{85EEE499-FFBF-3A65-68EA-8D95884A2C42}" dt="2024-11-11T13:07:01.282" v="65" actId="20577"/>
          <ac:spMkLst>
            <pc:docMk/>
            <pc:sldMk cId="2572763572" sldId="326"/>
            <ac:spMk id="7" creationId="{78D0C0A0-33C6-0F1E-8D7D-D3A160479AD1}"/>
          </ac:spMkLst>
        </pc:spChg>
      </pc:sldChg>
      <pc:sldChg chg="modSp add del">
        <pc:chgData name="Byrd, Andrew M." userId="S::amby222@uky.edu::2d5836b5-4a72-4fdb-bd90-63723c1cd390" providerId="AD" clId="Web-{85EEE499-FFBF-3A65-68EA-8D95884A2C42}" dt="2024-11-11T13:07:11.251" v="68" actId="14100"/>
        <pc:sldMkLst>
          <pc:docMk/>
          <pc:sldMk cId="3711000551" sldId="327"/>
        </pc:sldMkLst>
        <pc:spChg chg="mod">
          <ac:chgData name="Byrd, Andrew M." userId="S::amby222@uky.edu::2d5836b5-4a72-4fdb-bd90-63723c1cd390" providerId="AD" clId="Web-{85EEE499-FFBF-3A65-68EA-8D95884A2C42}" dt="2024-11-11T13:07:11.251" v="68" actId="14100"/>
          <ac:spMkLst>
            <pc:docMk/>
            <pc:sldMk cId="3711000551" sldId="327"/>
            <ac:spMk id="2" creationId="{B1224795-12E6-E4E9-A08C-5B4BA4A02561}"/>
          </ac:spMkLst>
        </pc:spChg>
        <pc:spChg chg="mod">
          <ac:chgData name="Byrd, Andrew M." userId="S::amby222@uky.edu::2d5836b5-4a72-4fdb-bd90-63723c1cd390" providerId="AD" clId="Web-{85EEE499-FFBF-3A65-68EA-8D95884A2C42}" dt="2024-11-11T13:07:08.641" v="67" actId="1076"/>
          <ac:spMkLst>
            <pc:docMk/>
            <pc:sldMk cId="3711000551" sldId="327"/>
            <ac:spMk id="5" creationId="{E09639AD-815F-B8FC-A1B5-FE2E80215D15}"/>
          </ac:spMkLst>
        </pc:spChg>
      </pc:sldChg>
      <pc:sldChg chg="modSp add del">
        <pc:chgData name="Byrd, Andrew M." userId="S::amby222@uky.edu::2d5836b5-4a72-4fdb-bd90-63723c1cd390" providerId="AD" clId="Web-{85EEE499-FFBF-3A65-68EA-8D95884A2C42}" dt="2024-11-11T13:07:28.470" v="78" actId="20577"/>
        <pc:sldMkLst>
          <pc:docMk/>
          <pc:sldMk cId="769176431" sldId="328"/>
        </pc:sldMkLst>
        <pc:spChg chg="mod">
          <ac:chgData name="Byrd, Andrew M." userId="S::amby222@uky.edu::2d5836b5-4a72-4fdb-bd90-63723c1cd390" providerId="AD" clId="Web-{85EEE499-FFBF-3A65-68EA-8D95884A2C42}" dt="2024-11-11T13:07:21.032" v="69"/>
          <ac:spMkLst>
            <pc:docMk/>
            <pc:sldMk cId="769176431" sldId="328"/>
            <ac:spMk id="2" creationId="{F5FD7DEB-E795-E2FB-C224-7683BDE4A3BE}"/>
          </ac:spMkLst>
        </pc:spChg>
        <pc:spChg chg="mod">
          <ac:chgData name="Byrd, Andrew M." userId="S::amby222@uky.edu::2d5836b5-4a72-4fdb-bd90-63723c1cd390" providerId="AD" clId="Web-{85EEE499-FFBF-3A65-68EA-8D95884A2C42}" dt="2024-11-11T13:07:21.517" v="73"/>
          <ac:spMkLst>
            <pc:docMk/>
            <pc:sldMk cId="769176431" sldId="328"/>
            <ac:spMk id="3" creationId="{EBEA6201-1D38-C586-3F1B-5D8950690632}"/>
          </ac:spMkLst>
        </pc:spChg>
        <pc:spChg chg="mod">
          <ac:chgData name="Byrd, Andrew M." userId="S::amby222@uky.edu::2d5836b5-4a72-4fdb-bd90-63723c1cd390" providerId="AD" clId="Web-{85EEE499-FFBF-3A65-68EA-8D95884A2C42}" dt="2024-11-11T13:07:21.063" v="72"/>
          <ac:spMkLst>
            <pc:docMk/>
            <pc:sldMk cId="769176431" sldId="328"/>
            <ac:spMk id="4" creationId="{2AE39B3D-17D6-9950-A051-EA958EF1A409}"/>
          </ac:spMkLst>
        </pc:spChg>
        <pc:spChg chg="mod">
          <ac:chgData name="Byrd, Andrew M." userId="S::amby222@uky.edu::2d5836b5-4a72-4fdb-bd90-63723c1cd390" providerId="AD" clId="Web-{85EEE499-FFBF-3A65-68EA-8D95884A2C42}" dt="2024-11-11T13:07:28.470" v="78" actId="20577"/>
          <ac:spMkLst>
            <pc:docMk/>
            <pc:sldMk cId="769176431" sldId="328"/>
            <ac:spMk id="5" creationId="{90407E42-E4E2-4895-2C00-0E756132EA91}"/>
          </ac:spMkLst>
        </pc:spChg>
        <pc:spChg chg="mod">
          <ac:chgData name="Byrd, Andrew M." userId="S::amby222@uky.edu::2d5836b5-4a72-4fdb-bd90-63723c1cd390" providerId="AD" clId="Web-{85EEE499-FFBF-3A65-68EA-8D95884A2C42}" dt="2024-11-11T13:07:21.048" v="71"/>
          <ac:spMkLst>
            <pc:docMk/>
            <pc:sldMk cId="769176431" sldId="328"/>
            <ac:spMk id="6" creationId="{471EFC96-1C35-3BBD-92EA-DC82B4929F1A}"/>
          </ac:spMkLst>
        </pc:spChg>
      </pc:sldChg>
      <pc:sldChg chg="modSp add del">
        <pc:chgData name="Byrd, Andrew M." userId="S::amby222@uky.edu::2d5836b5-4a72-4fdb-bd90-63723c1cd390" providerId="AD" clId="Web-{85EEE499-FFBF-3A65-68EA-8D95884A2C42}" dt="2024-11-11T13:07:35.329" v="81" actId="20577"/>
        <pc:sldMkLst>
          <pc:docMk/>
          <pc:sldMk cId="860866769" sldId="329"/>
        </pc:sldMkLst>
        <pc:spChg chg="mod">
          <ac:chgData name="Byrd, Andrew M." userId="S::amby222@uky.edu::2d5836b5-4a72-4fdb-bd90-63723c1cd390" providerId="AD" clId="Web-{85EEE499-FFBF-3A65-68EA-8D95884A2C42}" dt="2024-11-11T13:07:35.329" v="81" actId="20577"/>
          <ac:spMkLst>
            <pc:docMk/>
            <pc:sldMk cId="860866769" sldId="329"/>
            <ac:spMk id="2" creationId="{F5FD7DEB-E795-E2FB-C224-7683BDE4A3BE}"/>
          </ac:spMkLst>
        </pc:spChg>
      </pc:sldChg>
      <pc:sldChg chg="modSp add del">
        <pc:chgData name="Byrd, Andrew M." userId="S::amby222@uky.edu::2d5836b5-4a72-4fdb-bd90-63723c1cd390" providerId="AD" clId="Web-{85EEE499-FFBF-3A65-68EA-8D95884A2C42}" dt="2024-11-11T13:07:40.064" v="82" actId="20577"/>
        <pc:sldMkLst>
          <pc:docMk/>
          <pc:sldMk cId="1314705824" sldId="330"/>
        </pc:sldMkLst>
        <pc:spChg chg="mod">
          <ac:chgData name="Byrd, Andrew M." userId="S::amby222@uky.edu::2d5836b5-4a72-4fdb-bd90-63723c1cd390" providerId="AD" clId="Web-{85EEE499-FFBF-3A65-68EA-8D95884A2C42}" dt="2024-11-11T13:07:40.064" v="82" actId="20577"/>
          <ac:spMkLst>
            <pc:docMk/>
            <pc:sldMk cId="1314705824" sldId="330"/>
            <ac:spMk id="9" creationId="{347A9D56-A631-4E28-19D7-4C4CC80CB528}"/>
          </ac:spMkLst>
        </pc:spChg>
      </pc:sldChg>
      <pc:sldChg chg="modSp add del">
        <pc:chgData name="Byrd, Andrew M." userId="S::amby222@uky.edu::2d5836b5-4a72-4fdb-bd90-63723c1cd390" providerId="AD" clId="Web-{85EEE499-FFBF-3A65-68EA-8D95884A2C42}" dt="2024-11-11T13:07:43.970" v="83" actId="20577"/>
        <pc:sldMkLst>
          <pc:docMk/>
          <pc:sldMk cId="3311435607" sldId="331"/>
        </pc:sldMkLst>
        <pc:spChg chg="mod">
          <ac:chgData name="Byrd, Andrew M." userId="S::amby222@uky.edu::2d5836b5-4a72-4fdb-bd90-63723c1cd390" providerId="AD" clId="Web-{85EEE499-FFBF-3A65-68EA-8D95884A2C42}" dt="2024-11-11T13:07:43.970" v="83" actId="20577"/>
          <ac:spMkLst>
            <pc:docMk/>
            <pc:sldMk cId="3311435607" sldId="331"/>
            <ac:spMk id="6" creationId="{471EFC96-1C35-3BBD-92EA-DC82B4929F1A}"/>
          </ac:spMkLst>
        </pc:spChg>
      </pc:sldChg>
      <pc:sldChg chg="modSp add del">
        <pc:chgData name="Byrd, Andrew M." userId="S::amby222@uky.edu::2d5836b5-4a72-4fdb-bd90-63723c1cd390" providerId="AD" clId="Web-{85EEE499-FFBF-3A65-68EA-8D95884A2C42}" dt="2024-11-11T13:18:08.925" v="253" actId="20577"/>
        <pc:sldMkLst>
          <pc:docMk/>
          <pc:sldMk cId="2495728567" sldId="332"/>
        </pc:sldMkLst>
        <pc:spChg chg="mod">
          <ac:chgData name="Byrd, Andrew M." userId="S::amby222@uky.edu::2d5836b5-4a72-4fdb-bd90-63723c1cd390" providerId="AD" clId="Web-{85EEE499-FFBF-3A65-68EA-8D95884A2C42}" dt="2024-11-11T13:18:08.925" v="253" actId="20577"/>
          <ac:spMkLst>
            <pc:docMk/>
            <pc:sldMk cId="2495728567" sldId="332"/>
            <ac:spMk id="2" creationId="{325428B4-6514-A215-EB6A-25783AD45F10}"/>
          </ac:spMkLst>
        </pc:spChg>
        <pc:spChg chg="mod">
          <ac:chgData name="Byrd, Andrew M." userId="S::amby222@uky.edu::2d5836b5-4a72-4fdb-bd90-63723c1cd390" providerId="AD" clId="Web-{85EEE499-FFBF-3A65-68EA-8D95884A2C42}" dt="2024-11-11T13:09:13.145" v="88" actId="20577"/>
          <ac:spMkLst>
            <pc:docMk/>
            <pc:sldMk cId="2495728567" sldId="332"/>
            <ac:spMk id="3" creationId="{2C267D1E-D1C0-E5A0-8BC6-17597904A63F}"/>
          </ac:spMkLst>
        </pc:spChg>
        <pc:spChg chg="mod">
          <ac:chgData name="Byrd, Andrew M." userId="S::amby222@uky.edu::2d5836b5-4a72-4fdb-bd90-63723c1cd390" providerId="AD" clId="Web-{85EEE499-FFBF-3A65-68EA-8D95884A2C42}" dt="2024-11-11T13:09:15.410" v="90" actId="20577"/>
          <ac:spMkLst>
            <pc:docMk/>
            <pc:sldMk cId="2495728567" sldId="332"/>
            <ac:spMk id="4" creationId="{49DE324C-8C89-D0AA-86F7-E287B15F1DFC}"/>
          </ac:spMkLst>
        </pc:spChg>
        <pc:spChg chg="mod">
          <ac:chgData name="Byrd, Andrew M." userId="S::amby222@uky.edu::2d5836b5-4a72-4fdb-bd90-63723c1cd390" providerId="AD" clId="Web-{85EEE499-FFBF-3A65-68EA-8D95884A2C42}" dt="2024-11-11T13:09:06.988" v="86" actId="20577"/>
          <ac:spMkLst>
            <pc:docMk/>
            <pc:sldMk cId="2495728567" sldId="332"/>
            <ac:spMk id="5" creationId="{D77B6106-BC02-9EDB-2B74-CAE9EB0BDCCA}"/>
          </ac:spMkLst>
        </pc:spChg>
      </pc:sldChg>
      <pc:sldChg chg="modSp add del">
        <pc:chgData name="Byrd, Andrew M." userId="S::amby222@uky.edu::2d5836b5-4a72-4fdb-bd90-63723c1cd390" providerId="AD" clId="Web-{85EEE499-FFBF-3A65-68EA-8D95884A2C42}" dt="2024-11-11T13:09:23.332" v="95" actId="20577"/>
        <pc:sldMkLst>
          <pc:docMk/>
          <pc:sldMk cId="2201868779" sldId="333"/>
        </pc:sldMkLst>
        <pc:spChg chg="mod">
          <ac:chgData name="Byrd, Andrew M." userId="S::amby222@uky.edu::2d5836b5-4a72-4fdb-bd90-63723c1cd390" providerId="AD" clId="Web-{85EEE499-FFBF-3A65-68EA-8D95884A2C42}" dt="2024-11-11T13:09:19.223" v="92" actId="20577"/>
          <ac:spMkLst>
            <pc:docMk/>
            <pc:sldMk cId="2201868779" sldId="333"/>
            <ac:spMk id="2" creationId="{325428B4-6514-A215-EB6A-25783AD45F10}"/>
          </ac:spMkLst>
        </pc:spChg>
        <pc:spChg chg="mod">
          <ac:chgData name="Byrd, Andrew M." userId="S::amby222@uky.edu::2d5836b5-4a72-4fdb-bd90-63723c1cd390" providerId="AD" clId="Web-{85EEE499-FFBF-3A65-68EA-8D95884A2C42}" dt="2024-11-11T13:09:21.207" v="93" actId="20577"/>
          <ac:spMkLst>
            <pc:docMk/>
            <pc:sldMk cId="2201868779" sldId="333"/>
            <ac:spMk id="4" creationId="{49DE324C-8C89-D0AA-86F7-E287B15F1DFC}"/>
          </ac:spMkLst>
        </pc:spChg>
        <pc:spChg chg="mod">
          <ac:chgData name="Byrd, Andrew M." userId="S::amby222@uky.edu::2d5836b5-4a72-4fdb-bd90-63723c1cd390" providerId="AD" clId="Web-{85EEE499-FFBF-3A65-68EA-8D95884A2C42}" dt="2024-11-11T13:09:23.332" v="95" actId="20577"/>
          <ac:spMkLst>
            <pc:docMk/>
            <pc:sldMk cId="2201868779" sldId="333"/>
            <ac:spMk id="5" creationId="{D77B6106-BC02-9EDB-2B74-CAE9EB0BDCCA}"/>
          </ac:spMkLst>
        </pc:spChg>
      </pc:sldChg>
      <pc:sldChg chg="modSp add del">
        <pc:chgData name="Byrd, Andrew M." userId="S::amby222@uky.edu::2d5836b5-4a72-4fdb-bd90-63723c1cd390" providerId="AD" clId="Web-{85EEE499-FFBF-3A65-68EA-8D95884A2C42}" dt="2024-11-11T13:18:11.675" v="255" actId="20577"/>
        <pc:sldMkLst>
          <pc:docMk/>
          <pc:sldMk cId="1032035129" sldId="334"/>
        </pc:sldMkLst>
        <pc:spChg chg="mod">
          <ac:chgData name="Byrd, Andrew M." userId="S::amby222@uky.edu::2d5836b5-4a72-4fdb-bd90-63723c1cd390" providerId="AD" clId="Web-{85EEE499-FFBF-3A65-68EA-8D95884A2C42}" dt="2024-11-11T13:18:11.675" v="255" actId="20577"/>
          <ac:spMkLst>
            <pc:docMk/>
            <pc:sldMk cId="1032035129" sldId="334"/>
            <ac:spMk id="2" creationId="{325428B4-6514-A215-EB6A-25783AD45F10}"/>
          </ac:spMkLst>
        </pc:spChg>
        <pc:spChg chg="mod">
          <ac:chgData name="Byrd, Andrew M." userId="S::amby222@uky.edu::2d5836b5-4a72-4fdb-bd90-63723c1cd390" providerId="AD" clId="Web-{85EEE499-FFBF-3A65-68EA-8D95884A2C42}" dt="2024-11-11T13:11:28.758" v="110" actId="20577"/>
          <ac:spMkLst>
            <pc:docMk/>
            <pc:sldMk cId="1032035129" sldId="334"/>
            <ac:spMk id="3" creationId="{2C267D1E-D1C0-E5A0-8BC6-17597904A63F}"/>
          </ac:spMkLst>
        </pc:spChg>
        <pc:spChg chg="mod">
          <ac:chgData name="Byrd, Andrew M." userId="S::amby222@uky.edu::2d5836b5-4a72-4fdb-bd90-63723c1cd390" providerId="AD" clId="Web-{85EEE499-FFBF-3A65-68EA-8D95884A2C42}" dt="2024-11-11T13:09:28.426" v="97" actId="20577"/>
          <ac:spMkLst>
            <pc:docMk/>
            <pc:sldMk cId="1032035129" sldId="334"/>
            <ac:spMk id="4" creationId="{49DE324C-8C89-D0AA-86F7-E287B15F1DFC}"/>
          </ac:spMkLst>
        </pc:spChg>
        <pc:spChg chg="mod">
          <ac:chgData name="Byrd, Andrew M." userId="S::amby222@uky.edu::2d5836b5-4a72-4fdb-bd90-63723c1cd390" providerId="AD" clId="Web-{85EEE499-FFBF-3A65-68EA-8D95884A2C42}" dt="2024-11-11T13:09:31.161" v="99" actId="20577"/>
          <ac:spMkLst>
            <pc:docMk/>
            <pc:sldMk cId="1032035129" sldId="334"/>
            <ac:spMk id="5" creationId="{D77B6106-BC02-9EDB-2B74-CAE9EB0BDCCA}"/>
          </ac:spMkLst>
        </pc:spChg>
      </pc:sldChg>
      <pc:sldChg chg="modSp add del">
        <pc:chgData name="Byrd, Andrew M." userId="S::amby222@uky.edu::2d5836b5-4a72-4fdb-bd90-63723c1cd390" providerId="AD" clId="Web-{85EEE499-FFBF-3A65-68EA-8D95884A2C42}" dt="2024-11-11T13:12:37.150" v="134" actId="20577"/>
        <pc:sldMkLst>
          <pc:docMk/>
          <pc:sldMk cId="2725548243" sldId="335"/>
        </pc:sldMkLst>
        <pc:spChg chg="mod">
          <ac:chgData name="Byrd, Andrew M." userId="S::amby222@uky.edu::2d5836b5-4a72-4fdb-bd90-63723c1cd390" providerId="AD" clId="Web-{85EEE499-FFBF-3A65-68EA-8D95884A2C42}" dt="2024-11-11T13:12:37.150" v="134" actId="20577"/>
          <ac:spMkLst>
            <pc:docMk/>
            <pc:sldMk cId="2725548243" sldId="335"/>
            <ac:spMk id="2" creationId="{325428B4-6514-A215-EB6A-25783AD45F10}"/>
          </ac:spMkLst>
        </pc:spChg>
        <pc:spChg chg="mod">
          <ac:chgData name="Byrd, Andrew M." userId="S::amby222@uky.edu::2d5836b5-4a72-4fdb-bd90-63723c1cd390" providerId="AD" clId="Web-{85EEE499-FFBF-3A65-68EA-8D95884A2C42}" dt="2024-11-11T13:12:03.368" v="115" actId="20577"/>
          <ac:spMkLst>
            <pc:docMk/>
            <pc:sldMk cId="2725548243" sldId="335"/>
            <ac:spMk id="4" creationId="{49DE324C-8C89-D0AA-86F7-E287B15F1DFC}"/>
          </ac:spMkLst>
        </pc:spChg>
        <pc:spChg chg="mod">
          <ac:chgData name="Byrd, Andrew M." userId="S::amby222@uky.edu::2d5836b5-4a72-4fdb-bd90-63723c1cd390" providerId="AD" clId="Web-{85EEE499-FFBF-3A65-68EA-8D95884A2C42}" dt="2024-11-11T13:12:05.853" v="117" actId="20577"/>
          <ac:spMkLst>
            <pc:docMk/>
            <pc:sldMk cId="2725548243" sldId="335"/>
            <ac:spMk id="5" creationId="{D77B6106-BC02-9EDB-2B74-CAE9EB0BDCCA}"/>
          </ac:spMkLst>
        </pc:spChg>
      </pc:sldChg>
      <pc:sldChg chg="modSp add del">
        <pc:chgData name="Byrd, Andrew M." userId="S::amby222@uky.edu::2d5836b5-4a72-4fdb-bd90-63723c1cd390" providerId="AD" clId="Web-{85EEE499-FFBF-3A65-68EA-8D95884A2C42}" dt="2024-11-11T13:18:14.082" v="256" actId="20577"/>
        <pc:sldMkLst>
          <pc:docMk/>
          <pc:sldMk cId="2723258297" sldId="336"/>
        </pc:sldMkLst>
        <pc:spChg chg="mod">
          <ac:chgData name="Byrd, Andrew M." userId="S::amby222@uky.edu::2d5836b5-4a72-4fdb-bd90-63723c1cd390" providerId="AD" clId="Web-{85EEE499-FFBF-3A65-68EA-8D95884A2C42}" dt="2024-11-11T13:18:14.082" v="256" actId="20577"/>
          <ac:spMkLst>
            <pc:docMk/>
            <pc:sldMk cId="2723258297" sldId="336"/>
            <ac:spMk id="2" creationId="{325428B4-6514-A215-EB6A-25783AD45F10}"/>
          </ac:spMkLst>
        </pc:spChg>
        <pc:spChg chg="mod">
          <ac:chgData name="Byrd, Andrew M." userId="S::amby222@uky.edu::2d5836b5-4a72-4fdb-bd90-63723c1cd390" providerId="AD" clId="Web-{85EEE499-FFBF-3A65-68EA-8D95884A2C42}" dt="2024-11-11T13:12:20.244" v="122" actId="20577"/>
          <ac:spMkLst>
            <pc:docMk/>
            <pc:sldMk cId="2723258297" sldId="336"/>
            <ac:spMk id="3" creationId="{2C267D1E-D1C0-E5A0-8BC6-17597904A63F}"/>
          </ac:spMkLst>
        </pc:spChg>
        <pc:spChg chg="mod">
          <ac:chgData name="Byrd, Andrew M." userId="S::amby222@uky.edu::2d5836b5-4a72-4fdb-bd90-63723c1cd390" providerId="AD" clId="Web-{85EEE499-FFBF-3A65-68EA-8D95884A2C42}" dt="2024-11-11T13:12:16.837" v="119" actId="20577"/>
          <ac:spMkLst>
            <pc:docMk/>
            <pc:sldMk cId="2723258297" sldId="336"/>
            <ac:spMk id="4" creationId="{49DE324C-8C89-D0AA-86F7-E287B15F1DFC}"/>
          </ac:spMkLst>
        </pc:spChg>
        <pc:spChg chg="mod">
          <ac:chgData name="Byrd, Andrew M." userId="S::amby222@uky.edu::2d5836b5-4a72-4fdb-bd90-63723c1cd390" providerId="AD" clId="Web-{85EEE499-FFBF-3A65-68EA-8D95884A2C42}" dt="2024-11-11T13:12:22.197" v="124" actId="20577"/>
          <ac:spMkLst>
            <pc:docMk/>
            <pc:sldMk cId="2723258297" sldId="336"/>
            <ac:spMk id="5" creationId="{D77B6106-BC02-9EDB-2B74-CAE9EB0BDCCA}"/>
          </ac:spMkLst>
        </pc:spChg>
      </pc:sldChg>
      <pc:sldChg chg="modSp add del">
        <pc:chgData name="Byrd, Andrew M." userId="S::amby222@uky.edu::2d5836b5-4a72-4fdb-bd90-63723c1cd390" providerId="AD" clId="Web-{85EEE499-FFBF-3A65-68EA-8D95884A2C42}" dt="2024-11-11T13:12:31.494" v="132" actId="20577"/>
        <pc:sldMkLst>
          <pc:docMk/>
          <pc:sldMk cId="3849854628" sldId="337"/>
        </pc:sldMkLst>
        <pc:spChg chg="mod">
          <ac:chgData name="Byrd, Andrew M." userId="S::amby222@uky.edu::2d5836b5-4a72-4fdb-bd90-63723c1cd390" providerId="AD" clId="Web-{85EEE499-FFBF-3A65-68EA-8D95884A2C42}" dt="2024-11-11T13:12:26.900" v="128" actId="20577"/>
          <ac:spMkLst>
            <pc:docMk/>
            <pc:sldMk cId="3849854628" sldId="337"/>
            <ac:spMk id="2" creationId="{325428B4-6514-A215-EB6A-25783AD45F10}"/>
          </ac:spMkLst>
        </pc:spChg>
        <pc:spChg chg="mod">
          <ac:chgData name="Byrd, Andrew M." userId="S::amby222@uky.edu::2d5836b5-4a72-4fdb-bd90-63723c1cd390" providerId="AD" clId="Web-{85EEE499-FFBF-3A65-68EA-8D95884A2C42}" dt="2024-11-11T13:12:29.463" v="130" actId="20577"/>
          <ac:spMkLst>
            <pc:docMk/>
            <pc:sldMk cId="3849854628" sldId="337"/>
            <ac:spMk id="3" creationId="{2C267D1E-D1C0-E5A0-8BC6-17597904A63F}"/>
          </ac:spMkLst>
        </pc:spChg>
        <pc:spChg chg="mod">
          <ac:chgData name="Byrd, Andrew M." userId="S::amby222@uky.edu::2d5836b5-4a72-4fdb-bd90-63723c1cd390" providerId="AD" clId="Web-{85EEE499-FFBF-3A65-68EA-8D95884A2C42}" dt="2024-11-11T13:12:25.087" v="126" actId="20577"/>
          <ac:spMkLst>
            <pc:docMk/>
            <pc:sldMk cId="3849854628" sldId="337"/>
            <ac:spMk id="4" creationId="{49DE324C-8C89-D0AA-86F7-E287B15F1DFC}"/>
          </ac:spMkLst>
        </pc:spChg>
        <pc:spChg chg="mod">
          <ac:chgData name="Byrd, Andrew M." userId="S::amby222@uky.edu::2d5836b5-4a72-4fdb-bd90-63723c1cd390" providerId="AD" clId="Web-{85EEE499-FFBF-3A65-68EA-8D95884A2C42}" dt="2024-11-11T13:12:31.494" v="132" actId="20577"/>
          <ac:spMkLst>
            <pc:docMk/>
            <pc:sldMk cId="3849854628" sldId="337"/>
            <ac:spMk id="5" creationId="{D77B6106-BC02-9EDB-2B74-CAE9EB0BDCCA}"/>
          </ac:spMkLst>
        </pc:spChg>
      </pc:sldChg>
      <pc:sldChg chg="add del">
        <pc:chgData name="Byrd, Andrew M." userId="S::amby222@uky.edu::2d5836b5-4a72-4fdb-bd90-63723c1cd390" providerId="AD" clId="Web-{85EEE499-FFBF-3A65-68EA-8D95884A2C42}" dt="2024-11-11T13:12:56.291" v="141"/>
        <pc:sldMkLst>
          <pc:docMk/>
          <pc:sldMk cId="2925836512" sldId="338"/>
        </pc:sldMkLst>
      </pc:sldChg>
      <pc:sldChg chg="addSp modSp add replId">
        <pc:chgData name="Byrd, Andrew M." userId="S::amby222@uky.edu::2d5836b5-4a72-4fdb-bd90-63723c1cd390" providerId="AD" clId="Web-{85EEE499-FFBF-3A65-68EA-8D95884A2C42}" dt="2024-11-11T13:19:00.645" v="316" actId="1076"/>
        <pc:sldMkLst>
          <pc:docMk/>
          <pc:sldMk cId="3503901556" sldId="338"/>
        </pc:sldMkLst>
        <pc:spChg chg="add mod">
          <ac:chgData name="Byrd, Andrew M." userId="S::amby222@uky.edu::2d5836b5-4a72-4fdb-bd90-63723c1cd390" providerId="AD" clId="Web-{85EEE499-FFBF-3A65-68EA-8D95884A2C42}" dt="2024-11-11T13:19:00.645" v="316" actId="1076"/>
          <ac:spMkLst>
            <pc:docMk/>
            <pc:sldMk cId="3503901556" sldId="338"/>
            <ac:spMk id="2" creationId="{77A90C61-8C7D-C383-70EA-D1126F7233EF}"/>
          </ac:spMkLst>
        </pc:spChg>
        <pc:picChg chg="mod">
          <ac:chgData name="Byrd, Andrew M." userId="S::amby222@uky.edu::2d5836b5-4a72-4fdb-bd90-63723c1cd390" providerId="AD" clId="Web-{85EEE499-FFBF-3A65-68EA-8D95884A2C42}" dt="2024-11-11T13:18:25.222" v="257" actId="1076"/>
          <ac:picMkLst>
            <pc:docMk/>
            <pc:sldMk cId="3503901556" sldId="338"/>
            <ac:picMk id="4" creationId="{09DF5C4F-8CFF-8A8C-8C0E-DEBDAB73DCB1}"/>
          </ac:picMkLst>
        </pc:picChg>
      </pc:sldChg>
      <pc:sldChg chg="modSp add replId">
        <pc:chgData name="Byrd, Andrew M." userId="S::amby222@uky.edu::2d5836b5-4a72-4fdb-bd90-63723c1cd390" providerId="AD" clId="Web-{85EEE499-FFBF-3A65-68EA-8D95884A2C42}" dt="2024-11-11T13:19:41.803" v="320" actId="20577"/>
        <pc:sldMkLst>
          <pc:docMk/>
          <pc:sldMk cId="2797344093" sldId="339"/>
        </pc:sldMkLst>
        <pc:spChg chg="mod">
          <ac:chgData name="Byrd, Andrew M." userId="S::amby222@uky.edu::2d5836b5-4a72-4fdb-bd90-63723c1cd390" providerId="AD" clId="Web-{85EEE499-FFBF-3A65-68EA-8D95884A2C42}" dt="2024-11-11T13:19:41.803" v="320" actId="20577"/>
          <ac:spMkLst>
            <pc:docMk/>
            <pc:sldMk cId="2797344093" sldId="339"/>
            <ac:spMk id="167" creationId="{00000000-0000-0000-0000-000000000000}"/>
          </ac:spMkLst>
        </pc:spChg>
      </pc:sldChg>
      <pc:sldChg chg="add del">
        <pc:chgData name="Byrd, Andrew M." userId="S::amby222@uky.edu::2d5836b5-4a72-4fdb-bd90-63723c1cd390" providerId="AD" clId="Web-{85EEE499-FFBF-3A65-68EA-8D95884A2C42}" dt="2024-11-11T13:12:56.291" v="140"/>
        <pc:sldMkLst>
          <pc:docMk/>
          <pc:sldMk cId="3827816156" sldId="339"/>
        </pc:sldMkLst>
      </pc:sldChg>
      <pc:sldChg chg="add del">
        <pc:chgData name="Byrd, Andrew M." userId="S::amby222@uky.edu::2d5836b5-4a72-4fdb-bd90-63723c1cd390" providerId="AD" clId="Web-{85EEE499-FFBF-3A65-68EA-8D95884A2C42}" dt="2024-11-11T13:12:56.291" v="139"/>
        <pc:sldMkLst>
          <pc:docMk/>
          <pc:sldMk cId="3392074571" sldId="340"/>
        </pc:sldMkLst>
      </pc:sldChg>
      <pc:sldChg chg="add del">
        <pc:chgData name="Byrd, Andrew M." userId="S::amby222@uky.edu::2d5836b5-4a72-4fdb-bd90-63723c1cd390" providerId="AD" clId="Web-{85EEE499-FFBF-3A65-68EA-8D95884A2C42}" dt="2024-11-11T13:12:56.291" v="138"/>
        <pc:sldMkLst>
          <pc:docMk/>
          <pc:sldMk cId="841017491" sldId="341"/>
        </pc:sldMkLst>
      </pc:sldChg>
      <pc:sldChg chg="add del">
        <pc:chgData name="Byrd, Andrew M." userId="S::amby222@uky.edu::2d5836b5-4a72-4fdb-bd90-63723c1cd390" providerId="AD" clId="Web-{85EEE499-FFBF-3A65-68EA-8D95884A2C42}" dt="2024-11-11T13:12:56.291" v="137"/>
        <pc:sldMkLst>
          <pc:docMk/>
          <pc:sldMk cId="2273114396" sldId="342"/>
        </pc:sldMkLst>
      </pc:sldChg>
      <pc:sldChg chg="add del">
        <pc:chgData name="Byrd, Andrew M." userId="S::amby222@uky.edu::2d5836b5-4a72-4fdb-bd90-63723c1cd390" providerId="AD" clId="Web-{85EEE499-FFBF-3A65-68EA-8D95884A2C42}" dt="2024-11-11T13:12:56.276" v="136"/>
        <pc:sldMkLst>
          <pc:docMk/>
          <pc:sldMk cId="194824679" sldId="343"/>
        </pc:sldMkLst>
      </pc:sldChg>
      <pc:sldChg chg="add del">
        <pc:chgData name="Byrd, Andrew M." userId="S::amby222@uky.edu::2d5836b5-4a72-4fdb-bd90-63723c1cd390" providerId="AD" clId="Web-{85EEE499-FFBF-3A65-68EA-8D95884A2C42}" dt="2024-11-11T13:12:56.276" v="135"/>
        <pc:sldMkLst>
          <pc:docMk/>
          <pc:sldMk cId="1630978624" sldId="344"/>
        </pc:sldMkLst>
      </pc:sldChg>
    </pc:docChg>
  </pc:docChgLst>
  <pc:docChgLst>
    <pc:chgData name="Byrd, Andrew M." userId="2d5836b5-4a72-4fdb-bd90-63723c1cd390" providerId="ADAL" clId="{8C07B348-3E0A-4790-B9D3-779ED19F6769}"/>
    <pc:docChg chg="undo custSel addSld modSld sldOrd">
      <pc:chgData name="Byrd, Andrew M." userId="2d5836b5-4a72-4fdb-bd90-63723c1cd390" providerId="ADAL" clId="{8C07B348-3E0A-4790-B9D3-779ED19F6769}" dt="2024-11-07T14:53:04.815" v="109" actId="20577"/>
      <pc:docMkLst>
        <pc:docMk/>
      </pc:docMkLst>
      <pc:sldChg chg="modSp mod">
        <pc:chgData name="Byrd, Andrew M." userId="2d5836b5-4a72-4fdb-bd90-63723c1cd390" providerId="ADAL" clId="{8C07B348-3E0A-4790-B9D3-779ED19F6769}" dt="2024-11-07T14:49:11.924" v="15" actId="14100"/>
        <pc:sldMkLst>
          <pc:docMk/>
          <pc:sldMk cId="0" sldId="261"/>
        </pc:sldMkLst>
        <pc:spChg chg="mod">
          <ac:chgData name="Byrd, Andrew M." userId="2d5836b5-4a72-4fdb-bd90-63723c1cd390" providerId="ADAL" clId="{8C07B348-3E0A-4790-B9D3-779ED19F6769}" dt="2024-11-07T14:49:11.924" v="15" actId="14100"/>
          <ac:spMkLst>
            <pc:docMk/>
            <pc:sldMk cId="0" sldId="261"/>
            <ac:spMk id="108" creationId="{00000000-0000-0000-0000-000000000000}"/>
          </ac:spMkLst>
        </pc:spChg>
      </pc:sldChg>
      <pc:sldChg chg="modSp mod">
        <pc:chgData name="Byrd, Andrew M." userId="2d5836b5-4a72-4fdb-bd90-63723c1cd390" providerId="ADAL" clId="{8C07B348-3E0A-4790-B9D3-779ED19F6769}" dt="2024-11-07T14:50:03.584" v="42" actId="14100"/>
        <pc:sldMkLst>
          <pc:docMk/>
          <pc:sldMk cId="0" sldId="271"/>
        </pc:sldMkLst>
        <pc:spChg chg="mod">
          <ac:chgData name="Byrd, Andrew M." userId="2d5836b5-4a72-4fdb-bd90-63723c1cd390" providerId="ADAL" clId="{8C07B348-3E0A-4790-B9D3-779ED19F6769}" dt="2024-11-07T14:50:03.584" v="42" actId="14100"/>
          <ac:spMkLst>
            <pc:docMk/>
            <pc:sldMk cId="0" sldId="271"/>
            <ac:spMk id="167" creationId="{00000000-0000-0000-0000-000000000000}"/>
          </ac:spMkLst>
        </pc:spChg>
      </pc:sldChg>
      <pc:sldChg chg="modSp mod">
        <pc:chgData name="Byrd, Andrew M." userId="2d5836b5-4a72-4fdb-bd90-63723c1cd390" providerId="ADAL" clId="{8C07B348-3E0A-4790-B9D3-779ED19F6769}" dt="2024-11-07T14:50:36.478" v="48" actId="6549"/>
        <pc:sldMkLst>
          <pc:docMk/>
          <pc:sldMk cId="0" sldId="274"/>
        </pc:sldMkLst>
        <pc:spChg chg="mod">
          <ac:chgData name="Byrd, Andrew M." userId="2d5836b5-4a72-4fdb-bd90-63723c1cd390" providerId="ADAL" clId="{8C07B348-3E0A-4790-B9D3-779ED19F6769}" dt="2024-11-07T14:50:36.478" v="48" actId="6549"/>
          <ac:spMkLst>
            <pc:docMk/>
            <pc:sldMk cId="0" sldId="274"/>
            <ac:spMk id="188" creationId="{00000000-0000-0000-0000-000000000000}"/>
          </ac:spMkLst>
        </pc:spChg>
      </pc:sldChg>
      <pc:sldChg chg="modSp mod">
        <pc:chgData name="Byrd, Andrew M." userId="2d5836b5-4a72-4fdb-bd90-63723c1cd390" providerId="ADAL" clId="{8C07B348-3E0A-4790-B9D3-779ED19F6769}" dt="2024-11-07T14:51:56.985" v="67" actId="14100"/>
        <pc:sldMkLst>
          <pc:docMk/>
          <pc:sldMk cId="0" sldId="286"/>
        </pc:sldMkLst>
        <pc:spChg chg="mod">
          <ac:chgData name="Byrd, Andrew M." userId="2d5836b5-4a72-4fdb-bd90-63723c1cd390" providerId="ADAL" clId="{8C07B348-3E0A-4790-B9D3-779ED19F6769}" dt="2024-11-07T14:51:56.985" v="67" actId="14100"/>
          <ac:spMkLst>
            <pc:docMk/>
            <pc:sldMk cId="0" sldId="286"/>
            <ac:spMk id="269" creationId="{00000000-0000-0000-0000-000000000000}"/>
          </ac:spMkLst>
        </pc:spChg>
      </pc:sldChg>
      <pc:sldChg chg="modSp mod">
        <pc:chgData name="Byrd, Andrew M." userId="2d5836b5-4a72-4fdb-bd90-63723c1cd390" providerId="ADAL" clId="{8C07B348-3E0A-4790-B9D3-779ED19F6769}" dt="2024-11-07T14:52:13.569" v="77" actId="20577"/>
        <pc:sldMkLst>
          <pc:docMk/>
          <pc:sldMk cId="0" sldId="292"/>
        </pc:sldMkLst>
        <pc:spChg chg="mod">
          <ac:chgData name="Byrd, Andrew M." userId="2d5836b5-4a72-4fdb-bd90-63723c1cd390" providerId="ADAL" clId="{8C07B348-3E0A-4790-B9D3-779ED19F6769}" dt="2024-11-07T14:52:13.569" v="77" actId="20577"/>
          <ac:spMkLst>
            <pc:docMk/>
            <pc:sldMk cId="0" sldId="292"/>
            <ac:spMk id="314" creationId="{00000000-0000-0000-0000-000000000000}"/>
          </ac:spMkLst>
        </pc:spChg>
      </pc:sldChg>
      <pc:sldChg chg="modSp mod">
        <pc:chgData name="Byrd, Andrew M." userId="2d5836b5-4a72-4fdb-bd90-63723c1cd390" providerId="ADAL" clId="{8C07B348-3E0A-4790-B9D3-779ED19F6769}" dt="2024-11-07T14:52:40.074" v="89" actId="20577"/>
        <pc:sldMkLst>
          <pc:docMk/>
          <pc:sldMk cId="0" sldId="299"/>
        </pc:sldMkLst>
        <pc:spChg chg="mod">
          <ac:chgData name="Byrd, Andrew M." userId="2d5836b5-4a72-4fdb-bd90-63723c1cd390" providerId="ADAL" clId="{8C07B348-3E0A-4790-B9D3-779ED19F6769}" dt="2024-11-07T14:52:40.074" v="89" actId="20577"/>
          <ac:spMkLst>
            <pc:docMk/>
            <pc:sldMk cId="0" sldId="299"/>
            <ac:spMk id="367" creationId="{00000000-0000-0000-0000-000000000000}"/>
          </ac:spMkLst>
        </pc:spChg>
      </pc:sldChg>
      <pc:sldChg chg="modSp add mod">
        <pc:chgData name="Byrd, Andrew M." userId="2d5836b5-4a72-4fdb-bd90-63723c1cd390" providerId="ADAL" clId="{8C07B348-3E0A-4790-B9D3-779ED19F6769}" dt="2024-11-07T14:51:04.043" v="55" actId="20577"/>
        <pc:sldMkLst>
          <pc:docMk/>
          <pc:sldMk cId="2475093976" sldId="320"/>
        </pc:sldMkLst>
        <pc:spChg chg="mod">
          <ac:chgData name="Byrd, Andrew M." userId="2d5836b5-4a72-4fdb-bd90-63723c1cd390" providerId="ADAL" clId="{8C07B348-3E0A-4790-B9D3-779ED19F6769}" dt="2024-11-07T14:51:04.043" v="55" actId="20577"/>
          <ac:spMkLst>
            <pc:docMk/>
            <pc:sldMk cId="2475093976" sldId="320"/>
            <ac:spMk id="167" creationId="{9608C03B-640E-7E71-3FF1-2E52503A73DF}"/>
          </ac:spMkLst>
        </pc:spChg>
      </pc:sldChg>
      <pc:sldChg chg="add">
        <pc:chgData name="Byrd, Andrew M." userId="2d5836b5-4a72-4fdb-bd90-63723c1cd390" providerId="ADAL" clId="{8C07B348-3E0A-4790-B9D3-779ED19F6769}" dt="2024-11-07T14:51:00.056" v="50"/>
        <pc:sldMkLst>
          <pc:docMk/>
          <pc:sldMk cId="1823077307" sldId="321"/>
        </pc:sldMkLst>
      </pc:sldChg>
      <pc:sldChg chg="modSp new mod ord">
        <pc:chgData name="Byrd, Andrew M." userId="2d5836b5-4a72-4fdb-bd90-63723c1cd390" providerId="ADAL" clId="{8C07B348-3E0A-4790-B9D3-779ED19F6769}" dt="2024-11-07T14:51:19.263" v="64" actId="20577"/>
        <pc:sldMkLst>
          <pc:docMk/>
          <pc:sldMk cId="3785188872" sldId="322"/>
        </pc:sldMkLst>
        <pc:spChg chg="mod">
          <ac:chgData name="Byrd, Andrew M." userId="2d5836b5-4a72-4fdb-bd90-63723c1cd390" providerId="ADAL" clId="{8C07B348-3E0A-4790-B9D3-779ED19F6769}" dt="2024-11-07T14:51:19.263" v="64" actId="20577"/>
          <ac:spMkLst>
            <pc:docMk/>
            <pc:sldMk cId="3785188872" sldId="322"/>
            <ac:spMk id="2" creationId="{877C04B2-DEC6-88BE-EEB0-F71345F8559D}"/>
          </ac:spMkLst>
        </pc:spChg>
      </pc:sldChg>
      <pc:sldChg chg="add">
        <pc:chgData name="Byrd, Andrew M." userId="2d5836b5-4a72-4fdb-bd90-63723c1cd390" providerId="ADAL" clId="{8C07B348-3E0A-4790-B9D3-779ED19F6769}" dt="2024-11-07T14:51:28.126" v="65"/>
        <pc:sldMkLst>
          <pc:docMk/>
          <pc:sldMk cId="3346336077" sldId="323"/>
        </pc:sldMkLst>
      </pc:sldChg>
      <pc:sldChg chg="modSp add mod">
        <pc:chgData name="Byrd, Andrew M." userId="2d5836b5-4a72-4fdb-bd90-63723c1cd390" providerId="ADAL" clId="{8C07B348-3E0A-4790-B9D3-779ED19F6769}" dt="2024-11-07T14:53:04.815" v="109" actId="20577"/>
        <pc:sldMkLst>
          <pc:docMk/>
          <pc:sldMk cId="1680351071" sldId="324"/>
        </pc:sldMkLst>
        <pc:spChg chg="mod">
          <ac:chgData name="Byrd, Andrew M." userId="2d5836b5-4a72-4fdb-bd90-63723c1cd390" providerId="ADAL" clId="{8C07B348-3E0A-4790-B9D3-779ED19F6769}" dt="2024-11-07T14:53:04.815" v="109" actId="20577"/>
          <ac:spMkLst>
            <pc:docMk/>
            <pc:sldMk cId="1680351071" sldId="324"/>
            <ac:spMk id="167" creationId="{7C127348-1C3A-37CA-2DF2-A5374B7DA1AF}"/>
          </ac:spMkLst>
        </pc:spChg>
      </pc:sldChg>
    </pc:docChg>
  </pc:docChgLst>
  <pc:docChgLst>
    <pc:chgData name="Byrd, Andrew M." userId="S::amby222@uky.edu::2d5836b5-4a72-4fdb-bd90-63723c1cd390" providerId="AD" clId="Web-{AF95710C-2283-93A0-C794-72B019EFDAF4}"/>
    <pc:docChg chg="addSld modSld">
      <pc:chgData name="Byrd, Andrew M." userId="S::amby222@uky.edu::2d5836b5-4a72-4fdb-bd90-63723c1cd390" providerId="AD" clId="Web-{AF95710C-2283-93A0-C794-72B019EFDAF4}" dt="2024-11-14T14:27:00.244" v="16" actId="20577"/>
      <pc:docMkLst>
        <pc:docMk/>
      </pc:docMkLst>
      <pc:sldChg chg="add">
        <pc:chgData name="Byrd, Andrew M." userId="S::amby222@uky.edu::2d5836b5-4a72-4fdb-bd90-63723c1cd390" providerId="AD" clId="Web-{AF95710C-2283-93A0-C794-72B019EFDAF4}" dt="2024-11-14T14:25:50.289" v="0"/>
        <pc:sldMkLst>
          <pc:docMk/>
          <pc:sldMk cId="0" sldId="293"/>
        </pc:sldMkLst>
      </pc:sldChg>
      <pc:sldChg chg="add">
        <pc:chgData name="Byrd, Andrew M." userId="S::amby222@uky.edu::2d5836b5-4a72-4fdb-bd90-63723c1cd390" providerId="AD" clId="Web-{AF95710C-2283-93A0-C794-72B019EFDAF4}" dt="2024-11-14T14:25:50.305" v="1"/>
        <pc:sldMkLst>
          <pc:docMk/>
          <pc:sldMk cId="0" sldId="294"/>
        </pc:sldMkLst>
      </pc:sldChg>
      <pc:sldChg chg="add">
        <pc:chgData name="Byrd, Andrew M." userId="S::amby222@uky.edu::2d5836b5-4a72-4fdb-bd90-63723c1cd390" providerId="AD" clId="Web-{AF95710C-2283-93A0-C794-72B019EFDAF4}" dt="2024-11-14T14:25:50.305" v="2"/>
        <pc:sldMkLst>
          <pc:docMk/>
          <pc:sldMk cId="0" sldId="295"/>
        </pc:sldMkLst>
      </pc:sldChg>
      <pc:sldChg chg="add">
        <pc:chgData name="Byrd, Andrew M." userId="S::amby222@uky.edu::2d5836b5-4a72-4fdb-bd90-63723c1cd390" providerId="AD" clId="Web-{AF95710C-2283-93A0-C794-72B019EFDAF4}" dt="2024-11-14T14:25:50.320" v="3"/>
        <pc:sldMkLst>
          <pc:docMk/>
          <pc:sldMk cId="0" sldId="296"/>
        </pc:sldMkLst>
      </pc:sldChg>
      <pc:sldChg chg="add">
        <pc:chgData name="Byrd, Andrew M." userId="S::amby222@uky.edu::2d5836b5-4a72-4fdb-bd90-63723c1cd390" providerId="AD" clId="Web-{AF95710C-2283-93A0-C794-72B019EFDAF4}" dt="2024-11-14T14:25:50.336" v="4"/>
        <pc:sldMkLst>
          <pc:docMk/>
          <pc:sldMk cId="0" sldId="297"/>
        </pc:sldMkLst>
      </pc:sldChg>
      <pc:sldChg chg="add">
        <pc:chgData name="Byrd, Andrew M." userId="S::amby222@uky.edu::2d5836b5-4a72-4fdb-bd90-63723c1cd390" providerId="AD" clId="Web-{AF95710C-2283-93A0-C794-72B019EFDAF4}" dt="2024-11-14T14:25:50.352" v="5"/>
        <pc:sldMkLst>
          <pc:docMk/>
          <pc:sldMk cId="0" sldId="298"/>
        </pc:sldMkLst>
      </pc:sldChg>
      <pc:sldChg chg="add">
        <pc:chgData name="Byrd, Andrew M." userId="S::amby222@uky.edu::2d5836b5-4a72-4fdb-bd90-63723c1cd390" providerId="AD" clId="Web-{AF95710C-2283-93A0-C794-72B019EFDAF4}" dt="2024-11-14T14:25:50.352" v="6"/>
        <pc:sldMkLst>
          <pc:docMk/>
          <pc:sldMk cId="0" sldId="299"/>
        </pc:sldMkLst>
      </pc:sldChg>
      <pc:sldChg chg="modSp">
        <pc:chgData name="Byrd, Andrew M." userId="S::amby222@uky.edu::2d5836b5-4a72-4fdb-bd90-63723c1cd390" providerId="AD" clId="Web-{AF95710C-2283-93A0-C794-72B019EFDAF4}" dt="2024-11-14T14:27:00.244" v="16" actId="20577"/>
        <pc:sldMkLst>
          <pc:docMk/>
          <pc:sldMk cId="3210637063" sldId="342"/>
        </pc:sldMkLst>
        <pc:spChg chg="mod">
          <ac:chgData name="Byrd, Andrew M." userId="S::amby222@uky.edu::2d5836b5-4a72-4fdb-bd90-63723c1cd390" providerId="AD" clId="Web-{AF95710C-2283-93A0-C794-72B019EFDAF4}" dt="2024-11-14T14:27:00.244" v="16" actId="20577"/>
          <ac:spMkLst>
            <pc:docMk/>
            <pc:sldMk cId="3210637063" sldId="342"/>
            <ac:spMk id="3" creationId="{F4CA63CE-0411-B661-4A42-795F7904B49E}"/>
          </ac:spMkLst>
        </pc:spChg>
      </pc:sldChg>
    </pc:docChg>
  </pc:docChgLst>
  <pc:docChgLst>
    <pc:chgData name="Byrd, Andrew M." userId="S::amby222@uky.edu::2d5836b5-4a72-4fdb-bd90-63723c1cd390" providerId="AD" clId="Web-{A8F215F5-D7E7-3516-8A09-1CD92B7AB8E0}"/>
    <pc:docChg chg="modSld">
      <pc:chgData name="Byrd, Andrew M." userId="S::amby222@uky.edu::2d5836b5-4a72-4fdb-bd90-63723c1cd390" providerId="AD" clId="Web-{A8F215F5-D7E7-3516-8A09-1CD92B7AB8E0}" dt="2024-11-14T14:28:36.349" v="5" actId="20577"/>
      <pc:docMkLst>
        <pc:docMk/>
      </pc:docMkLst>
      <pc:sldChg chg="modSp">
        <pc:chgData name="Byrd, Andrew M." userId="S::amby222@uky.edu::2d5836b5-4a72-4fdb-bd90-63723c1cd390" providerId="AD" clId="Web-{A8F215F5-D7E7-3516-8A09-1CD92B7AB8E0}" dt="2024-11-14T14:28:15.005" v="1" actId="20577"/>
        <pc:sldMkLst>
          <pc:docMk/>
          <pc:sldMk cId="0" sldId="297"/>
        </pc:sldMkLst>
        <pc:spChg chg="mod">
          <ac:chgData name="Byrd, Andrew M." userId="S::amby222@uky.edu::2d5836b5-4a72-4fdb-bd90-63723c1cd390" providerId="AD" clId="Web-{A8F215F5-D7E7-3516-8A09-1CD92B7AB8E0}" dt="2024-11-14T14:28:15.005" v="1" actId="20577"/>
          <ac:spMkLst>
            <pc:docMk/>
            <pc:sldMk cId="0" sldId="297"/>
            <ac:spMk id="352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A8F215F5-D7E7-3516-8A09-1CD92B7AB8E0}" dt="2024-11-14T14:28:36.349" v="5" actId="20577"/>
        <pc:sldMkLst>
          <pc:docMk/>
          <pc:sldMk cId="1680351071" sldId="324"/>
        </pc:sldMkLst>
        <pc:spChg chg="mod">
          <ac:chgData name="Byrd, Andrew M." userId="S::amby222@uky.edu::2d5836b5-4a72-4fdb-bd90-63723c1cd390" providerId="AD" clId="Web-{A8F215F5-D7E7-3516-8A09-1CD92B7AB8E0}" dt="2024-11-14T14:28:36.349" v="5" actId="20577"/>
          <ac:spMkLst>
            <pc:docMk/>
            <pc:sldMk cId="1680351071" sldId="324"/>
            <ac:spMk id="167" creationId="{7C127348-1C3A-37CA-2DF2-A5374B7DA1AF}"/>
          </ac:spMkLst>
        </pc:spChg>
      </pc:sldChg>
    </pc:docChg>
  </pc:docChgLst>
  <pc:docChgLst>
    <pc:chgData name="Byrd, Andrew M." userId="S::amby222@uky.edu::2d5836b5-4a72-4fdb-bd90-63723c1cd390" providerId="AD" clId="Web-{7FA57BCF-A2AC-3FEF-DF8D-73191712813E}"/>
    <pc:docChg chg="addSld delSld modSld sldOrd">
      <pc:chgData name="Byrd, Andrew M." userId="S::amby222@uky.edu::2d5836b5-4a72-4fdb-bd90-63723c1cd390" providerId="AD" clId="Web-{7FA57BCF-A2AC-3FEF-DF8D-73191712813E}" dt="2024-11-13T14:09:38.817" v="230" actId="20577"/>
      <pc:docMkLst>
        <pc:docMk/>
      </pc:docMkLst>
      <pc:sldChg chg="modSp">
        <pc:chgData name="Byrd, Andrew M." userId="S::amby222@uky.edu::2d5836b5-4a72-4fdb-bd90-63723c1cd390" providerId="AD" clId="Web-{7FA57BCF-A2AC-3FEF-DF8D-73191712813E}" dt="2024-11-13T14:06:58.626" v="186" actId="20577"/>
        <pc:sldMkLst>
          <pc:docMk/>
          <pc:sldMk cId="0" sldId="258"/>
        </pc:sldMkLst>
        <pc:spChg chg="mod">
          <ac:chgData name="Byrd, Andrew M." userId="S::amby222@uky.edu::2d5836b5-4a72-4fdb-bd90-63723c1cd390" providerId="AD" clId="Web-{7FA57BCF-A2AC-3FEF-DF8D-73191712813E}" dt="2024-11-13T14:06:58.626" v="186" actId="20577"/>
          <ac:spMkLst>
            <pc:docMk/>
            <pc:sldMk cId="0" sldId="258"/>
            <ac:spMk id="89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7FA57BCF-A2AC-3FEF-DF8D-73191712813E}" dt="2024-11-13T14:09:15.223" v="199" actId="1076"/>
        <pc:sldMkLst>
          <pc:docMk/>
          <pc:sldMk cId="0" sldId="282"/>
        </pc:sldMkLst>
        <pc:spChg chg="mod">
          <ac:chgData name="Byrd, Andrew M." userId="S::amby222@uky.edu::2d5836b5-4a72-4fdb-bd90-63723c1cd390" providerId="AD" clId="Web-{7FA57BCF-A2AC-3FEF-DF8D-73191712813E}" dt="2024-11-13T14:09:15.223" v="199" actId="1076"/>
          <ac:spMkLst>
            <pc:docMk/>
            <pc:sldMk cId="0" sldId="282"/>
            <ac:spMk id="245" creationId="{00000000-0000-0000-0000-000000000000}"/>
          </ac:spMkLst>
        </pc:spChg>
      </pc:sldChg>
      <pc:sldChg chg="del">
        <pc:chgData name="Byrd, Andrew M." userId="S::amby222@uky.edu::2d5836b5-4a72-4fdb-bd90-63723c1cd390" providerId="AD" clId="Web-{7FA57BCF-A2AC-3FEF-DF8D-73191712813E}" dt="2024-11-13T14:08:38.144" v="196"/>
        <pc:sldMkLst>
          <pc:docMk/>
          <pc:sldMk cId="0" sldId="293"/>
        </pc:sldMkLst>
      </pc:sldChg>
      <pc:sldChg chg="del">
        <pc:chgData name="Byrd, Andrew M." userId="S::amby222@uky.edu::2d5836b5-4a72-4fdb-bd90-63723c1cd390" providerId="AD" clId="Web-{7FA57BCF-A2AC-3FEF-DF8D-73191712813E}" dt="2024-11-13T14:08:38.144" v="195"/>
        <pc:sldMkLst>
          <pc:docMk/>
          <pc:sldMk cId="0" sldId="294"/>
        </pc:sldMkLst>
      </pc:sldChg>
      <pc:sldChg chg="del">
        <pc:chgData name="Byrd, Andrew M." userId="S::amby222@uky.edu::2d5836b5-4a72-4fdb-bd90-63723c1cd390" providerId="AD" clId="Web-{7FA57BCF-A2AC-3FEF-DF8D-73191712813E}" dt="2024-11-13T14:08:38.144" v="194"/>
        <pc:sldMkLst>
          <pc:docMk/>
          <pc:sldMk cId="0" sldId="295"/>
        </pc:sldMkLst>
      </pc:sldChg>
      <pc:sldChg chg="del">
        <pc:chgData name="Byrd, Andrew M." userId="S::amby222@uky.edu::2d5836b5-4a72-4fdb-bd90-63723c1cd390" providerId="AD" clId="Web-{7FA57BCF-A2AC-3FEF-DF8D-73191712813E}" dt="2024-11-13T14:08:38.128" v="193"/>
        <pc:sldMkLst>
          <pc:docMk/>
          <pc:sldMk cId="0" sldId="296"/>
        </pc:sldMkLst>
      </pc:sldChg>
      <pc:sldChg chg="del">
        <pc:chgData name="Byrd, Andrew M." userId="S::amby222@uky.edu::2d5836b5-4a72-4fdb-bd90-63723c1cd390" providerId="AD" clId="Web-{7FA57BCF-A2AC-3FEF-DF8D-73191712813E}" dt="2024-11-13T14:08:38.128" v="192"/>
        <pc:sldMkLst>
          <pc:docMk/>
          <pc:sldMk cId="0" sldId="297"/>
        </pc:sldMkLst>
      </pc:sldChg>
      <pc:sldChg chg="del">
        <pc:chgData name="Byrd, Andrew M." userId="S::amby222@uky.edu::2d5836b5-4a72-4fdb-bd90-63723c1cd390" providerId="AD" clId="Web-{7FA57BCF-A2AC-3FEF-DF8D-73191712813E}" dt="2024-11-13T14:08:38.128" v="191"/>
        <pc:sldMkLst>
          <pc:docMk/>
          <pc:sldMk cId="0" sldId="298"/>
        </pc:sldMkLst>
      </pc:sldChg>
      <pc:sldChg chg="del">
        <pc:chgData name="Byrd, Andrew M." userId="S::amby222@uky.edu::2d5836b5-4a72-4fdb-bd90-63723c1cd390" providerId="AD" clId="Web-{7FA57BCF-A2AC-3FEF-DF8D-73191712813E}" dt="2024-11-13T14:08:38.128" v="190"/>
        <pc:sldMkLst>
          <pc:docMk/>
          <pc:sldMk cId="0" sldId="299"/>
        </pc:sldMkLst>
      </pc:sldChg>
      <pc:sldChg chg="modSp">
        <pc:chgData name="Byrd, Andrew M." userId="S::amby222@uky.edu::2d5836b5-4a72-4fdb-bd90-63723c1cd390" providerId="AD" clId="Web-{7FA57BCF-A2AC-3FEF-DF8D-73191712813E}" dt="2024-11-13T14:02:36.642" v="73" actId="20577"/>
        <pc:sldMkLst>
          <pc:docMk/>
          <pc:sldMk cId="3785188872" sldId="322"/>
        </pc:sldMkLst>
        <pc:spChg chg="mod">
          <ac:chgData name="Byrd, Andrew M." userId="S::amby222@uky.edu::2d5836b5-4a72-4fdb-bd90-63723c1cd390" providerId="AD" clId="Web-{7FA57BCF-A2AC-3FEF-DF8D-73191712813E}" dt="2024-11-13T14:02:36.642" v="73" actId="20577"/>
          <ac:spMkLst>
            <pc:docMk/>
            <pc:sldMk cId="3785188872" sldId="322"/>
            <ac:spMk id="3" creationId="{A6EC3EDA-5E09-AE3E-F785-C7AE28A0AB66}"/>
          </ac:spMkLst>
        </pc:spChg>
      </pc:sldChg>
      <pc:sldChg chg="modSp">
        <pc:chgData name="Byrd, Andrew M." userId="S::amby222@uky.edu::2d5836b5-4a72-4fdb-bd90-63723c1cd390" providerId="AD" clId="Web-{7FA57BCF-A2AC-3FEF-DF8D-73191712813E}" dt="2024-11-13T14:07:09.845" v="188" actId="20577"/>
        <pc:sldMkLst>
          <pc:docMk/>
          <pc:sldMk cId="3346336077" sldId="323"/>
        </pc:sldMkLst>
        <pc:spChg chg="mod">
          <ac:chgData name="Byrd, Andrew M." userId="S::amby222@uky.edu::2d5836b5-4a72-4fdb-bd90-63723c1cd390" providerId="AD" clId="Web-{7FA57BCF-A2AC-3FEF-DF8D-73191712813E}" dt="2024-11-13T14:07:09.845" v="188" actId="20577"/>
          <ac:spMkLst>
            <pc:docMk/>
            <pc:sldMk cId="3346336077" sldId="323"/>
            <ac:spMk id="3" creationId="{F1F66D5A-6292-A4C6-236E-2C5D68CC69E6}"/>
          </ac:spMkLst>
        </pc:spChg>
      </pc:sldChg>
      <pc:sldChg chg="modSp ord">
        <pc:chgData name="Byrd, Andrew M." userId="S::amby222@uky.edu::2d5836b5-4a72-4fdb-bd90-63723c1cd390" providerId="AD" clId="Web-{7FA57BCF-A2AC-3FEF-DF8D-73191712813E}" dt="2024-11-13T14:08:45.425" v="198" actId="20577"/>
        <pc:sldMkLst>
          <pc:docMk/>
          <pc:sldMk cId="1680351071" sldId="324"/>
        </pc:sldMkLst>
        <pc:spChg chg="mod">
          <ac:chgData name="Byrd, Andrew M." userId="S::amby222@uky.edu::2d5836b5-4a72-4fdb-bd90-63723c1cd390" providerId="AD" clId="Web-{7FA57BCF-A2AC-3FEF-DF8D-73191712813E}" dt="2024-11-13T14:08:45.425" v="198" actId="20577"/>
          <ac:spMkLst>
            <pc:docMk/>
            <pc:sldMk cId="1680351071" sldId="324"/>
            <ac:spMk id="167" creationId="{7C127348-1C3A-37CA-2DF2-A5374B7DA1AF}"/>
          </ac:spMkLst>
        </pc:spChg>
      </pc:sldChg>
      <pc:sldChg chg="modSp new">
        <pc:chgData name="Byrd, Andrew M." userId="S::amby222@uky.edu::2d5836b5-4a72-4fdb-bd90-63723c1cd390" providerId="AD" clId="Web-{7FA57BCF-A2AC-3FEF-DF8D-73191712813E}" dt="2024-11-13T14:04:02.769" v="91" actId="14100"/>
        <pc:sldMkLst>
          <pc:docMk/>
          <pc:sldMk cId="3935912642" sldId="340"/>
        </pc:sldMkLst>
        <pc:spChg chg="mod">
          <ac:chgData name="Byrd, Andrew M." userId="S::amby222@uky.edu::2d5836b5-4a72-4fdb-bd90-63723c1cd390" providerId="AD" clId="Web-{7FA57BCF-A2AC-3FEF-DF8D-73191712813E}" dt="2024-11-13T14:03:53.988" v="84" actId="20577"/>
          <ac:spMkLst>
            <pc:docMk/>
            <pc:sldMk cId="3935912642" sldId="340"/>
            <ac:spMk id="2" creationId="{6D03A806-447A-E04A-7145-551BFE5C14CD}"/>
          </ac:spMkLst>
        </pc:spChg>
        <pc:spChg chg="mod">
          <ac:chgData name="Byrd, Andrew M." userId="S::amby222@uky.edu::2d5836b5-4a72-4fdb-bd90-63723c1cd390" providerId="AD" clId="Web-{7FA57BCF-A2AC-3FEF-DF8D-73191712813E}" dt="2024-11-13T14:04:02.769" v="91" actId="14100"/>
          <ac:spMkLst>
            <pc:docMk/>
            <pc:sldMk cId="3935912642" sldId="340"/>
            <ac:spMk id="3" creationId="{F4CA63CE-0411-B661-4A42-795F7904B49E}"/>
          </ac:spMkLst>
        </pc:spChg>
      </pc:sldChg>
      <pc:sldChg chg="modSp new">
        <pc:chgData name="Byrd, Andrew M." userId="S::amby222@uky.edu::2d5836b5-4a72-4fdb-bd90-63723c1cd390" providerId="AD" clId="Web-{7FA57BCF-A2AC-3FEF-DF8D-73191712813E}" dt="2024-11-13T14:05:39.953" v="110" actId="20577"/>
        <pc:sldMkLst>
          <pc:docMk/>
          <pc:sldMk cId="2901205944" sldId="341"/>
        </pc:sldMkLst>
        <pc:spChg chg="mod">
          <ac:chgData name="Byrd, Andrew M." userId="S::amby222@uky.edu::2d5836b5-4a72-4fdb-bd90-63723c1cd390" providerId="AD" clId="Web-{7FA57BCF-A2AC-3FEF-DF8D-73191712813E}" dt="2024-11-13T14:05:36.859" v="108" actId="20577"/>
          <ac:spMkLst>
            <pc:docMk/>
            <pc:sldMk cId="2901205944" sldId="341"/>
            <ac:spMk id="2" creationId="{51DFE986-95F2-82F3-EAC7-22D5B945A4FD}"/>
          </ac:spMkLst>
        </pc:spChg>
        <pc:spChg chg="mod">
          <ac:chgData name="Byrd, Andrew M." userId="S::amby222@uky.edu::2d5836b5-4a72-4fdb-bd90-63723c1cd390" providerId="AD" clId="Web-{7FA57BCF-A2AC-3FEF-DF8D-73191712813E}" dt="2024-11-13T14:05:39.953" v="110" actId="20577"/>
          <ac:spMkLst>
            <pc:docMk/>
            <pc:sldMk cId="2901205944" sldId="341"/>
            <ac:spMk id="3" creationId="{C9A3BEEB-0D88-335A-C754-86966CDA5DF0}"/>
          </ac:spMkLst>
        </pc:spChg>
      </pc:sldChg>
      <pc:sldChg chg="modSp add replId">
        <pc:chgData name="Byrd, Andrew M." userId="S::amby222@uky.edu::2d5836b5-4a72-4fdb-bd90-63723c1cd390" providerId="AD" clId="Web-{7FA57BCF-A2AC-3FEF-DF8D-73191712813E}" dt="2024-11-13T14:09:28.333" v="206" actId="20577"/>
        <pc:sldMkLst>
          <pc:docMk/>
          <pc:sldMk cId="3210637063" sldId="342"/>
        </pc:sldMkLst>
        <pc:spChg chg="mod">
          <ac:chgData name="Byrd, Andrew M." userId="S::amby222@uky.edu::2d5836b5-4a72-4fdb-bd90-63723c1cd390" providerId="AD" clId="Web-{7FA57BCF-A2AC-3FEF-DF8D-73191712813E}" dt="2024-11-13T14:09:28.333" v="206" actId="20577"/>
          <ac:spMkLst>
            <pc:docMk/>
            <pc:sldMk cId="3210637063" sldId="342"/>
            <ac:spMk id="2" creationId="{6D03A806-447A-E04A-7145-551BFE5C14CD}"/>
          </ac:spMkLst>
        </pc:spChg>
      </pc:sldChg>
      <pc:sldChg chg="modSp new">
        <pc:chgData name="Byrd, Andrew M." userId="S::amby222@uky.edu::2d5836b5-4a72-4fdb-bd90-63723c1cd390" providerId="AD" clId="Web-{7FA57BCF-A2AC-3FEF-DF8D-73191712813E}" dt="2024-11-13T14:09:38.817" v="230" actId="20577"/>
        <pc:sldMkLst>
          <pc:docMk/>
          <pc:sldMk cId="1077161450" sldId="343"/>
        </pc:sldMkLst>
        <pc:spChg chg="mod">
          <ac:chgData name="Byrd, Andrew M." userId="S::amby222@uky.edu::2d5836b5-4a72-4fdb-bd90-63723c1cd390" providerId="AD" clId="Web-{7FA57BCF-A2AC-3FEF-DF8D-73191712813E}" dt="2024-11-13T14:09:37.802" v="229" actId="20577"/>
          <ac:spMkLst>
            <pc:docMk/>
            <pc:sldMk cId="1077161450" sldId="343"/>
            <ac:spMk id="2" creationId="{6E61EF58-610F-3141-0286-80349B2CEC7B}"/>
          </ac:spMkLst>
        </pc:spChg>
        <pc:spChg chg="mod">
          <ac:chgData name="Byrd, Andrew M." userId="S::amby222@uky.edu::2d5836b5-4a72-4fdb-bd90-63723c1cd390" providerId="AD" clId="Web-{7FA57BCF-A2AC-3FEF-DF8D-73191712813E}" dt="2024-11-13T14:09:38.817" v="230" actId="20577"/>
          <ac:spMkLst>
            <pc:docMk/>
            <pc:sldMk cId="1077161450" sldId="343"/>
            <ac:spMk id="3" creationId="{D35FBD5A-DC37-2B1E-309C-1EBB76F8B1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9a2b83776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9a2b83776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101a9f1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101a9f1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a101a9f13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a101a9f13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a101a9f13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a101a9f13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101a9f13a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101a9f13a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101a9f13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101a9f13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a101a9f13a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a101a9f13a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a101a9f13a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a101a9f13a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a101a9f13a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a101a9f13a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a101a9f13a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a101a9f13a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a101a9f13a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a101a9f13a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a1041c86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a1041c86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a1041c86f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a1041c86f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a1041c86f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a1041c86f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a1041c86f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a1041c86f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a101a9f13a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a101a9f13a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a101a9f13a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a101a9f13a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a101a9f13a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a101a9f13a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9a2b83776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9a2b83776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87890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dfde770cf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dfde770cf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a101a9f13a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a101a9f13a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04528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5408ad5bc7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5408ad5bc7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5408ad5bc7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5408ad5bc7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5408ad5bc7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5408ad5bc7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5408ad5bc7_0_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5408ad5bc7_0_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5408ad5bc7_0_307:notes"/>
          <p:cNvSpPr txBox="1">
            <a:spLocks noGrp="1"/>
          </p:cNvSpPr>
          <p:nvPr>
            <p:ph type="body" idx="1"/>
          </p:nvPr>
        </p:nvSpPr>
        <p:spPr>
          <a:xfrm>
            <a:off x="685781" y="434338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111" name="Google Shape;111;g5408ad5bc7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64" y="685786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5408ad5bc7_0_312:notes"/>
          <p:cNvSpPr txBox="1">
            <a:spLocks noGrp="1"/>
          </p:cNvSpPr>
          <p:nvPr>
            <p:ph type="body" idx="1"/>
          </p:nvPr>
        </p:nvSpPr>
        <p:spPr>
          <a:xfrm>
            <a:off x="685781" y="434338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117" name="Google Shape;117;g5408ad5bc7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64" y="685786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408ad5bc7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5408ad5bc7_0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5408ad5bc7_0_317:notes"/>
          <p:cNvSpPr txBox="1">
            <a:spLocks noGrp="1"/>
          </p:cNvSpPr>
          <p:nvPr>
            <p:ph type="body" idx="1"/>
          </p:nvPr>
        </p:nvSpPr>
        <p:spPr>
          <a:xfrm>
            <a:off x="685781" y="434338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129" name="Google Shape;129;g5408ad5bc7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64" y="685786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5408ad5bc7_0_302:notes"/>
          <p:cNvSpPr txBox="1">
            <a:spLocks noGrp="1"/>
          </p:cNvSpPr>
          <p:nvPr>
            <p:ph type="body" idx="1"/>
          </p:nvPr>
        </p:nvSpPr>
        <p:spPr>
          <a:xfrm>
            <a:off x="685781" y="434338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135" name="Google Shape;135;g5408ad5bc7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64" y="685786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5408ad5bc7_0_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5408ad5bc7_0_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5408ad5bc7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5408ad5bc7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5408ad5bc7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5408ad5bc7_0_5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5408ad5bc7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5408ad5bc7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5408ad5bc7_0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5408ad5bc7_0_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5408ad5bc7_0_682:notes"/>
          <p:cNvSpPr txBox="1">
            <a:spLocks noGrp="1"/>
          </p:cNvSpPr>
          <p:nvPr>
            <p:ph type="body" idx="1"/>
          </p:nvPr>
        </p:nvSpPr>
        <p:spPr>
          <a:xfrm>
            <a:off x="685781" y="434338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171" name="Google Shape;171;g5408ad5bc7_0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64" y="685786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5408ad5bc7_0_688:notes"/>
          <p:cNvSpPr txBox="1">
            <a:spLocks noGrp="1"/>
          </p:cNvSpPr>
          <p:nvPr>
            <p:ph type="body" idx="1"/>
          </p:nvPr>
        </p:nvSpPr>
        <p:spPr>
          <a:xfrm>
            <a:off x="685781" y="434338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178" name="Google Shape;178;g5408ad5bc7_0_6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64" y="685786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5408ad5bc7_0_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5408ad5bc7_0_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A72F189D-9DB9-B773-8AD3-055C522F2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a101a9f13a_0_161:notes">
            <a:extLst>
              <a:ext uri="{FF2B5EF4-FFF2-40B4-BE49-F238E27FC236}">
                <a16:creationId xmlns:a16="http://schemas.microsoft.com/office/drawing/2014/main" id="{4A95E4BA-96E6-3619-84A9-78AE3260E8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a101a9f13a_0_161:notes">
            <a:extLst>
              <a:ext uri="{FF2B5EF4-FFF2-40B4-BE49-F238E27FC236}">
                <a16:creationId xmlns:a16="http://schemas.microsoft.com/office/drawing/2014/main" id="{9C482741-5069-4357-A1E5-B6659E8D3E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1754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6B8B5A0-7FA5-FDBC-D70D-E3ADE34D9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9a2b83776b_0_41:notes">
            <a:extLst>
              <a:ext uri="{FF2B5EF4-FFF2-40B4-BE49-F238E27FC236}">
                <a16:creationId xmlns:a16="http://schemas.microsoft.com/office/drawing/2014/main" id="{CB8C61EF-C35B-D38E-7212-D78865408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9a2b83776b_0_41:notes">
            <a:extLst>
              <a:ext uri="{FF2B5EF4-FFF2-40B4-BE49-F238E27FC236}">
                <a16:creationId xmlns:a16="http://schemas.microsoft.com/office/drawing/2014/main" id="{B6958BDE-C866-957C-B02C-8881E1A60D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42225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5408ad5bc7_0_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5408ad5bc7_0_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5408ad5bc7_0_327:notes"/>
          <p:cNvSpPr txBox="1">
            <a:spLocks noGrp="1"/>
          </p:cNvSpPr>
          <p:nvPr>
            <p:ph type="body" idx="1"/>
          </p:nvPr>
        </p:nvSpPr>
        <p:spPr>
          <a:xfrm>
            <a:off x="685781" y="434338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198" name="Google Shape;198;g5408ad5bc7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64" y="685786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5408ad5bc7_0_7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5408ad5bc7_0_7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408ad5bc7_0_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408ad5bc7_0_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5408ad5bc7_0_7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5408ad5bc7_0_7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5408ad5bc7_0_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5408ad5bc7_0_8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5408ad5bc7_0_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5408ad5bc7_0_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5408ad5bc7_0_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5408ad5bc7_0_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5408ad5bc7_0_7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5408ad5bc7_0_7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5408ad5bc7_0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5408ad5bc7_0_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408ad5bc7_0_332:notes"/>
          <p:cNvSpPr txBox="1">
            <a:spLocks noGrp="1"/>
          </p:cNvSpPr>
          <p:nvPr>
            <p:ph type="body" idx="1"/>
          </p:nvPr>
        </p:nvSpPr>
        <p:spPr>
          <a:xfrm>
            <a:off x="685781" y="434338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260" name="Google Shape;260;g5408ad5bc7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64" y="685786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5408ad5bc7_0_7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5408ad5bc7_0_7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5408ad5bc7_0_7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5408ad5bc7_0_7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5408ad5bc7_0_7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5408ad5bc7_0_7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5408ad5bc7_0_7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5408ad5bc7_0_7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08ad5bc7_0_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08ad5bc7_0_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5408ad5bc7_0_8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5408ad5bc7_0_8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5408ad5bc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5408ad5bc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5408ad5bc7_0_7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5408ad5bc7_0_7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5408ad5bc7_0_348:notes"/>
          <p:cNvSpPr txBox="1">
            <a:spLocks noGrp="1"/>
          </p:cNvSpPr>
          <p:nvPr>
            <p:ph type="body" idx="1"/>
          </p:nvPr>
        </p:nvSpPr>
        <p:spPr>
          <a:xfrm>
            <a:off x="685781" y="434338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329" name="Google Shape;329;g5408ad5bc7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64" y="685786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5408ad5bc7_0_7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5408ad5bc7_0_7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5408ad5bc7_0_7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5408ad5bc7_0_7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5408ad5bc7_0_8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5408ad5bc7_0_8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cdfde770c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cdfde770c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cdfde770cf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cdfde770cf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3E0CFD95-CCC7-2E8B-87B5-F704F9730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a101a9f13a_0_161:notes">
            <a:extLst>
              <a:ext uri="{FF2B5EF4-FFF2-40B4-BE49-F238E27FC236}">
                <a16:creationId xmlns:a16="http://schemas.microsoft.com/office/drawing/2014/main" id="{2BE28E94-2B63-B44D-8691-CEDCC26241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a101a9f13a_0_161:notes">
            <a:extLst>
              <a:ext uri="{FF2B5EF4-FFF2-40B4-BE49-F238E27FC236}">
                <a16:creationId xmlns:a16="http://schemas.microsoft.com/office/drawing/2014/main" id="{1F6A93DD-6970-DF0A-2F87-600BC32AFB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0450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467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7467600" cy="3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?"/>
              <a:defRPr/>
            </a:lvl1pPr>
            <a:lvl2pPr marL="91440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3pPr>
            <a:lvl4pPr marL="1828800" lvl="3" indent="-29718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4pPr>
            <a:lvl5pPr marL="2286000" lvl="4" indent="-306323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 rot="5400000">
            <a:off x="7840884" y="763526"/>
            <a:ext cx="1509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ldNum" idx="12"/>
          </p:nvPr>
        </p:nvSpPr>
        <p:spPr>
          <a:xfrm>
            <a:off x="8129016" y="4300538"/>
            <a:ext cx="6096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ftr" idx="11"/>
          </p:nvPr>
        </p:nvSpPr>
        <p:spPr>
          <a:xfrm rot="5400000">
            <a:off x="7390266" y="2757240"/>
            <a:ext cx="2400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spoo.fi/en/events/espooevents:af7mlp3mr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hillbarnett.com/" TargetMode="Externa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hyperlink" Target="https://publires.unicatt.it/en/persons/riccardo-ginevra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omniglot.com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sketch.io/sketchpad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sketch.io/sketchpad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sketch.io/sketchpad/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sketch.io/sketchpad/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Linguistics 200, Day 13</a:t>
            </a:r>
            <a:endParaRPr sz="4400"/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Language History; Writing Systems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2276225"/>
            <a:ext cx="8520600" cy="229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Overview of history questions in component 4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Fundamentals of writing systems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622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6304B-1A3A-25E5-90B4-6D6437F4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All languages have a history – discuss with your neighbors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9D63D-F2C8-36D1-DCFB-1F56DF7CB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256343"/>
            <a:ext cx="8520600" cy="2312682"/>
          </a:xfrm>
        </p:spPr>
        <p:txBody>
          <a:bodyPr/>
          <a:lstStyle/>
          <a:p>
            <a:pPr>
              <a:buAutoNum type="arabicPeriod"/>
            </a:pPr>
            <a:r>
              <a:rPr lang="en-US" sz="2800" dirty="0"/>
              <a:t>How old is English?</a:t>
            </a:r>
          </a:p>
          <a:p>
            <a:pPr>
              <a:lnSpc>
                <a:spcPct val="114999"/>
              </a:lnSpc>
              <a:buAutoNum type="arabicPeriod"/>
            </a:pPr>
            <a:r>
              <a:rPr lang="en-US" sz="2800" dirty="0"/>
              <a:t>Where does English come from?</a:t>
            </a:r>
          </a:p>
          <a:p>
            <a:pPr>
              <a:lnSpc>
                <a:spcPct val="114999"/>
              </a:lnSpc>
              <a:buAutoNum type="arabicPeriod"/>
            </a:pPr>
            <a:r>
              <a:rPr lang="en-US" sz="2800" dirty="0"/>
              <a:t>More broadly, where does language come from?</a:t>
            </a:r>
          </a:p>
        </p:txBody>
      </p:sp>
    </p:spTree>
    <p:extLst>
      <p:ext uri="{BB962C8B-B14F-4D97-AF65-F5344CB8AC3E}">
        <p14:creationId xmlns:p14="http://schemas.microsoft.com/office/powerpoint/2010/main" val="1723821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ndo-European languages - Wikipedia">
            <a:extLst>
              <a:ext uri="{FF2B5EF4-FFF2-40B4-BE49-F238E27FC236}">
                <a16:creationId xmlns:a16="http://schemas.microsoft.com/office/drawing/2014/main" id="{09DF5C4F-8CFF-8A8C-8C0E-DEBDAB73D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820" y="88427"/>
            <a:ext cx="4848345" cy="48411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D27459-F68D-0FB8-5E57-D4C4065F58A3}"/>
              </a:ext>
            </a:extLst>
          </p:cNvPr>
          <p:cNvSpPr txBox="1"/>
          <p:nvPr/>
        </p:nvSpPr>
        <p:spPr>
          <a:xfrm>
            <a:off x="462243" y="1580029"/>
            <a:ext cx="3281082" cy="19810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Proto-Indo-European (PIE)</a:t>
            </a:r>
          </a:p>
          <a:p>
            <a:endParaRPr lang="en-US" sz="2400" dirty="0"/>
          </a:p>
          <a:p>
            <a:r>
              <a:rPr lang="en-US" sz="2400" dirty="0"/>
              <a:t>Indo-European (IE) languages</a:t>
            </a:r>
          </a:p>
        </p:txBody>
      </p:sp>
    </p:spTree>
    <p:extLst>
      <p:ext uri="{BB962C8B-B14F-4D97-AF65-F5344CB8AC3E}">
        <p14:creationId xmlns:p14="http://schemas.microsoft.com/office/powerpoint/2010/main" val="1995283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383B1-A0EF-B31E-4B64-585287136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7467600" cy="563246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2"/>
                </a:solidFill>
                <a:latin typeface="Times New Roman"/>
                <a:cs typeface="Times New Roman"/>
              </a:rPr>
              <a:t>What did PIE sound like?</a:t>
            </a:r>
            <a:endParaRPr lang="en-US" sz="1800" dirty="0">
              <a:solidFill>
                <a:schemeClr val="bg2"/>
              </a:solidFill>
              <a:cs typeface="Times New Roman"/>
            </a:endParaRPr>
          </a:p>
        </p:txBody>
      </p:sp>
      <p:pic>
        <p:nvPicPr>
          <p:cNvPr id="4" name="Picture 3" descr="A person holding a stick&#10;&#10;Description automatically generated">
            <a:extLst>
              <a:ext uri="{FF2B5EF4-FFF2-40B4-BE49-F238E27FC236}">
                <a16:creationId xmlns:a16="http://schemas.microsoft.com/office/drawing/2014/main" id="{D9A57E3E-0963-29E6-F80E-A54B88E87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117" y="1078844"/>
            <a:ext cx="6037118" cy="33910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081976-8A2C-F601-E0D2-FFD1CFABE38B}"/>
              </a:ext>
            </a:extLst>
          </p:cNvPr>
          <p:cNvSpPr txBox="1"/>
          <p:nvPr/>
        </p:nvSpPr>
        <p:spPr>
          <a:xfrm>
            <a:off x="1755024" y="4586548"/>
            <a:ext cx="6868391" cy="623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39302A"/>
                </a:solidFill>
                <a:latin typeface="Times New Roman"/>
                <a:cs typeface="Times New Roman"/>
                <a:hlinkClick r:id="rId3"/>
              </a:rPr>
              <a:t>https://www.espoo.fi/en/events/espooevents:af7mlp3mre</a:t>
            </a:r>
            <a:r>
              <a:rPr lang="en-US" sz="1800" dirty="0">
                <a:solidFill>
                  <a:srgbClr val="39302A"/>
                </a:solidFill>
                <a:latin typeface="Times New Roman"/>
                <a:cs typeface="Times New Roman"/>
              </a:rPr>
              <a:t> </a:t>
            </a:r>
          </a:p>
          <a:p>
            <a:pPr algn="l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19870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D7DEB-E795-E2FB-C224-7683BDE4A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08" y="-114345"/>
            <a:ext cx="7907274" cy="994172"/>
          </a:xfrm>
        </p:spPr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2"/>
                </a:solidFill>
                <a:latin typeface="Times New Roman"/>
                <a:cs typeface="Times New Roman"/>
              </a:rPr>
              <a:t>What did PIE sound like?</a:t>
            </a:r>
            <a:endParaRPr lang="en-US">
              <a:solidFill>
                <a:schemeClr val="bg2"/>
              </a:solidFill>
              <a:latin typeface="Times New Roman"/>
              <a:cs typeface="Times New Roman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407E42-E4E2-4895-2C00-0E756132E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40" y="1078078"/>
            <a:ext cx="3324491" cy="3165570"/>
          </a:xfrm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50"/>
              </a:spcBef>
              <a:buNone/>
            </a:pPr>
            <a:r>
              <a:rPr lang="en" sz="1800" dirty="0">
                <a:solidFill>
                  <a:schemeClr val="bg2"/>
                </a:solidFill>
                <a:latin typeface="Times New Roman"/>
                <a:cs typeface="Times New Roman"/>
              </a:rPr>
              <a:t>I remember him, </a:t>
            </a:r>
            <a:endParaRPr lang="en-US" sz="1800">
              <a:solidFill>
                <a:schemeClr val="bg2"/>
              </a:solidFill>
              <a:latin typeface="Times New Roman"/>
              <a:cs typeface="Times New Roman"/>
            </a:endParaRPr>
          </a:p>
          <a:p>
            <a:pPr marL="0" indent="0">
              <a:spcBef>
                <a:spcPts val="450"/>
              </a:spcBef>
              <a:buNone/>
            </a:pPr>
            <a:r>
              <a:rPr lang="en" sz="1800" dirty="0">
                <a:solidFill>
                  <a:schemeClr val="bg2"/>
                </a:solidFill>
                <a:latin typeface="Times New Roman"/>
                <a:cs typeface="Times New Roman"/>
              </a:rPr>
              <a:t>The undefeated </a:t>
            </a:r>
            <a:r>
              <a:rPr lang="en" sz="1800" err="1">
                <a:solidFill>
                  <a:schemeClr val="bg2"/>
                </a:solidFill>
                <a:latin typeface="Times New Roman"/>
                <a:cs typeface="Times New Roman"/>
              </a:rPr>
              <a:t>Thunderer</a:t>
            </a:r>
            <a:r>
              <a:rPr lang="en" sz="1800" dirty="0">
                <a:solidFill>
                  <a:schemeClr val="bg2"/>
                </a:solidFill>
                <a:latin typeface="Times New Roman"/>
                <a:cs typeface="Times New Roman"/>
              </a:rPr>
              <a:t>, </a:t>
            </a:r>
            <a:endParaRPr lang="en-US" sz="1800">
              <a:solidFill>
                <a:schemeClr val="bg2"/>
              </a:solidFill>
              <a:latin typeface="Times New Roman"/>
              <a:cs typeface="Times New Roman"/>
            </a:endParaRPr>
          </a:p>
          <a:p>
            <a:pPr marL="0" indent="0">
              <a:spcBef>
                <a:spcPts val="450"/>
              </a:spcBef>
              <a:buNone/>
            </a:pPr>
            <a:r>
              <a:rPr lang="en" sz="1800" dirty="0">
                <a:solidFill>
                  <a:schemeClr val="bg2"/>
                </a:solidFill>
                <a:latin typeface="Times New Roman"/>
                <a:cs typeface="Times New Roman"/>
              </a:rPr>
              <a:t>He who defeats enemies, </a:t>
            </a:r>
            <a:endParaRPr lang="en-US" sz="1800">
              <a:solidFill>
                <a:schemeClr val="bg2"/>
              </a:solidFill>
              <a:latin typeface="Times New Roman"/>
              <a:cs typeface="Times New Roman"/>
            </a:endParaRPr>
          </a:p>
          <a:p>
            <a:pPr marL="0" indent="0">
              <a:spcBef>
                <a:spcPts val="450"/>
              </a:spcBef>
              <a:buNone/>
            </a:pPr>
            <a:r>
              <a:rPr lang="en" sz="1800" dirty="0">
                <a:solidFill>
                  <a:schemeClr val="bg2"/>
                </a:solidFill>
                <a:latin typeface="Times New Roman"/>
                <a:cs typeface="Times New Roman"/>
              </a:rPr>
              <a:t>He whom the Broad Earth bore, </a:t>
            </a:r>
            <a:endParaRPr lang="en-US" sz="1800">
              <a:solidFill>
                <a:schemeClr val="bg2"/>
              </a:solidFill>
              <a:cs typeface="Times New Roman"/>
            </a:endParaRPr>
          </a:p>
          <a:p>
            <a:pPr marL="0" indent="0">
              <a:spcBef>
                <a:spcPts val="450"/>
              </a:spcBef>
              <a:buNone/>
            </a:pPr>
            <a:r>
              <a:rPr lang="en" sz="1800" dirty="0">
                <a:solidFill>
                  <a:schemeClr val="bg2"/>
                </a:solidFill>
                <a:latin typeface="Times New Roman"/>
                <a:cs typeface="Times New Roman"/>
              </a:rPr>
              <a:t>He killed the Serpent!</a:t>
            </a:r>
            <a:endParaRPr lang="en-US" sz="1800" dirty="0">
              <a:solidFill>
                <a:schemeClr val="bg2"/>
              </a:solidFill>
              <a:cs typeface="Times New Roman"/>
            </a:endParaRPr>
          </a:p>
          <a:p>
            <a:pPr indent="0">
              <a:spcBef>
                <a:spcPts val="450"/>
              </a:spcBef>
            </a:pPr>
            <a:endParaRPr lang="en-US" dirty="0">
              <a:solidFill>
                <a:schemeClr val="bg2"/>
              </a:solidFill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EFC96-1C35-3BBD-92EA-DC82B4929F1A}"/>
              </a:ext>
            </a:extLst>
          </p:cNvPr>
          <p:cNvSpPr txBox="1"/>
          <p:nvPr/>
        </p:nvSpPr>
        <p:spPr>
          <a:xfrm>
            <a:off x="3818744" y="1073948"/>
            <a:ext cx="4944957" cy="26058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A son was born from Father Sky and the Broad Earth.</a:t>
            </a:r>
            <a:endParaRPr lang="en-US" sz="1800" dirty="0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Thunderer</a:t>
            </a: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, by name.</a:t>
            </a:r>
            <a:endParaRPr lang="en-US" sz="1800" dirty="0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He drinks mead with the immortal gods.</a:t>
            </a:r>
            <a:endParaRPr lang="en-US" sz="1800" dirty="0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He has protected men and livestock, the two-footed and the four-footed,</a:t>
            </a:r>
            <a:endParaRPr lang="en-US" sz="1800" dirty="0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He killed the Serpent!</a:t>
            </a:r>
            <a:endParaRPr lang="en-US" sz="1800" dirty="0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endParaRPr lang="en-US" sz="1800" dirty="0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D0C0A0-33C6-0F1E-8D7D-D3A160479AD1}"/>
              </a:ext>
            </a:extLst>
          </p:cNvPr>
          <p:cNvSpPr txBox="1"/>
          <p:nvPr/>
        </p:nvSpPr>
        <p:spPr>
          <a:xfrm>
            <a:off x="142823" y="3401575"/>
            <a:ext cx="7652169" cy="17107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A serpent was born in the water, in the depths, in the darkness.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At first, the Serpent overcame the </a:t>
            </a:r>
            <a:r>
              <a:rPr lang="en" sz="180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Thunderer</a:t>
            </a: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 and the Immortal gods.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He killed men and livestock, the two-footed and the four-footed. 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The </a:t>
            </a:r>
            <a:r>
              <a:rPr lang="en" sz="180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Thunderer</a:t>
            </a: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 escaped and received the hammer from the Fashioner.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He killed the Serpent!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2763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24795-12E6-E4E9-A08C-5B4BA4A02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9751" y="3515808"/>
            <a:ext cx="2815729" cy="1028565"/>
          </a:xfrm>
        </p:spPr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/>
                <a:cs typeface="Times New Roman"/>
                <a:hlinkClick r:id="rId2"/>
              </a:rPr>
              <a:t>https://phillbarnett.com/</a:t>
            </a:r>
            <a:r>
              <a:rPr lang="en-US" sz="1800" dirty="0">
                <a:latin typeface="Times New Roman"/>
                <a:cs typeface="Times New Roman"/>
              </a:rPr>
              <a:t>  </a:t>
            </a:r>
            <a:endParaRPr lang="en-US" sz="1800" dirty="0">
              <a:cs typeface="Times New Roman"/>
            </a:endParaRPr>
          </a:p>
        </p:txBody>
      </p:sp>
      <p:pic>
        <p:nvPicPr>
          <p:cNvPr id="4" name="Picture 3" descr="A person with a beard singing into a microphone&#10;&#10;Description automatically generated">
            <a:extLst>
              <a:ext uri="{FF2B5EF4-FFF2-40B4-BE49-F238E27FC236}">
                <a16:creationId xmlns:a16="http://schemas.microsoft.com/office/drawing/2014/main" id="{EBCF93A1-450D-2516-879B-DF667B5C8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107" y="1144021"/>
            <a:ext cx="4561608" cy="25496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9639AD-815F-B8FC-A1B5-FE2E80215D15}"/>
              </a:ext>
            </a:extLst>
          </p:cNvPr>
          <p:cNvSpPr txBox="1"/>
          <p:nvPr/>
        </p:nvSpPr>
        <p:spPr>
          <a:xfrm>
            <a:off x="752408" y="4326651"/>
            <a:ext cx="4644496" cy="2251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13" dirty="0">
                <a:hlinkClick r:id="rId4"/>
              </a:rPr>
              <a:t>https://publires.unicatt.it/en/persons/riccardo-ginevra</a:t>
            </a:r>
            <a:r>
              <a:rPr lang="en-US" sz="1013" dirty="0"/>
              <a:t> </a:t>
            </a:r>
          </a:p>
        </p:txBody>
      </p:sp>
      <p:pic>
        <p:nvPicPr>
          <p:cNvPr id="6" name="Picture 5" descr="A person wearing glasses and smiling&#10;&#10;Description automatically generated">
            <a:extLst>
              <a:ext uri="{FF2B5EF4-FFF2-40B4-BE49-F238E27FC236}">
                <a16:creationId xmlns:a16="http://schemas.microsoft.com/office/drawing/2014/main" id="{68F0DF4B-4BF0-E734-6CBF-7E72088023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811187"/>
            <a:ext cx="2410691" cy="321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000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D7DEB-E795-E2FB-C224-7683BDE4A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57" y="-81996"/>
            <a:ext cx="7907274" cy="994172"/>
          </a:xfrm>
        </p:spPr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695D46"/>
                </a:solidFill>
                <a:latin typeface="Times New Roman"/>
                <a:cs typeface="Times New Roman"/>
              </a:rPr>
              <a:t>What did PIE sound like?</a:t>
            </a:r>
            <a:endParaRPr lang="en-US" dirty="0">
              <a:solidFill>
                <a:srgbClr val="695D46"/>
              </a:solidFill>
              <a:latin typeface="Times New Roman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407E42-E4E2-4895-2C00-0E756132E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158" y="916333"/>
            <a:ext cx="3139680" cy="3154787"/>
          </a:xfrm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50"/>
              </a:spcBef>
              <a:buNone/>
            </a:pPr>
            <a:r>
              <a:rPr lang="en" sz="1800" i="1" dirty="0">
                <a:solidFill>
                  <a:srgbClr val="695D46"/>
                </a:solidFill>
                <a:latin typeface="Times New Roman"/>
                <a:cs typeface="Times New Roman"/>
              </a:rPr>
              <a:t>Memónh₂a tóm,</a:t>
            </a:r>
            <a:endParaRPr lang="en-US" sz="1800" i="1">
              <a:solidFill>
                <a:srgbClr val="695D46"/>
              </a:solidFill>
              <a:latin typeface="Times New Roman"/>
              <a:cs typeface="Times New Roman"/>
            </a:endParaRPr>
          </a:p>
          <a:p>
            <a:pPr marL="0" indent="0">
              <a:spcBef>
                <a:spcPts val="450"/>
              </a:spcBef>
              <a:buNone/>
            </a:pPr>
            <a:r>
              <a:rPr lang="en" sz="1800" i="1" dirty="0">
                <a:solidFill>
                  <a:srgbClr val="695D46"/>
                </a:solidFill>
                <a:latin typeface="Times New Roman"/>
                <a:cs typeface="Times New Roman"/>
              </a:rPr>
              <a:t>N̥tr̥h₂tóm Tn̥h₂ántm̥,</a:t>
            </a:r>
            <a:r>
              <a:rPr lang="en" sz="1800" dirty="0">
                <a:solidFill>
                  <a:srgbClr val="695D46"/>
                </a:solidFill>
                <a:latin typeface="Times New Roman"/>
                <a:cs typeface="Times New Roman"/>
              </a:rPr>
              <a:t> </a:t>
            </a:r>
            <a:endParaRPr lang="en-US" sz="1800">
              <a:solidFill>
                <a:srgbClr val="695D46"/>
              </a:solidFill>
              <a:latin typeface="Times New Roman"/>
              <a:cs typeface="Times New Roman"/>
            </a:endParaRPr>
          </a:p>
          <a:p>
            <a:pPr marL="0" indent="0">
              <a:spcBef>
                <a:spcPts val="450"/>
              </a:spcBef>
              <a:buNone/>
            </a:pPr>
            <a:r>
              <a:rPr lang="en" sz="1800" i="1" dirty="0">
                <a:solidFill>
                  <a:srgbClr val="695D46"/>
                </a:solidFill>
                <a:latin typeface="Times New Roman"/>
                <a:cs typeface="Times New Roman"/>
              </a:rPr>
              <a:t>H</a:t>
            </a:r>
            <a:r>
              <a:rPr lang="en" sz="1800" i="1" baseline="-25000" dirty="0">
                <a:solidFill>
                  <a:srgbClr val="695D46"/>
                </a:solidFill>
                <a:latin typeface="Times New Roman"/>
                <a:cs typeface="Times New Roman"/>
              </a:rPr>
              <a:t>1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cs typeface="Times New Roman"/>
              </a:rPr>
              <a:t>i̯ós ḱétrums tr̥h₂uti,</a:t>
            </a:r>
            <a:endParaRPr lang="en-US" sz="1800" i="1">
              <a:solidFill>
                <a:srgbClr val="695D46"/>
              </a:solidFill>
              <a:latin typeface="Times New Roman"/>
              <a:cs typeface="Times New Roman"/>
            </a:endParaRPr>
          </a:p>
          <a:p>
            <a:pPr marL="0" indent="0">
              <a:spcBef>
                <a:spcPts val="450"/>
              </a:spcBef>
              <a:buNone/>
            </a:pPr>
            <a:r>
              <a:rPr lang="en" sz="1800" i="1" dirty="0">
                <a:solidFill>
                  <a:srgbClr val="695D46"/>
                </a:solidFill>
                <a:latin typeface="Times New Roman"/>
                <a:cs typeface="Times New Roman"/>
              </a:rPr>
              <a:t>H</a:t>
            </a:r>
            <a:r>
              <a:rPr lang="en" sz="1800" i="1" baseline="-25000" dirty="0">
                <a:solidFill>
                  <a:srgbClr val="695D46"/>
                </a:solidFill>
                <a:latin typeface="Times New Roman"/>
                <a:cs typeface="Times New Roman"/>
              </a:rPr>
              <a:t>1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cs typeface="Times New Roman"/>
              </a:rPr>
              <a:t>i̯óm Pl̥th₂ús D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cs typeface="Times New Roman"/>
              </a:rPr>
              <a:t>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cs typeface="Times New Roman"/>
              </a:rPr>
              <a:t>éǵ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cs typeface="Times New Roman"/>
              </a:rPr>
              <a:t>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cs typeface="Times New Roman"/>
              </a:rPr>
              <a:t>ōm b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cs typeface="Times New Roman"/>
              </a:rPr>
              <a:t>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cs typeface="Times New Roman"/>
              </a:rPr>
              <a:t>eret,</a:t>
            </a:r>
            <a:endParaRPr lang="en-US" sz="1800" i="1">
              <a:solidFill>
                <a:srgbClr val="695D46"/>
              </a:solidFill>
              <a:latin typeface="Times New Roman"/>
              <a:cs typeface="Times New Roman"/>
            </a:endParaRPr>
          </a:p>
          <a:p>
            <a:pPr marL="0" indent="0">
              <a:spcBef>
                <a:spcPts val="450"/>
              </a:spcBef>
              <a:buNone/>
            </a:pPr>
            <a:r>
              <a:rPr lang="en" sz="1800" i="1" dirty="0">
                <a:solidFill>
                  <a:srgbClr val="695D46"/>
                </a:solidFill>
                <a:latin typeface="Times New Roman"/>
                <a:cs typeface="Times New Roman"/>
              </a:rPr>
              <a:t>H</a:t>
            </a:r>
            <a:r>
              <a:rPr lang="en" sz="1800" i="1" baseline="-25000" dirty="0">
                <a:solidFill>
                  <a:srgbClr val="695D46"/>
                </a:solidFill>
                <a:latin typeface="Times New Roman"/>
                <a:cs typeface="Times New Roman"/>
              </a:rPr>
              <a:t>1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cs typeface="Times New Roman"/>
              </a:rPr>
              <a:t>é g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cs typeface="Times New Roman"/>
              </a:rPr>
              <a:t>wh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cs typeface="Times New Roman"/>
              </a:rPr>
              <a:t>ent h</a:t>
            </a:r>
            <a:r>
              <a:rPr lang="en" sz="1800" i="1" baseline="-25000" dirty="0">
                <a:solidFill>
                  <a:srgbClr val="695D46"/>
                </a:solidFill>
                <a:latin typeface="Times New Roman"/>
                <a:cs typeface="Times New Roman"/>
              </a:rPr>
              <a:t>1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cs typeface="Times New Roman"/>
              </a:rPr>
              <a:t>óg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cs typeface="Times New Roman"/>
              </a:rPr>
              <a:t>wh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cs typeface="Times New Roman"/>
              </a:rPr>
              <a:t>im!</a:t>
            </a:r>
            <a:endParaRPr lang="en-US" sz="1800" dirty="0">
              <a:solidFill>
                <a:srgbClr val="695D46"/>
              </a:solidFill>
              <a:cs typeface="Times New Roman"/>
            </a:endParaRPr>
          </a:p>
          <a:p>
            <a:endParaRPr lang="en-US" sz="1800" dirty="0">
              <a:solidFill>
                <a:srgbClr val="695D46"/>
              </a:solidFill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EFC96-1C35-3BBD-92EA-DC82B4929F1A}"/>
              </a:ext>
            </a:extLst>
          </p:cNvPr>
          <p:cNvSpPr txBox="1"/>
          <p:nvPr/>
        </p:nvSpPr>
        <p:spPr>
          <a:xfrm>
            <a:off x="3656999" y="922985"/>
            <a:ext cx="5171400" cy="22275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50"/>
              </a:spcBef>
            </a:pP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Suh₂nús Pəh₂trés Diu̯és Pl̥th₂áu̯s-k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w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e D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əǵ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més ǵn̥h</a:t>
            </a:r>
            <a:r>
              <a:rPr lang="en" sz="1800" i="1" baseline="-25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to.</a:t>
            </a:r>
            <a:endParaRPr lang="en-US" sz="1800" dirty="0">
              <a:solidFill>
                <a:srgbClr val="695D46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Tn̥h₂ánts h</a:t>
            </a:r>
            <a:r>
              <a:rPr lang="en" sz="1800" i="1" baseline="-25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nómn̥.</a:t>
            </a:r>
            <a:endParaRPr lang="en-US" sz="1800" i="1" dirty="0">
              <a:solidFill>
                <a:srgbClr val="695D46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Méd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u n̥mr̥tṓi̯s déi̯u̯ōi̯s pibh₃oti.</a:t>
            </a:r>
            <a:endParaRPr lang="en-US" sz="1800" i="1" dirty="0">
              <a:solidFill>
                <a:srgbClr val="695D46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U̯íh</a:t>
            </a:r>
            <a:r>
              <a:rPr lang="en" sz="1800" i="1" baseline="-25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roms péḱuh₂-k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w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e pēh₂st, du̯ipédm̥s k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w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étu̯rpedm̥s-k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w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e pēh₂st. </a:t>
            </a:r>
            <a:endParaRPr lang="en-US" sz="1800" i="1" dirty="0">
              <a:solidFill>
                <a:srgbClr val="695D46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H</a:t>
            </a:r>
            <a:r>
              <a:rPr lang="en" sz="1800" i="1" baseline="-25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é g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wh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ent h</a:t>
            </a:r>
            <a:r>
              <a:rPr lang="en" sz="1800" i="1" baseline="-25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óg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wh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im!</a:t>
            </a:r>
            <a:endParaRPr lang="en-US" sz="1800" i="1" dirty="0">
              <a:solidFill>
                <a:srgbClr val="695D46"/>
              </a:solidFill>
              <a:latin typeface="Times New Roman"/>
              <a:ea typeface="+mn-lt"/>
              <a:cs typeface="+mn-lt"/>
            </a:endParaRPr>
          </a:p>
          <a:p>
            <a:pPr algn="l">
              <a:spcBef>
                <a:spcPts val="450"/>
              </a:spcBef>
            </a:pPr>
            <a:endParaRPr lang="en-US" sz="1013" dirty="0">
              <a:solidFill>
                <a:srgbClr val="695D4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E39B3D-17D6-9950-A051-EA958EF1A409}"/>
              </a:ext>
            </a:extLst>
          </p:cNvPr>
          <p:cNvSpPr txBox="1"/>
          <p:nvPr/>
        </p:nvSpPr>
        <p:spPr>
          <a:xfrm>
            <a:off x="132040" y="3121217"/>
            <a:ext cx="8439329" cy="20518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50"/>
              </a:spcBef>
            </a:pP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Ǵn̥h</a:t>
            </a:r>
            <a:r>
              <a:rPr lang="en" sz="1800" i="1" baseline="-25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tó h</a:t>
            </a:r>
            <a:r>
              <a:rPr lang="en" sz="1800" i="1" baseline="-25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óg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wh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is udéni, b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ud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nói, h</a:t>
            </a:r>
            <a:r>
              <a:rPr lang="en" sz="1800" i="1" baseline="-25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rég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w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esu.</a:t>
            </a:r>
            <a:endParaRPr lang="en-US" sz="1800" i="1" dirty="0">
              <a:solidFill>
                <a:srgbClr val="695D46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H</a:t>
            </a:r>
            <a:r>
              <a:rPr lang="en" sz="1800" i="1" baseline="-25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óg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wh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is próteros Tn̥h₂ántm̥ N̥mr̥tóms déi̯u̯oms-k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w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e tr̥h₂ut. </a:t>
            </a:r>
            <a:endParaRPr lang="en-US" sz="1800" i="1" dirty="0">
              <a:solidFill>
                <a:srgbClr val="695D46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H</a:t>
            </a:r>
            <a:r>
              <a:rPr lang="en" sz="1800" i="1" baseline="-25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é g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wh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ent u̯íh</a:t>
            </a:r>
            <a:r>
              <a:rPr lang="en" sz="1800" i="1" baseline="-25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roms péḱuh₂-k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w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e, du̯ipédm̥s k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w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étu̯r̥pedm̥s-k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w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e.</a:t>
            </a:r>
            <a:endParaRPr lang="en-US" sz="1800" i="1" dirty="0">
              <a:solidFill>
                <a:srgbClr val="695D46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Tn̥h₂ánts b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unékt u̯áǵrom-k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w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e Tu̯r̥ḱtrés dēḱt.</a:t>
            </a:r>
            <a:endParaRPr lang="en-US" sz="1800" i="1" dirty="0">
              <a:solidFill>
                <a:srgbClr val="695D46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H</a:t>
            </a:r>
            <a:r>
              <a:rPr lang="en" sz="1800" i="1" baseline="-25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é g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wh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ent h</a:t>
            </a:r>
            <a:r>
              <a:rPr lang="en" sz="1800" i="1" baseline="-25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óg</a:t>
            </a:r>
            <a:r>
              <a:rPr lang="en" sz="1800" i="1" baseline="30000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wh</a:t>
            </a:r>
            <a:r>
              <a:rPr lang="en" sz="1800" i="1" dirty="0">
                <a:solidFill>
                  <a:srgbClr val="695D46"/>
                </a:solidFill>
                <a:latin typeface="Times New Roman"/>
                <a:ea typeface="+mn-lt"/>
                <a:cs typeface="+mn-lt"/>
              </a:rPr>
              <a:t>im!</a:t>
            </a:r>
            <a:endParaRPr lang="en-US" sz="1800" i="1" dirty="0">
              <a:solidFill>
                <a:srgbClr val="695D46"/>
              </a:solidFill>
              <a:latin typeface="Times New Roman"/>
              <a:ea typeface="+mn-lt"/>
              <a:cs typeface="+mn-lt"/>
            </a:endParaRPr>
          </a:p>
          <a:p>
            <a:pPr algn="l">
              <a:spcBef>
                <a:spcPts val="450"/>
              </a:spcBef>
            </a:pPr>
            <a:endParaRPr lang="en-US" sz="1800" i="1" dirty="0">
              <a:solidFill>
                <a:srgbClr val="695D46"/>
              </a:solidFill>
              <a:latin typeface="Times New Roman"/>
              <a:cs typeface="Times New Roman"/>
            </a:endParaRPr>
          </a:p>
        </p:txBody>
      </p:sp>
      <p:pic>
        <p:nvPicPr>
          <p:cNvPr id="7" name="Bard Vocal - Fire">
            <a:hlinkClick r:id="" action="ppaction://media"/>
            <a:extLst>
              <a:ext uri="{FF2B5EF4-FFF2-40B4-BE49-F238E27FC236}">
                <a16:creationId xmlns:a16="http://schemas.microsoft.com/office/drawing/2014/main" id="{E688AA87-76EB-4095-FCCF-474FD87E67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57581" y="3419340"/>
            <a:ext cx="547688" cy="5476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EA6201-1D38-C586-3F1B-5D8950690632}"/>
              </a:ext>
            </a:extLst>
          </p:cNvPr>
          <p:cNvSpPr txBox="1"/>
          <p:nvPr/>
        </p:nvSpPr>
        <p:spPr>
          <a:xfrm>
            <a:off x="6766151" y="4133170"/>
            <a:ext cx="2057400" cy="2251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13" b="1" dirty="0">
                <a:solidFill>
                  <a:srgbClr val="695D46"/>
                </a:solidFill>
              </a:rPr>
              <a:t>Performed by Phill Barnett</a:t>
            </a:r>
          </a:p>
        </p:txBody>
      </p:sp>
    </p:spTree>
    <p:extLst>
      <p:ext uri="{BB962C8B-B14F-4D97-AF65-F5344CB8AC3E}">
        <p14:creationId xmlns:p14="http://schemas.microsoft.com/office/powerpoint/2010/main" val="76917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D7DEB-E795-E2FB-C224-7683BDE4A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08" y="-114345"/>
            <a:ext cx="7907274" cy="994172"/>
          </a:xfrm>
        </p:spPr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2"/>
                </a:solidFill>
                <a:latin typeface="Times New Roman"/>
                <a:cs typeface="Times New Roman"/>
              </a:rPr>
              <a:t>Let's go through this together.</a:t>
            </a:r>
            <a:endParaRPr lang="en-US" sz="2000">
              <a:solidFill>
                <a:schemeClr val="bg2"/>
              </a:solidFill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EFC96-1C35-3BBD-92EA-DC82B4929F1A}"/>
              </a:ext>
            </a:extLst>
          </p:cNvPr>
          <p:cNvSpPr txBox="1"/>
          <p:nvPr/>
        </p:nvSpPr>
        <p:spPr>
          <a:xfrm>
            <a:off x="5260482" y="1731730"/>
            <a:ext cx="7659582" cy="27340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50"/>
              </a:spcBef>
            </a:pPr>
            <a:r>
              <a:rPr lang="en" sz="18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I remember him, </a:t>
            </a:r>
            <a:endParaRPr lang="en-US" sz="1800" dirty="0">
              <a:solidFill>
                <a:srgbClr val="39302A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The undefeated </a:t>
            </a:r>
            <a:r>
              <a:rPr lang="en" sz="1800" dirty="0" err="1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Thunderer</a:t>
            </a:r>
            <a:r>
              <a:rPr lang="en" sz="18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, </a:t>
            </a:r>
            <a:endParaRPr lang="en-US" sz="1800" dirty="0">
              <a:solidFill>
                <a:srgbClr val="39302A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He who defeats enemies, </a:t>
            </a:r>
            <a:endParaRPr lang="en-US" sz="1800" dirty="0">
              <a:solidFill>
                <a:srgbClr val="39302A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He whom the Broad Earth bore, </a:t>
            </a:r>
            <a:endParaRPr lang="en-US" sz="1800" dirty="0">
              <a:solidFill>
                <a:srgbClr val="39302A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He killed the Serpent!</a:t>
            </a:r>
            <a:endParaRPr lang="en-US" sz="1800" dirty="0">
              <a:solidFill>
                <a:srgbClr val="39302A"/>
              </a:solidFill>
              <a:latin typeface="Times New Roman"/>
              <a:ea typeface="+mn-lt"/>
              <a:cs typeface="Times New Roman"/>
            </a:endParaRPr>
          </a:p>
          <a:p>
            <a:pPr marL="214313">
              <a:spcBef>
                <a:spcPts val="450"/>
              </a:spcBef>
              <a:buFont typeface="Arial"/>
              <a:buChar char="•"/>
            </a:pPr>
            <a:endParaRPr lang="en-US" sz="1800" dirty="0">
              <a:solidFill>
                <a:srgbClr val="39302A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endParaRPr lang="en" sz="1800" dirty="0"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endParaRPr lang="en-US" sz="1800" dirty="0">
              <a:latin typeface="Times New Roman"/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7A9D56-A631-4E28-19D7-4C4CC80CB528}"/>
              </a:ext>
            </a:extLst>
          </p:cNvPr>
          <p:cNvSpPr txBox="1"/>
          <p:nvPr/>
        </p:nvSpPr>
        <p:spPr>
          <a:xfrm>
            <a:off x="1090816" y="1728280"/>
            <a:ext cx="7079801" cy="17107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50"/>
              </a:spcBef>
            </a:pPr>
            <a:r>
              <a:rPr lang="en" sz="1800" i="1" dirty="0" err="1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Memónh₂a</a:t>
            </a:r>
            <a:r>
              <a:rPr lang="en" sz="1800" i="1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 </a:t>
            </a:r>
            <a:r>
              <a:rPr lang="en" sz="1800" i="1" dirty="0" err="1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tóm</a:t>
            </a:r>
            <a:r>
              <a:rPr lang="en" sz="1800" i="1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,</a:t>
            </a:r>
            <a:endParaRPr lang="en-US" sz="1800" dirty="0">
              <a:solidFill>
                <a:srgbClr val="39302A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r>
              <a:rPr lang="en" sz="1800" i="1" dirty="0" err="1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N̥tr̥h₂tóm</a:t>
            </a:r>
            <a:r>
              <a:rPr lang="en" sz="1800" i="1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 </a:t>
            </a:r>
            <a:r>
              <a:rPr lang="en" sz="1800" i="1" dirty="0" err="1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Tn̥h₂ántm</a:t>
            </a:r>
            <a:r>
              <a:rPr lang="en" sz="1800" i="1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̥,</a:t>
            </a:r>
            <a:r>
              <a:rPr lang="en" sz="18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 </a:t>
            </a:r>
            <a:endParaRPr lang="en-US" sz="1800" dirty="0">
              <a:solidFill>
                <a:srgbClr val="39302A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r>
              <a:rPr lang="en" sz="1800" i="1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1800" i="1" baseline="-250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1</a:t>
            </a:r>
            <a:r>
              <a:rPr lang="en" sz="1800" i="1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i̯ós ḱétrums tr̥h₂uti,</a:t>
            </a:r>
            <a:endParaRPr lang="en-US" sz="1800" dirty="0">
              <a:solidFill>
                <a:srgbClr val="39302A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r>
              <a:rPr lang="en" sz="1800" i="1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1800" i="1" baseline="-250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1</a:t>
            </a:r>
            <a:r>
              <a:rPr lang="en" sz="1800" i="1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i̯óm Pl̥th₂ús D</a:t>
            </a:r>
            <a:r>
              <a:rPr lang="en" sz="1800" i="1" baseline="300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1800" i="1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éǵ</a:t>
            </a:r>
            <a:r>
              <a:rPr lang="en" sz="1800" i="1" baseline="300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1800" i="1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ōm b</a:t>
            </a:r>
            <a:r>
              <a:rPr lang="en" sz="1800" i="1" baseline="300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1800" i="1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eret,</a:t>
            </a:r>
            <a:endParaRPr lang="en-US" sz="1800" dirty="0">
              <a:solidFill>
                <a:srgbClr val="39302A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r>
              <a:rPr lang="en" sz="1800" i="1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1800" i="1" baseline="-250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1</a:t>
            </a:r>
            <a:r>
              <a:rPr lang="en" sz="1800" i="1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é g</a:t>
            </a:r>
            <a:r>
              <a:rPr lang="en" sz="1800" i="1" baseline="300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wh</a:t>
            </a:r>
            <a:r>
              <a:rPr lang="en" sz="1800" i="1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ent h</a:t>
            </a:r>
            <a:r>
              <a:rPr lang="en" sz="1800" i="1" baseline="-250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1</a:t>
            </a:r>
            <a:r>
              <a:rPr lang="en" sz="1800" i="1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óg</a:t>
            </a:r>
            <a:r>
              <a:rPr lang="en" sz="1800" i="1" baseline="300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wh</a:t>
            </a:r>
            <a:r>
              <a:rPr lang="en" sz="1800" i="1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im!</a:t>
            </a:r>
            <a:endParaRPr lang="en-US" sz="1800" dirty="0">
              <a:solidFill>
                <a:srgbClr val="39302A"/>
              </a:solidFill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0866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47A9D56-A631-4E28-19D7-4C4CC80CB528}"/>
              </a:ext>
            </a:extLst>
          </p:cNvPr>
          <p:cNvSpPr txBox="1"/>
          <p:nvPr/>
        </p:nvSpPr>
        <p:spPr>
          <a:xfrm>
            <a:off x="1032923" y="223083"/>
            <a:ext cx="7079801" cy="47807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50"/>
              </a:spcBef>
            </a:pP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Suh₂nús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Pəh₂trés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Diu̯és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Pl̥th₂áu̯s-k</a:t>
            </a:r>
            <a:r>
              <a:rPr lang="en" sz="1800" i="1" baseline="30000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w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e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D</a:t>
            </a:r>
            <a:r>
              <a:rPr lang="en" sz="1800" i="1" baseline="30000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h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əǵ</a:t>
            </a:r>
            <a:r>
              <a:rPr lang="en" sz="1800" i="1" baseline="30000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h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més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 ǵn̥h</a:t>
            </a:r>
            <a:r>
              <a:rPr lang="en" sz="1800" i="1" baseline="-250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to.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A son was born from Father Sky and the Broad Earth.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endParaRPr lang="en" sz="1800" dirty="0">
              <a:solidFill>
                <a:schemeClr val="bg2"/>
              </a:solidFill>
              <a:latin typeface="Times New Roman"/>
              <a:cs typeface="Times New Roman"/>
            </a:endParaRPr>
          </a:p>
          <a:p>
            <a:pPr>
              <a:spcBef>
                <a:spcPts val="450"/>
              </a:spcBef>
            </a:pP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Tn̥h₂ánts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 h</a:t>
            </a:r>
            <a:r>
              <a:rPr lang="en" sz="1800" i="1" baseline="-250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nómn̥.</a:t>
            </a:r>
            <a:endParaRPr lang="en-US" sz="1800" i="1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Thunderer</a:t>
            </a: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, by name.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endParaRPr lang="en" sz="1800" dirty="0">
              <a:solidFill>
                <a:schemeClr val="bg2"/>
              </a:solidFill>
              <a:latin typeface="Times New Roman"/>
              <a:cs typeface="Times New Roman"/>
            </a:endParaRPr>
          </a:p>
          <a:p>
            <a:pPr>
              <a:spcBef>
                <a:spcPts val="450"/>
              </a:spcBef>
            </a:pP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Méd</a:t>
            </a:r>
            <a:r>
              <a:rPr lang="en" sz="1800" i="1" baseline="30000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h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u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n̥mr̥to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̄́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i̯s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déi̯u̯ōi̯s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pibh₃oti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.</a:t>
            </a:r>
            <a:endParaRPr lang="en-US" sz="1800" i="1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He drinks mead with the immortal gods.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endParaRPr lang="en" sz="1800" dirty="0">
              <a:solidFill>
                <a:schemeClr val="bg2"/>
              </a:solidFill>
              <a:latin typeface="Times New Roman"/>
              <a:cs typeface="Times New Roman"/>
            </a:endParaRPr>
          </a:p>
          <a:p>
            <a:pPr>
              <a:spcBef>
                <a:spcPts val="450"/>
              </a:spcBef>
            </a:pP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U̯íh</a:t>
            </a:r>
            <a:r>
              <a:rPr lang="en" sz="1800" i="1" baseline="-250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roms 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péḱuh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₂-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k</a:t>
            </a:r>
            <a:r>
              <a:rPr lang="en" sz="1800" i="1" baseline="30000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w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e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pēh₂st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du̯ipédm̥s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k</a:t>
            </a:r>
            <a:r>
              <a:rPr lang="en" sz="1800" i="1" baseline="30000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w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étu̯rpedm̥s-k</a:t>
            </a:r>
            <a:r>
              <a:rPr lang="en" sz="1800" i="1" baseline="30000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w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e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pēh₂st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.</a:t>
            </a:r>
            <a:endParaRPr lang="en-US" sz="1800" i="1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He has protected men and livestock, the two-footed and the four-footed,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endParaRPr lang="en-US" sz="1800" i="1" dirty="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H</a:t>
            </a:r>
            <a:r>
              <a:rPr lang="en" sz="1800" i="1" baseline="-250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é 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g</a:t>
            </a:r>
            <a:r>
              <a:rPr lang="en" sz="1800" i="1" baseline="30000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wh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ent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 h</a:t>
            </a:r>
            <a:r>
              <a:rPr lang="en" sz="1800" i="1" baseline="-250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1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óg</a:t>
            </a:r>
            <a:r>
              <a:rPr lang="en" sz="1800" i="1" baseline="300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wh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im!</a:t>
            </a:r>
            <a:endParaRPr lang="en-US" sz="1800" i="1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cs typeface="Times New Roman"/>
              </a:rPr>
              <a:t>He killed the Serpent!</a:t>
            </a:r>
            <a:endParaRPr lang="en-US" sz="1800">
              <a:solidFill>
                <a:schemeClr val="bg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470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1EFC96-1C35-3BBD-92EA-DC82B4929F1A}"/>
              </a:ext>
            </a:extLst>
          </p:cNvPr>
          <p:cNvSpPr txBox="1"/>
          <p:nvPr/>
        </p:nvSpPr>
        <p:spPr>
          <a:xfrm>
            <a:off x="1104119" y="223563"/>
            <a:ext cx="7659582" cy="50577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50"/>
              </a:spcBef>
            </a:pP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Ǵn̥h</a:t>
            </a:r>
            <a:r>
              <a:rPr lang="en" sz="1800" i="1" baseline="-25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1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tó h</a:t>
            </a:r>
            <a:r>
              <a:rPr lang="en" sz="1800" i="1" baseline="-25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1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óg</a:t>
            </a:r>
            <a:r>
              <a:rPr lang="en" sz="1800" i="1" baseline="30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wh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is 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udéni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, 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b</a:t>
            </a:r>
            <a:r>
              <a:rPr lang="en" sz="1800" i="1" baseline="30000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ud</a:t>
            </a:r>
            <a:r>
              <a:rPr lang="en" sz="1800" i="1" baseline="30000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nói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, h</a:t>
            </a:r>
            <a:r>
              <a:rPr lang="en" sz="1800" i="1" baseline="-25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1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rég</a:t>
            </a:r>
            <a:r>
              <a:rPr lang="en" sz="1800" i="1" baseline="30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w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esu.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A serpent was born in the water, in the depths, in the darkness.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endParaRPr lang="en" sz="1800" i="1" dirty="0">
              <a:solidFill>
                <a:schemeClr val="bg2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spcBef>
                <a:spcPts val="450"/>
              </a:spcBef>
            </a:pP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1800" i="1" baseline="-25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1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óg</a:t>
            </a:r>
            <a:r>
              <a:rPr lang="en" sz="1800" i="1" baseline="30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wh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is 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próteros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 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Tn̥h₂ántm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̥ 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N̥mr̥tóms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 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déi̯u̯oms-k</a:t>
            </a:r>
            <a:r>
              <a:rPr lang="en" sz="1800" i="1" baseline="30000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w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e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 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tr̥h₂ut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. </a:t>
            </a:r>
            <a:endParaRPr lang="en-US" sz="1800">
              <a:solidFill>
                <a:schemeClr val="bg2"/>
              </a:solidFill>
              <a:latin typeface="Times New Roman"/>
              <a:cs typeface="Times New Roman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At first, the Serpent overcame the </a:t>
            </a:r>
            <a:r>
              <a:rPr lang="en" sz="1800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Thunderer</a:t>
            </a: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 and the Immortal gods.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endParaRPr lang="en" sz="1800" dirty="0">
              <a:solidFill>
                <a:schemeClr val="bg2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spcBef>
                <a:spcPts val="450"/>
              </a:spcBef>
            </a:pP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1800" i="1" baseline="-25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1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é 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g</a:t>
            </a:r>
            <a:r>
              <a:rPr lang="en" sz="1800" i="1" baseline="30000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wh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ent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 u̯íh</a:t>
            </a:r>
            <a:r>
              <a:rPr lang="en" sz="1800" i="1" baseline="-25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1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roms 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péḱuh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₂-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k</a:t>
            </a:r>
            <a:r>
              <a:rPr lang="en" sz="1800" i="1" baseline="30000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w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e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, 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du̯ipédm̥s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 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k</a:t>
            </a:r>
            <a:r>
              <a:rPr lang="en" sz="1800" i="1" baseline="30000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w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étu̯r̥pedm̥s-k</a:t>
            </a:r>
            <a:r>
              <a:rPr lang="en" sz="1800" i="1" baseline="30000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w</a:t>
            </a:r>
            <a:r>
              <a:rPr lang="en" sz="18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e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.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He killed men and livestock, the two-footed and the four-footed. 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endParaRPr lang="en" sz="1800" dirty="0">
              <a:solidFill>
                <a:schemeClr val="bg2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spcBef>
                <a:spcPts val="450"/>
              </a:spcBef>
            </a:pP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Tn̥h₂ánts b</a:t>
            </a:r>
            <a:r>
              <a:rPr lang="en" sz="1800" i="1" baseline="30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unékt u̯áǵrom-k</a:t>
            </a:r>
            <a:r>
              <a:rPr lang="en" sz="1800" i="1" baseline="30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w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e Tu̯r̥ḱtrés dēḱt.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The </a:t>
            </a:r>
            <a:r>
              <a:rPr lang="en" sz="1800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Thunderer</a:t>
            </a: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 escaped and received the hammer from the Fashioner.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endParaRPr lang="en" sz="1800" dirty="0">
              <a:solidFill>
                <a:schemeClr val="bg2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1800" i="1" baseline="-25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1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é g</a:t>
            </a:r>
            <a:r>
              <a:rPr lang="en" sz="1800" i="1" baseline="30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wh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ent h</a:t>
            </a:r>
            <a:r>
              <a:rPr lang="en" sz="1800" i="1" baseline="-25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1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óg</a:t>
            </a:r>
            <a:r>
              <a:rPr lang="en" sz="1800" i="1" baseline="30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wh</a:t>
            </a:r>
            <a:r>
              <a:rPr lang="en" sz="18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im!</a:t>
            </a:r>
            <a:endParaRPr lang="en" sz="1800" dirty="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r>
              <a:rPr lang="en" sz="18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He killed the Serpent!</a:t>
            </a:r>
            <a:endParaRPr lang="en-US" sz="180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450"/>
              </a:spcBef>
            </a:pPr>
            <a:endParaRPr lang="en" sz="1800" dirty="0">
              <a:solidFill>
                <a:schemeClr val="bg2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435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28B4-6514-A215-EB6A-25783AD45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389" y="518572"/>
            <a:ext cx="6920831" cy="567278"/>
          </a:xfrm>
        </p:spPr>
        <p:txBody>
          <a:bodyPr vert="horz" lIns="68580" tIns="34290" rIns="68580" bIns="34290" rtlCol="0" anchor="b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150" dirty="0">
                <a:solidFill>
                  <a:schemeClr val="bg2"/>
                </a:solidFill>
                <a:latin typeface="+mj-lt"/>
              </a:rPr>
              <a:t>Identifying Sound Changes</a:t>
            </a:r>
            <a:endParaRPr lang="en-US" sz="3150" dirty="0">
              <a:solidFill>
                <a:schemeClr val="bg2"/>
              </a:solidFill>
              <a:latin typeface="+mj-lt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DE324C-8C89-D0AA-86F7-E287B15F1DFC}"/>
              </a:ext>
            </a:extLst>
          </p:cNvPr>
          <p:cNvSpPr txBox="1"/>
          <p:nvPr/>
        </p:nvSpPr>
        <p:spPr>
          <a:xfrm>
            <a:off x="768928" y="1423555"/>
            <a:ext cx="3917372" cy="2218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tó- </a:t>
            </a:r>
            <a:r>
              <a:rPr lang="en-US" sz="2400" dirty="0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‘that one’</a:t>
            </a:r>
            <a:endParaRPr lang="en-US"/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" sz="2400" i="1" dirty="0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tn̥h₂ánt- </a:t>
            </a:r>
            <a:r>
              <a:rPr lang="en" sz="2400" dirty="0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‘thundering’</a:t>
            </a: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" sz="2400" i="1" dirty="0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tr̥h₂u- </a:t>
            </a:r>
            <a:r>
              <a:rPr lang="en" sz="2400" dirty="0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‘cross’</a:t>
            </a:r>
            <a:endParaRPr lang="en" sz="2400" i="1" dirty="0">
              <a:solidFill>
                <a:srgbClr val="39302A"/>
              </a:solidFill>
              <a:latin typeface="Times New Roman"/>
              <a:ea typeface="+mn-lt"/>
              <a:cs typeface="+mn-lt"/>
            </a:endParaRP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" sz="2400" i="1" dirty="0">
                <a:solidFill>
                  <a:srgbClr val="39302A"/>
                </a:solidFill>
                <a:latin typeface="Times New Roman"/>
                <a:ea typeface="+mn-lt"/>
                <a:cs typeface="+mn-lt"/>
              </a:rPr>
              <a:t>-t </a:t>
            </a:r>
            <a:r>
              <a:rPr lang="en" sz="2400" dirty="0">
                <a:solidFill>
                  <a:srgbClr val="39302A"/>
                </a:solidFill>
                <a:latin typeface="Times New Roman"/>
                <a:ea typeface="+mn-lt"/>
                <a:cs typeface="+mn-lt"/>
              </a:rPr>
              <a:t>(in</a:t>
            </a:r>
            <a:r>
              <a:rPr lang="en" sz="24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g</a:t>
            </a:r>
            <a:r>
              <a:rPr lang="en" sz="2400" i="1" baseline="300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wh</a:t>
            </a: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ent</a:t>
            </a:r>
            <a:r>
              <a:rPr lang="en" sz="24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) ‘3 sg.’</a:t>
            </a:r>
            <a:endParaRPr lang="en" sz="240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67D1E-D1C0-E5A0-8BC6-17597904A63F}"/>
              </a:ext>
            </a:extLst>
          </p:cNvPr>
          <p:cNvSpPr txBox="1"/>
          <p:nvPr/>
        </p:nvSpPr>
        <p:spPr>
          <a:xfrm>
            <a:off x="4955893" y="1423555"/>
            <a:ext cx="3917372" cy="2218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rgbClr val="39302A"/>
                </a:solidFill>
                <a:latin typeface="Times New Roman"/>
                <a:cs typeface="Times New Roman"/>
              </a:rPr>
              <a:t>the, this, that, those, these</a:t>
            </a:r>
            <a:endParaRPr lang="en-US" sz="2400" dirty="0">
              <a:solidFill>
                <a:srgbClr val="39302A"/>
              </a:solidFill>
              <a:latin typeface="Times New Roman"/>
              <a:cs typeface="Times New Roman"/>
            </a:endParaRP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" sz="2400" i="1" dirty="0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thun-der</a:t>
            </a:r>
            <a:endParaRPr lang="en" sz="2400" dirty="0">
              <a:solidFill>
                <a:srgbClr val="3930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rgbClr val="39302A"/>
                </a:solidFill>
                <a:latin typeface="Times New Roman"/>
                <a:cs typeface="Times New Roman"/>
              </a:rPr>
              <a:t>t</a:t>
            </a:r>
            <a:r>
              <a:rPr lang="en" sz="2400" i="1" dirty="0">
                <a:solidFill>
                  <a:srgbClr val="39302A"/>
                </a:solidFill>
                <a:latin typeface="Times New Roman"/>
                <a:cs typeface="Times New Roman"/>
              </a:rPr>
              <a:t>hrough </a:t>
            </a:r>
            <a:r>
              <a:rPr lang="en" sz="2400" dirty="0">
                <a:solidFill>
                  <a:srgbClr val="39302A"/>
                </a:solidFill>
                <a:latin typeface="Times New Roman"/>
                <a:cs typeface="Times New Roman"/>
              </a:rPr>
              <a:t>(OE </a:t>
            </a:r>
            <a:r>
              <a:rPr lang="en-US" sz="2400" b="0" i="1" err="1">
                <a:solidFill>
                  <a:schemeClr val="bg2"/>
                </a:solidFill>
                <a:effectLst/>
                <a:latin typeface="Times New Roman"/>
                <a:cs typeface="Times New Roman"/>
              </a:rPr>
              <a:t>þurh</a:t>
            </a:r>
            <a:r>
              <a:rPr lang="en-US" sz="2400" b="0" dirty="0">
                <a:solidFill>
                  <a:srgbClr val="555555"/>
                </a:solidFill>
                <a:effectLst/>
                <a:latin typeface="Georgia"/>
              </a:rPr>
              <a:t>)</a:t>
            </a:r>
            <a:r>
              <a:rPr lang="en-US" sz="2400" b="0" i="0" dirty="0">
                <a:solidFill>
                  <a:srgbClr val="555555"/>
                </a:solidFill>
                <a:effectLst/>
                <a:latin typeface="Georgia"/>
              </a:rPr>
              <a:t> </a:t>
            </a:r>
            <a:endParaRPr lang="en" sz="2400" i="1" dirty="0">
              <a:solidFill>
                <a:srgbClr val="39302A"/>
              </a:solidFill>
              <a:latin typeface="Georgia"/>
              <a:ea typeface="+mn-lt"/>
              <a:cs typeface="+mn-lt"/>
            </a:endParaRP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" sz="2400" i="1" dirty="0">
                <a:solidFill>
                  <a:srgbClr val="39302A"/>
                </a:solidFill>
                <a:latin typeface="Times New Roman"/>
                <a:ea typeface="+mn-lt"/>
                <a:cs typeface="+mn-lt"/>
              </a:rPr>
              <a:t>-th </a:t>
            </a:r>
            <a:r>
              <a:rPr lang="en" sz="2400" dirty="0">
                <a:solidFill>
                  <a:srgbClr val="39302A"/>
                </a:solidFill>
                <a:latin typeface="Times New Roman"/>
                <a:ea typeface="+mn-lt"/>
                <a:cs typeface="+mn-lt"/>
              </a:rPr>
              <a:t>(</a:t>
            </a:r>
            <a:r>
              <a:rPr lang="en" sz="2400" i="1" dirty="0">
                <a:solidFill>
                  <a:srgbClr val="39302A"/>
                </a:solidFill>
                <a:latin typeface="Times New Roman"/>
                <a:ea typeface="+mn-lt"/>
                <a:cs typeface="+mn-lt"/>
              </a:rPr>
              <a:t>giveth, taketh</a:t>
            </a:r>
            <a:r>
              <a:rPr lang="en" sz="2400" dirty="0">
                <a:solidFill>
                  <a:srgbClr val="39302A"/>
                </a:solidFill>
                <a:latin typeface="Times New Roman"/>
                <a:ea typeface="+mn-lt"/>
                <a:cs typeface="+mn-lt"/>
              </a:rPr>
              <a:t>)</a:t>
            </a:r>
            <a:endParaRPr lang="en" sz="2400" dirty="0">
              <a:solidFill>
                <a:srgbClr val="3930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7B6106-BC02-9EDB-2B74-CAE9EB0BDCCA}"/>
              </a:ext>
            </a:extLst>
          </p:cNvPr>
          <p:cNvSpPr txBox="1"/>
          <p:nvPr/>
        </p:nvSpPr>
        <p:spPr>
          <a:xfrm>
            <a:off x="1394929" y="4151698"/>
            <a:ext cx="635414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2"/>
                </a:solidFill>
                <a:latin typeface="Times New Roman"/>
                <a:cs typeface="Times New Roman"/>
              </a:rPr>
              <a:t>What does PIE </a:t>
            </a:r>
            <a:r>
              <a:rPr lang="en-US" sz="2400" b="1" i="1" dirty="0">
                <a:solidFill>
                  <a:schemeClr val="bg2"/>
                </a:solidFill>
                <a:latin typeface="Times New Roman"/>
                <a:cs typeface="Times New Roman"/>
              </a:rPr>
              <a:t>*t </a:t>
            </a:r>
            <a:r>
              <a:rPr lang="en-US" sz="2400" b="1" dirty="0">
                <a:solidFill>
                  <a:schemeClr val="bg2"/>
                </a:solidFill>
                <a:latin typeface="Times New Roman"/>
                <a:cs typeface="Times New Roman"/>
              </a:rPr>
              <a:t>generally become in English?</a:t>
            </a:r>
          </a:p>
        </p:txBody>
      </p:sp>
    </p:spTree>
    <p:extLst>
      <p:ext uri="{BB962C8B-B14F-4D97-AF65-F5344CB8AC3E}">
        <p14:creationId xmlns:p14="http://schemas.microsoft.com/office/powerpoint/2010/main" val="2495728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28B4-6514-A215-EB6A-25783AD45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389" y="518572"/>
            <a:ext cx="6920831" cy="567278"/>
          </a:xfrm>
        </p:spPr>
        <p:txBody>
          <a:bodyPr vert="horz" lIns="68580" tIns="34290" rIns="68580" bIns="34290" rtlCol="0" anchor="b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150" dirty="0">
                <a:solidFill>
                  <a:schemeClr val="bg2"/>
                </a:solidFill>
                <a:latin typeface="+mj-lt"/>
              </a:rPr>
              <a:t>Elsewhere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DE324C-8C89-D0AA-86F7-E287B15F1DFC}"/>
              </a:ext>
            </a:extLst>
          </p:cNvPr>
          <p:cNvSpPr txBox="1"/>
          <p:nvPr/>
        </p:nvSpPr>
        <p:spPr>
          <a:xfrm>
            <a:off x="768928" y="1423555"/>
            <a:ext cx="3917372" cy="2218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chemeClr val="bg2"/>
                </a:solidFill>
                <a:latin typeface="Times New Roman"/>
                <a:cs typeface="Times New Roman"/>
              </a:rPr>
              <a:t>tó- </a:t>
            </a:r>
            <a:r>
              <a:rPr lang="en-US" sz="2400" dirty="0">
                <a:solidFill>
                  <a:schemeClr val="bg2"/>
                </a:solidFill>
                <a:latin typeface="Times New Roman"/>
                <a:cs typeface="Times New Roman"/>
              </a:rPr>
              <a:t>‘that one’</a:t>
            </a: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" sz="2400" i="1" dirty="0">
                <a:solidFill>
                  <a:schemeClr val="bg2"/>
                </a:solidFill>
                <a:latin typeface="Times New Roman"/>
                <a:cs typeface="Times New Roman"/>
              </a:rPr>
              <a:t>tn̥h₂ánt- </a:t>
            </a:r>
            <a:r>
              <a:rPr lang="en" sz="2400" dirty="0">
                <a:solidFill>
                  <a:schemeClr val="bg2"/>
                </a:solidFill>
                <a:latin typeface="Times New Roman"/>
                <a:cs typeface="Times New Roman"/>
              </a:rPr>
              <a:t>‘thundering’</a:t>
            </a: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" sz="2400" i="1" dirty="0">
                <a:solidFill>
                  <a:schemeClr val="bg2"/>
                </a:solidFill>
                <a:latin typeface="Times New Roman"/>
                <a:cs typeface="Times New Roman"/>
              </a:rPr>
              <a:t>tr̥h₂u- </a:t>
            </a:r>
            <a:r>
              <a:rPr lang="en" sz="2400" dirty="0">
                <a:solidFill>
                  <a:schemeClr val="bg2"/>
                </a:solidFill>
                <a:latin typeface="Times New Roman"/>
                <a:cs typeface="Times New Roman"/>
              </a:rPr>
              <a:t>‘cross’</a:t>
            </a:r>
            <a:endParaRPr lang="en" sz="2400" i="1" dirty="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-t </a:t>
            </a:r>
            <a:r>
              <a:rPr lang="en" sz="24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(in </a:t>
            </a: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g</a:t>
            </a:r>
            <a:r>
              <a:rPr lang="en" sz="2400" i="1" baseline="300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wh</a:t>
            </a: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ent</a:t>
            </a:r>
            <a:r>
              <a:rPr lang="en" sz="24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) ‘3 sg.’</a:t>
            </a:r>
            <a:endParaRPr lang="en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67D1E-D1C0-E5A0-8BC6-17597904A63F}"/>
              </a:ext>
            </a:extLst>
          </p:cNvPr>
          <p:cNvSpPr txBox="1"/>
          <p:nvPr/>
        </p:nvSpPr>
        <p:spPr>
          <a:xfrm>
            <a:off x="4955893" y="1423555"/>
            <a:ext cx="3917372" cy="2218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is-</a:t>
            </a:r>
            <a:r>
              <a:rPr lang="en-US" sz="2400" i="1" u="sng" dirty="0" err="1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i="1" dirty="0" err="1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2400" dirty="0">
              <a:solidFill>
                <a:srgbClr val="3930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 err="1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tonare</a:t>
            </a:r>
            <a:r>
              <a:rPr lang="en-US" sz="2400" i="1" dirty="0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" sz="2400" dirty="0">
              <a:solidFill>
                <a:srgbClr val="3930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" sz="2400" i="1" dirty="0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rans </a:t>
            </a: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" sz="2400" i="1" dirty="0">
                <a:solidFill>
                  <a:srgbClr val="39302A"/>
                </a:solidFill>
                <a:latin typeface="Times New Roman"/>
                <a:ea typeface="+mn-lt"/>
                <a:cs typeface="+mn-lt"/>
              </a:rPr>
              <a:t>id es</a:t>
            </a:r>
            <a:r>
              <a:rPr lang="en" sz="2400" i="1" u="sng" dirty="0">
                <a:solidFill>
                  <a:srgbClr val="39302A"/>
                </a:solidFill>
                <a:latin typeface="Times New Roman"/>
                <a:ea typeface="+mn-lt"/>
                <a:cs typeface="+mn-lt"/>
              </a:rPr>
              <a:t>t</a:t>
            </a:r>
            <a:r>
              <a:rPr lang="en" sz="2400" i="1" dirty="0">
                <a:solidFill>
                  <a:srgbClr val="39302A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" sz="2400" dirty="0">
                <a:solidFill>
                  <a:srgbClr val="39302A"/>
                </a:solidFill>
                <a:latin typeface="Times New Roman"/>
                <a:ea typeface="+mn-lt"/>
                <a:cs typeface="+mn-lt"/>
              </a:rPr>
              <a:t>(i.e.)</a:t>
            </a:r>
            <a:endParaRPr lang="en" sz="2400" dirty="0">
              <a:solidFill>
                <a:srgbClr val="3930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7B6106-BC02-9EDB-2B74-CAE9EB0BDCCA}"/>
              </a:ext>
            </a:extLst>
          </p:cNvPr>
          <p:cNvSpPr txBox="1"/>
          <p:nvPr/>
        </p:nvSpPr>
        <p:spPr>
          <a:xfrm>
            <a:off x="1394928" y="4151698"/>
            <a:ext cx="608003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2"/>
                </a:solidFill>
                <a:latin typeface="Times New Roman"/>
                <a:cs typeface="Times New Roman"/>
              </a:rPr>
              <a:t>What does PIE </a:t>
            </a:r>
            <a:r>
              <a:rPr lang="en-US" sz="2400" b="1" i="1" dirty="0">
                <a:solidFill>
                  <a:schemeClr val="bg2"/>
                </a:solidFill>
                <a:latin typeface="Times New Roman"/>
                <a:cs typeface="Times New Roman"/>
              </a:rPr>
              <a:t>*t </a:t>
            </a:r>
            <a:r>
              <a:rPr lang="en-US" sz="2400" b="1" dirty="0">
                <a:solidFill>
                  <a:schemeClr val="bg2"/>
                </a:solidFill>
                <a:latin typeface="Times New Roman"/>
                <a:cs typeface="Times New Roman"/>
              </a:rPr>
              <a:t>generally become in Latin?</a:t>
            </a:r>
          </a:p>
        </p:txBody>
      </p:sp>
    </p:spTree>
    <p:extLst>
      <p:ext uri="{BB962C8B-B14F-4D97-AF65-F5344CB8AC3E}">
        <p14:creationId xmlns:p14="http://schemas.microsoft.com/office/powerpoint/2010/main" val="2201868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28B4-6514-A215-EB6A-25783AD45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389" y="518572"/>
            <a:ext cx="6920831" cy="567278"/>
          </a:xfrm>
        </p:spPr>
        <p:txBody>
          <a:bodyPr vert="horz" lIns="68580" tIns="34290" rIns="68580" bIns="34290" rtlCol="0" anchor="b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bg2"/>
                </a:solidFill>
                <a:latin typeface="+mj-lt"/>
              </a:rPr>
              <a:t>Identifying Sound Changes</a:t>
            </a:r>
            <a:endParaRPr lang="en-US" sz="3200" b="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DE324C-8C89-D0AA-86F7-E287B15F1DFC}"/>
              </a:ext>
            </a:extLst>
          </p:cNvPr>
          <p:cNvSpPr txBox="1"/>
          <p:nvPr/>
        </p:nvSpPr>
        <p:spPr>
          <a:xfrm>
            <a:off x="1073632" y="1451663"/>
            <a:ext cx="3917372" cy="2218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Diu̯- </a:t>
            </a:r>
            <a:r>
              <a:rPr lang="en-US" sz="2400" dirty="0">
                <a:solidFill>
                  <a:schemeClr val="bg2"/>
                </a:solidFill>
                <a:latin typeface="Times New Roman"/>
                <a:cs typeface="Times New Roman"/>
              </a:rPr>
              <a:t>‘god, Zeus’</a:t>
            </a: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du̯i</a:t>
            </a:r>
            <a:r>
              <a:rPr lang="en" sz="2400" i="1" dirty="0">
                <a:solidFill>
                  <a:schemeClr val="bg2"/>
                </a:solidFill>
                <a:latin typeface="Times New Roman"/>
                <a:cs typeface="Times New Roman"/>
              </a:rPr>
              <a:t>- </a:t>
            </a:r>
            <a:r>
              <a:rPr lang="en" sz="2400" dirty="0">
                <a:solidFill>
                  <a:schemeClr val="bg2"/>
                </a:solidFill>
                <a:latin typeface="Times New Roman"/>
                <a:cs typeface="Times New Roman"/>
              </a:rPr>
              <a:t>‘two’</a:t>
            </a: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deḱ- ‘</a:t>
            </a:r>
            <a:r>
              <a:rPr lang="en" sz="2400" dirty="0">
                <a:solidFill>
                  <a:schemeClr val="bg2"/>
                </a:solidFill>
                <a:latin typeface="Times New Roman"/>
                <a:cs typeface="Times New Roman"/>
              </a:rPr>
              <a:t>take’</a:t>
            </a: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u̯</a:t>
            </a: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ed-, u</a:t>
            </a: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dén- </a:t>
            </a:r>
            <a:r>
              <a:rPr lang="en" sz="24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‘water’</a:t>
            </a:r>
            <a:endParaRPr lang="en" sz="2400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67D1E-D1C0-E5A0-8BC6-17597904A63F}"/>
              </a:ext>
            </a:extLst>
          </p:cNvPr>
          <p:cNvSpPr txBox="1"/>
          <p:nvPr/>
        </p:nvSpPr>
        <p:spPr>
          <a:xfrm>
            <a:off x="4457701" y="1435060"/>
            <a:ext cx="4614863" cy="2772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Tues-day</a:t>
            </a:r>
            <a:endParaRPr lang="en-US" sz="2400" dirty="0">
              <a:solidFill>
                <a:srgbClr val="3930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" sz="2400" i="1" dirty="0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wice, twin</a:t>
            </a:r>
            <a:endParaRPr lang="en" sz="2400" dirty="0">
              <a:solidFill>
                <a:srgbClr val="3930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MLG </a:t>
            </a:r>
            <a:r>
              <a:rPr lang="en-US" sz="2400" i="1" dirty="0" err="1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teche</a:t>
            </a:r>
            <a:r>
              <a:rPr lang="en-US" sz="2400" i="1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400" dirty="0">
                <a:solidFill>
                  <a:srgbClr val="39302A"/>
                </a:solidFill>
                <a:latin typeface="Times New Roman"/>
                <a:ea typeface="+mn-lt"/>
                <a:cs typeface="Times New Roman"/>
              </a:rPr>
              <a:t>‘order, array’</a:t>
            </a: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rgbClr val="39302A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wet, water</a:t>
            </a: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endParaRPr lang="en" sz="2400" i="1" dirty="0">
              <a:solidFill>
                <a:srgbClr val="39302A"/>
              </a:solidFill>
              <a:latin typeface="Times New Roman"/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7B6106-BC02-9EDB-2B74-CAE9EB0BDCCA}"/>
              </a:ext>
            </a:extLst>
          </p:cNvPr>
          <p:cNvSpPr txBox="1"/>
          <p:nvPr/>
        </p:nvSpPr>
        <p:spPr>
          <a:xfrm>
            <a:off x="1394929" y="4151698"/>
            <a:ext cx="642267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2"/>
                </a:solidFill>
                <a:latin typeface="Times New Roman"/>
                <a:cs typeface="Times New Roman"/>
              </a:rPr>
              <a:t>What does PIE </a:t>
            </a:r>
            <a:r>
              <a:rPr lang="en-US" sz="2400" b="1" i="1" dirty="0">
                <a:solidFill>
                  <a:schemeClr val="bg2"/>
                </a:solidFill>
                <a:latin typeface="Times New Roman"/>
                <a:cs typeface="Times New Roman"/>
              </a:rPr>
              <a:t>*d </a:t>
            </a:r>
            <a:r>
              <a:rPr lang="en-US" sz="2400" b="1" dirty="0">
                <a:solidFill>
                  <a:schemeClr val="bg2"/>
                </a:solidFill>
                <a:latin typeface="Times New Roman"/>
                <a:cs typeface="Times New Roman"/>
              </a:rPr>
              <a:t>generally become in English?</a:t>
            </a:r>
          </a:p>
        </p:txBody>
      </p:sp>
    </p:spTree>
    <p:extLst>
      <p:ext uri="{BB962C8B-B14F-4D97-AF65-F5344CB8AC3E}">
        <p14:creationId xmlns:p14="http://schemas.microsoft.com/office/powerpoint/2010/main" val="1032035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28B4-6514-A215-EB6A-25783AD45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389" y="518572"/>
            <a:ext cx="6920831" cy="567278"/>
          </a:xfrm>
        </p:spPr>
        <p:txBody>
          <a:bodyPr vert="horz" lIns="68580" tIns="34290" rIns="68580" bIns="34290" rtlCol="0" anchor="b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bg2"/>
                </a:solidFill>
                <a:latin typeface="+mj-lt"/>
              </a:rPr>
              <a:t>Elsewhere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DE324C-8C89-D0AA-86F7-E287B15F1DFC}"/>
              </a:ext>
            </a:extLst>
          </p:cNvPr>
          <p:cNvSpPr txBox="1"/>
          <p:nvPr/>
        </p:nvSpPr>
        <p:spPr>
          <a:xfrm>
            <a:off x="1073632" y="1451663"/>
            <a:ext cx="3917372" cy="2218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Diu̯- </a:t>
            </a:r>
            <a:r>
              <a:rPr lang="en-US" sz="2400" dirty="0">
                <a:solidFill>
                  <a:schemeClr val="bg2"/>
                </a:solidFill>
                <a:latin typeface="Times New Roman"/>
                <a:cs typeface="Times New Roman"/>
              </a:rPr>
              <a:t>‘god, Zeus’</a:t>
            </a: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du̯i</a:t>
            </a:r>
            <a:r>
              <a:rPr lang="en" sz="2400" i="1" dirty="0">
                <a:solidFill>
                  <a:schemeClr val="bg2"/>
                </a:solidFill>
                <a:latin typeface="Times New Roman"/>
                <a:cs typeface="Times New Roman"/>
              </a:rPr>
              <a:t>- </a:t>
            </a:r>
            <a:r>
              <a:rPr lang="en" sz="2400" dirty="0">
                <a:solidFill>
                  <a:schemeClr val="bg2"/>
                </a:solidFill>
                <a:latin typeface="Times New Roman"/>
                <a:cs typeface="Times New Roman"/>
              </a:rPr>
              <a:t>‘two’</a:t>
            </a: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deḱ- ‘</a:t>
            </a:r>
            <a:r>
              <a:rPr lang="en" sz="2400" dirty="0">
                <a:solidFill>
                  <a:schemeClr val="bg2"/>
                </a:solidFill>
                <a:latin typeface="Times New Roman"/>
                <a:cs typeface="Times New Roman"/>
              </a:rPr>
              <a:t>take’</a:t>
            </a: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u̯</a:t>
            </a: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ed-, u</a:t>
            </a: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dén- </a:t>
            </a:r>
            <a:r>
              <a:rPr lang="en" sz="2400" dirty="0">
                <a:solidFill>
                  <a:schemeClr val="bg2"/>
                </a:solidFill>
                <a:latin typeface="Times New Roman"/>
                <a:ea typeface="+mn-lt"/>
                <a:cs typeface="+mn-lt"/>
              </a:rPr>
              <a:t>‘water’</a:t>
            </a:r>
            <a:endParaRPr lang="en" sz="2400">
              <a:solidFill>
                <a:schemeClr val="bg2"/>
              </a:solidFill>
              <a:latin typeface="Times New Roman"/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67D1E-D1C0-E5A0-8BC6-17597904A63F}"/>
              </a:ext>
            </a:extLst>
          </p:cNvPr>
          <p:cNvSpPr txBox="1"/>
          <p:nvPr/>
        </p:nvSpPr>
        <p:spPr>
          <a:xfrm>
            <a:off x="4457701" y="1435060"/>
            <a:ext cx="4614863" cy="2772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deus, </a:t>
            </a:r>
            <a:r>
              <a:rPr lang="en-US" sz="2400" i="1" dirty="0" err="1">
                <a:solidFill>
                  <a:srgbClr val="393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divus</a:t>
            </a:r>
            <a:endParaRPr lang="en-US" sz="2400" dirty="0">
              <a:solidFill>
                <a:srgbClr val="3930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rgbClr val="39302A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bi-</a:t>
            </a: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rgbClr val="39302A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dexter, decor, </a:t>
            </a:r>
            <a:r>
              <a:rPr lang="en-US" sz="2400" i="1" dirty="0" err="1">
                <a:solidFill>
                  <a:srgbClr val="39302A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doceo</a:t>
            </a:r>
            <a:r>
              <a:rPr lang="en-US" sz="2400" dirty="0">
                <a:solidFill>
                  <a:srgbClr val="39302A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etc. </a:t>
            </a: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 err="1">
                <a:solidFill>
                  <a:srgbClr val="39302A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unda</a:t>
            </a:r>
            <a:endParaRPr lang="en-US" sz="2400" i="1" dirty="0">
              <a:solidFill>
                <a:srgbClr val="39302A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endParaRPr lang="en" sz="2400" i="1" dirty="0">
              <a:solidFill>
                <a:srgbClr val="39302A"/>
              </a:solidFill>
              <a:latin typeface="Times New Roman"/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7B6106-BC02-9EDB-2B74-CAE9EB0BDCCA}"/>
              </a:ext>
            </a:extLst>
          </p:cNvPr>
          <p:cNvSpPr txBox="1"/>
          <p:nvPr/>
        </p:nvSpPr>
        <p:spPr>
          <a:xfrm>
            <a:off x="1394928" y="4151698"/>
            <a:ext cx="614855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2"/>
                </a:solidFill>
                <a:latin typeface="Times New Roman"/>
                <a:cs typeface="Times New Roman"/>
              </a:rPr>
              <a:t>What does PIE </a:t>
            </a:r>
            <a:r>
              <a:rPr lang="en-US" sz="2400" b="1" i="1" dirty="0">
                <a:solidFill>
                  <a:schemeClr val="bg2"/>
                </a:solidFill>
                <a:latin typeface="Times New Roman"/>
                <a:cs typeface="Times New Roman"/>
              </a:rPr>
              <a:t>*d </a:t>
            </a:r>
            <a:r>
              <a:rPr lang="en-US" sz="2400" b="1" dirty="0">
                <a:solidFill>
                  <a:schemeClr val="bg2"/>
                </a:solidFill>
                <a:latin typeface="Times New Roman"/>
                <a:cs typeface="Times New Roman"/>
              </a:rPr>
              <a:t>generally become in Latin?</a:t>
            </a:r>
          </a:p>
        </p:txBody>
      </p:sp>
    </p:spTree>
    <p:extLst>
      <p:ext uri="{BB962C8B-B14F-4D97-AF65-F5344CB8AC3E}">
        <p14:creationId xmlns:p14="http://schemas.microsoft.com/office/powerpoint/2010/main" val="2725548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28B4-6514-A215-EB6A-25783AD45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389" y="518572"/>
            <a:ext cx="6920831" cy="567278"/>
          </a:xfrm>
        </p:spPr>
        <p:txBody>
          <a:bodyPr vert="horz" lIns="68580" tIns="34290" rIns="68580" bIns="34290" rtlCol="0" anchor="b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150" dirty="0">
                <a:solidFill>
                  <a:schemeClr val="bg2"/>
                </a:solidFill>
                <a:latin typeface="+mj-lt"/>
              </a:rPr>
              <a:t>Identifying Sound Changes</a:t>
            </a:r>
            <a:endParaRPr lang="en-US" sz="3150" dirty="0">
              <a:solidFill>
                <a:schemeClr val="bg2"/>
              </a:solidFill>
              <a:latin typeface="+mj-lt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DE324C-8C89-D0AA-86F7-E287B15F1DFC}"/>
              </a:ext>
            </a:extLst>
          </p:cNvPr>
          <p:cNvSpPr txBox="1"/>
          <p:nvPr/>
        </p:nvSpPr>
        <p:spPr>
          <a:xfrm>
            <a:off x="1073632" y="1451664"/>
            <a:ext cx="3917372" cy="22164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b</a:t>
            </a:r>
            <a:r>
              <a:rPr lang="en" sz="2400" i="1" baseline="30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ud</a:t>
            </a:r>
            <a:r>
              <a:rPr lang="en" sz="2400" i="1" baseline="30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nó- </a:t>
            </a:r>
            <a:r>
              <a:rPr lang="en" sz="24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‘bottom’</a:t>
            </a:r>
            <a:endParaRPr lang="en-US" sz="2400" i="1" dirty="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d</a:t>
            </a:r>
            <a:r>
              <a:rPr lang="en" sz="2400" i="1" baseline="30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eh</a:t>
            </a:r>
            <a:r>
              <a:rPr lang="en" sz="2400" i="1" baseline="-25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1</a:t>
            </a: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- ‘</a:t>
            </a:r>
            <a:r>
              <a:rPr lang="en-US" sz="24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put, place, do’</a:t>
            </a:r>
            <a:endParaRPr lang="en-US" sz="2400">
              <a:solidFill>
                <a:schemeClr val="bg2"/>
              </a:solidFill>
              <a:latin typeface="Times New Roman"/>
              <a:cs typeface="Times New Roman"/>
            </a:endParaRP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d</a:t>
            </a:r>
            <a:r>
              <a:rPr lang="en" sz="2400" i="1" baseline="30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u̯or</a:t>
            </a:r>
            <a:r>
              <a:rPr lang="en" sz="2400" i="1" dirty="0">
                <a:solidFill>
                  <a:schemeClr val="bg2"/>
                </a:solidFill>
                <a:latin typeface="Times New Roman"/>
                <a:cs typeface="Times New Roman"/>
              </a:rPr>
              <a:t>- </a:t>
            </a:r>
            <a:r>
              <a:rPr lang="en" sz="2400" dirty="0">
                <a:solidFill>
                  <a:schemeClr val="bg2"/>
                </a:solidFill>
                <a:latin typeface="Times New Roman"/>
                <a:cs typeface="Times New Roman"/>
              </a:rPr>
              <a:t>‘door’</a:t>
            </a: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 err="1">
                <a:solidFill>
                  <a:schemeClr val="bg2"/>
                </a:solidFill>
                <a:effectLst/>
                <a:latin typeface="Times New Roman"/>
                <a:cs typeface="Times New Roman"/>
              </a:rPr>
              <a:t>dʰeiǵʰ</a:t>
            </a:r>
            <a:r>
              <a:rPr lang="en-US" sz="2400" i="1" dirty="0">
                <a:solidFill>
                  <a:schemeClr val="bg2"/>
                </a:solidFill>
                <a:effectLst/>
                <a:latin typeface="Times New Roman"/>
                <a:cs typeface="Times New Roman"/>
              </a:rPr>
              <a:t>- </a:t>
            </a:r>
            <a:r>
              <a:rPr lang="en-US" sz="2400" dirty="0">
                <a:solidFill>
                  <a:schemeClr val="bg2"/>
                </a:solidFill>
                <a:effectLst/>
                <a:latin typeface="Times New Roman"/>
                <a:cs typeface="Times New Roman"/>
              </a:rPr>
              <a:t>‘knead, build’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67D1E-D1C0-E5A0-8BC6-17597904A63F}"/>
              </a:ext>
            </a:extLst>
          </p:cNvPr>
          <p:cNvSpPr txBox="1"/>
          <p:nvPr/>
        </p:nvSpPr>
        <p:spPr>
          <a:xfrm>
            <a:off x="4457701" y="1423555"/>
            <a:ext cx="4614863" cy="2772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2"/>
                </a:solidFill>
                <a:latin typeface="Times New Roman"/>
                <a:cs typeface="Times New Roman"/>
              </a:rPr>
              <a:t>OE</a:t>
            </a:r>
            <a:r>
              <a:rPr lang="en-US" sz="2400" i="1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lang="en-US" sz="2400" b="0" i="1" dirty="0" err="1">
                <a:solidFill>
                  <a:schemeClr val="bg2"/>
                </a:solidFill>
                <a:effectLst/>
                <a:latin typeface="Times New Roman"/>
                <a:cs typeface="Times New Roman"/>
              </a:rPr>
              <a:t>bodan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Times New Roman"/>
                <a:cs typeface="Times New Roman"/>
              </a:rPr>
              <a:t> </a:t>
            </a:r>
            <a:r>
              <a:rPr lang="en" sz="2400" dirty="0">
                <a:solidFill>
                  <a:schemeClr val="bg2"/>
                </a:solidFill>
                <a:latin typeface="Times New Roman"/>
                <a:cs typeface="Times New Roman"/>
              </a:rPr>
              <a:t> ‘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Times New Roman"/>
                <a:cs typeface="Times New Roman"/>
              </a:rPr>
              <a:t>bottom’</a:t>
            </a:r>
            <a:endParaRPr lang="en-US" sz="2400" dirty="0">
              <a:solidFill>
                <a:schemeClr val="bg2"/>
              </a:solidFill>
              <a:latin typeface="Times New Roman"/>
              <a:cs typeface="Times New Roman"/>
            </a:endParaRP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do</a:t>
            </a: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door</a:t>
            </a:r>
            <a:endParaRPr lang="en-US" sz="240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dough</a:t>
            </a: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endParaRPr lang="en" sz="2400" i="1" dirty="0">
              <a:solidFill>
                <a:schemeClr val="bg2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7B6106-BC02-9EDB-2B74-CAE9EB0BDCCA}"/>
              </a:ext>
            </a:extLst>
          </p:cNvPr>
          <p:cNvSpPr txBox="1"/>
          <p:nvPr/>
        </p:nvSpPr>
        <p:spPr>
          <a:xfrm>
            <a:off x="1394929" y="4151698"/>
            <a:ext cx="657656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2"/>
                </a:solidFill>
                <a:latin typeface="Times New Roman"/>
                <a:cs typeface="Times New Roman"/>
              </a:rPr>
              <a:t>What does PIE </a:t>
            </a:r>
            <a:r>
              <a:rPr lang="en-US" sz="2400" b="1" i="1" dirty="0">
                <a:solidFill>
                  <a:schemeClr val="bg2"/>
                </a:solidFill>
                <a:latin typeface="Times New Roman"/>
                <a:cs typeface="Times New Roman"/>
              </a:rPr>
              <a:t>*d</a:t>
            </a:r>
            <a:r>
              <a:rPr lang="en" sz="2400" b="1" i="1" baseline="30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-US" sz="2400" b="1" i="1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lang="en-US" sz="2400" b="1" dirty="0">
                <a:solidFill>
                  <a:schemeClr val="bg2"/>
                </a:solidFill>
                <a:latin typeface="Times New Roman"/>
                <a:cs typeface="Times New Roman"/>
              </a:rPr>
              <a:t>generally become in English?</a:t>
            </a:r>
          </a:p>
        </p:txBody>
      </p:sp>
    </p:spTree>
    <p:extLst>
      <p:ext uri="{BB962C8B-B14F-4D97-AF65-F5344CB8AC3E}">
        <p14:creationId xmlns:p14="http://schemas.microsoft.com/office/powerpoint/2010/main" val="2723258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28B4-6514-A215-EB6A-25783AD45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389" y="518572"/>
            <a:ext cx="6920831" cy="567278"/>
          </a:xfrm>
        </p:spPr>
        <p:txBody>
          <a:bodyPr vert="horz" lIns="68580" tIns="34290" rIns="68580" bIns="34290" rtlCol="0" anchor="b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150" dirty="0">
                <a:solidFill>
                  <a:schemeClr val="bg2"/>
                </a:solidFill>
                <a:latin typeface="+mj-lt"/>
              </a:rPr>
              <a:t>Elsewhere</a:t>
            </a:r>
            <a:endParaRPr lang="en-US" sz="3150" dirty="0">
              <a:solidFill>
                <a:schemeClr val="bg2"/>
              </a:solidFill>
              <a:latin typeface="+mj-lt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DE324C-8C89-D0AA-86F7-E287B15F1DFC}"/>
              </a:ext>
            </a:extLst>
          </p:cNvPr>
          <p:cNvSpPr txBox="1"/>
          <p:nvPr/>
        </p:nvSpPr>
        <p:spPr>
          <a:xfrm>
            <a:off x="1073632" y="1451664"/>
            <a:ext cx="3917372" cy="22164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b</a:t>
            </a:r>
            <a:r>
              <a:rPr lang="en" sz="2400" i="1" baseline="30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ud</a:t>
            </a:r>
            <a:r>
              <a:rPr lang="en" sz="2400" i="1" baseline="30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nó- </a:t>
            </a:r>
            <a:r>
              <a:rPr lang="en" sz="24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‘bottom’</a:t>
            </a:r>
            <a:endParaRPr lang="en-US" sz="2400" i="1" dirty="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d</a:t>
            </a:r>
            <a:r>
              <a:rPr lang="en" sz="2400" i="1" baseline="30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eh</a:t>
            </a:r>
            <a:r>
              <a:rPr lang="en" sz="2400" i="1" baseline="-25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1</a:t>
            </a: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- ‘</a:t>
            </a:r>
            <a:r>
              <a:rPr lang="en-US" sz="24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put, place, do’</a:t>
            </a:r>
            <a:endParaRPr lang="en-US" sz="2400">
              <a:solidFill>
                <a:schemeClr val="bg2"/>
              </a:solidFill>
              <a:latin typeface="Times New Roman"/>
              <a:cs typeface="Times New Roman"/>
            </a:endParaRP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d</a:t>
            </a:r>
            <a:r>
              <a:rPr lang="en" sz="2400" i="1" baseline="30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u̯or</a:t>
            </a:r>
            <a:r>
              <a:rPr lang="en" sz="2400" i="1" dirty="0">
                <a:solidFill>
                  <a:schemeClr val="bg2"/>
                </a:solidFill>
                <a:latin typeface="Times New Roman"/>
                <a:cs typeface="Times New Roman"/>
              </a:rPr>
              <a:t>- </a:t>
            </a:r>
            <a:r>
              <a:rPr lang="en" sz="2400" dirty="0">
                <a:solidFill>
                  <a:schemeClr val="bg2"/>
                </a:solidFill>
                <a:latin typeface="Times New Roman"/>
                <a:cs typeface="Times New Roman"/>
              </a:rPr>
              <a:t>‘door’</a:t>
            </a: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err="1">
                <a:solidFill>
                  <a:schemeClr val="bg2"/>
                </a:solidFill>
                <a:effectLst/>
                <a:latin typeface="Times New Roman"/>
                <a:cs typeface="Times New Roman"/>
              </a:rPr>
              <a:t>dʰeiǵʰ</a:t>
            </a:r>
            <a:r>
              <a:rPr lang="en-US" sz="2400" i="1" dirty="0">
                <a:solidFill>
                  <a:schemeClr val="bg2"/>
                </a:solidFill>
                <a:effectLst/>
                <a:latin typeface="Times New Roman"/>
                <a:cs typeface="Times New Roman"/>
              </a:rPr>
              <a:t>- </a:t>
            </a:r>
            <a:r>
              <a:rPr lang="en-US" sz="2400" dirty="0">
                <a:solidFill>
                  <a:schemeClr val="bg2"/>
                </a:solidFill>
                <a:effectLst/>
                <a:latin typeface="Times New Roman"/>
                <a:cs typeface="Times New Roman"/>
              </a:rPr>
              <a:t>‘knead, build’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67D1E-D1C0-E5A0-8BC6-17597904A63F}"/>
              </a:ext>
            </a:extLst>
          </p:cNvPr>
          <p:cNvSpPr txBox="1"/>
          <p:nvPr/>
        </p:nvSpPr>
        <p:spPr>
          <a:xfrm>
            <a:off x="4457701" y="1423555"/>
            <a:ext cx="4614863" cy="2772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chemeClr val="bg2"/>
                </a:solidFill>
                <a:latin typeface="Times New Roman"/>
                <a:cs typeface="Times New Roman"/>
              </a:rPr>
              <a:t>fundus</a:t>
            </a:r>
            <a:endParaRPr lang="en-US" sz="2400">
              <a:solidFill>
                <a:schemeClr val="bg2"/>
              </a:solidFill>
              <a:latin typeface="Times New Roman"/>
              <a:cs typeface="Times New Roman"/>
            </a:endParaRP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facio</a:t>
            </a: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, fact-</a:t>
            </a: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for-</a:t>
            </a:r>
            <a:endParaRPr lang="en-US" sz="2400">
              <a:solidFill>
                <a:schemeClr val="bg2"/>
              </a:solidFill>
              <a:latin typeface="Times New Roman"/>
              <a:ea typeface="+mn-lt"/>
              <a:cs typeface="Times New Roman"/>
            </a:endParaRP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r>
              <a:rPr lang="en-US" sz="2400" i="1" dirty="0" err="1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fict</a:t>
            </a:r>
            <a:r>
              <a:rPr lang="en-US" sz="2400" i="1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-</a:t>
            </a:r>
          </a:p>
          <a:p>
            <a:pPr marL="385445" indent="-385445">
              <a:lnSpc>
                <a:spcPct val="150000"/>
              </a:lnSpc>
              <a:buFont typeface="+mj-lt"/>
              <a:buAutoNum type="arabicPeriod"/>
            </a:pPr>
            <a:endParaRPr lang="en" sz="2400" i="1" dirty="0">
              <a:solidFill>
                <a:schemeClr val="bg2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7B6106-BC02-9EDB-2B74-CAE9EB0BDCCA}"/>
              </a:ext>
            </a:extLst>
          </p:cNvPr>
          <p:cNvSpPr txBox="1"/>
          <p:nvPr/>
        </p:nvSpPr>
        <p:spPr>
          <a:xfrm>
            <a:off x="1394929" y="4151698"/>
            <a:ext cx="626277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2"/>
                </a:solidFill>
                <a:latin typeface="Times New Roman"/>
                <a:cs typeface="Times New Roman"/>
              </a:rPr>
              <a:t>What does PIE </a:t>
            </a:r>
            <a:r>
              <a:rPr lang="en-US" sz="2400" b="1" i="1" dirty="0">
                <a:solidFill>
                  <a:schemeClr val="bg2"/>
                </a:solidFill>
                <a:latin typeface="Times New Roman"/>
                <a:cs typeface="Times New Roman"/>
              </a:rPr>
              <a:t>*d</a:t>
            </a:r>
            <a:r>
              <a:rPr lang="en" sz="2400" b="1" i="1" baseline="30000" dirty="0">
                <a:solidFill>
                  <a:schemeClr val="bg2"/>
                </a:solidFill>
                <a:latin typeface="Times New Roman"/>
                <a:ea typeface="+mn-lt"/>
                <a:cs typeface="Times New Roman"/>
              </a:rPr>
              <a:t>h</a:t>
            </a:r>
            <a:r>
              <a:rPr lang="en-US" sz="2400" b="1" i="1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lang="en-US" sz="2400" b="1" dirty="0">
                <a:solidFill>
                  <a:schemeClr val="bg2"/>
                </a:solidFill>
                <a:latin typeface="Times New Roman"/>
                <a:cs typeface="Times New Roman"/>
              </a:rPr>
              <a:t>generally become in Latin?</a:t>
            </a:r>
          </a:p>
        </p:txBody>
      </p:sp>
    </p:spTree>
    <p:extLst>
      <p:ext uri="{BB962C8B-B14F-4D97-AF65-F5344CB8AC3E}">
        <p14:creationId xmlns:p14="http://schemas.microsoft.com/office/powerpoint/2010/main" val="3849854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ndo-European languages - Wikipedia">
            <a:extLst>
              <a:ext uri="{FF2B5EF4-FFF2-40B4-BE49-F238E27FC236}">
                <a16:creationId xmlns:a16="http://schemas.microsoft.com/office/drawing/2014/main" id="{09DF5C4F-8CFF-8A8C-8C0E-DEBDAB73D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203" y="80022"/>
            <a:ext cx="4848345" cy="48411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7A90C61-8C7D-C383-70EA-D1126F7233EF}"/>
              </a:ext>
            </a:extLst>
          </p:cNvPr>
          <p:cNvSpPr txBox="1"/>
          <p:nvPr/>
        </p:nvSpPr>
        <p:spPr>
          <a:xfrm>
            <a:off x="336176" y="1529602"/>
            <a:ext cx="33147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These are the sorts of changes scholars identify in establishing genetic relationships between families.</a:t>
            </a:r>
          </a:p>
        </p:txBody>
      </p:sp>
    </p:spTree>
    <p:extLst>
      <p:ext uri="{BB962C8B-B14F-4D97-AF65-F5344CB8AC3E}">
        <p14:creationId xmlns:p14="http://schemas.microsoft.com/office/powerpoint/2010/main" val="3503901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1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2433199"/>
            <a:ext cx="8520600" cy="2135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1. What is the history of your language? Where does it come from? What is the history of your conlang's speakers?</a:t>
            </a:r>
            <a:endParaRPr sz="16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426146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approach this question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311700" y="1759850"/>
            <a:ext cx="8520600" cy="28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is the backstory of your culture?</a:t>
            </a:r>
            <a:endParaRPr/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How did your group of people get to where they live?</a:t>
            </a:r>
            <a:endParaRPr sz="1500"/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Where did they come from?  </a:t>
            </a:r>
            <a:endParaRPr sz="1500"/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How long has it been since your group of people left where they came from?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204050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311700" y="3991425"/>
            <a:ext cx="8520600" cy="8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Mɤɧøɴ are a group of underwater dinosaurs -- what backstory would you invent for them?</a:t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275" y="127000"/>
            <a:ext cx="8211452" cy="33015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0655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2</a:t>
            </a: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311700" y="2286000"/>
            <a:ext cx="8520600" cy="22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/>
              <a:t>2. Discuss one other language that your conlang is related to in detail. Describe this language's history, and the point at which your language and this second language diverged."  </a:t>
            </a:r>
            <a:endParaRPr sz="155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3441075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approach this question</a:t>
            </a:r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311700" y="1759850"/>
            <a:ext cx="8520600" cy="28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Now focus on where your group of people came from</a:t>
            </a:r>
            <a:endParaRPr/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Think about their original culture</a:t>
            </a:r>
            <a:endParaRPr sz="1500"/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What other groups might have also originated from this culture? </a:t>
            </a:r>
            <a:endParaRPr sz="1500"/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What is their story?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509662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125" y="352425"/>
            <a:ext cx="6667500" cy="4438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5269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>
            <a:off x="311700" y="2047025"/>
            <a:ext cx="8520600" cy="25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Overview of history questions in component 4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b="1"/>
              <a:t>Fundamentals of writing systems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5233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</a:t>
            </a:r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body" idx="1"/>
          </p:nvPr>
        </p:nvSpPr>
        <p:spPr>
          <a:xfrm>
            <a:off x="311700" y="2340425"/>
            <a:ext cx="8520600" cy="22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What are writing systems?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35039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making your writing system, you have two tasks...</a:t>
            </a:r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1"/>
          </p:nvPr>
        </p:nvSpPr>
        <p:spPr>
          <a:xfrm>
            <a:off x="311700" y="2177150"/>
            <a:ext cx="8520600" cy="23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are the symbols used in the system?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type of writing system is it?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b="1"/>
              <a:t>Today’s task -- experimenting with the look of your language’s symbols</a:t>
            </a:r>
            <a:endParaRPr b="1"/>
          </a:p>
        </p:txBody>
      </p:sp>
    </p:spTree>
    <p:extLst>
      <p:ext uri="{BB962C8B-B14F-4D97-AF65-F5344CB8AC3E}">
        <p14:creationId xmlns:p14="http://schemas.microsoft.com/office/powerpoint/2010/main" val="2861696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Symbols?</a:t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0400" y="1000400"/>
            <a:ext cx="4054903" cy="36862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00026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Symbols?</a:t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3300" y="895050"/>
            <a:ext cx="4136259" cy="3686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3779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Symbols?</a:t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0825" y="859900"/>
            <a:ext cx="4597044" cy="3686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4815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Symbols?</a:t>
            </a:r>
            <a:endParaRPr/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999" y="503537"/>
            <a:ext cx="6179102" cy="41364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2284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your group</a:t>
            </a:r>
            <a:endParaRPr/>
          </a:p>
        </p:txBody>
      </p:sp>
      <p:sp>
        <p:nvSpPr>
          <p:cNvPr id="162" name="Google Shape;162;p29"/>
          <p:cNvSpPr txBox="1">
            <a:spLocks noGrp="1"/>
          </p:cNvSpPr>
          <p:nvPr>
            <p:ph type="body" idx="1"/>
          </p:nvPr>
        </p:nvSpPr>
        <p:spPr>
          <a:xfrm>
            <a:off x="311700" y="1402100"/>
            <a:ext cx="8520600" cy="30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Visit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https://omniglot.com/</a:t>
            </a:r>
            <a:r>
              <a:rPr lang="en"/>
              <a:t>, click on each category under “Writing Systems”: “alphabets”, “abjads”, “abugidas”, etc.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Choose three writing systems that you like </a:t>
            </a:r>
            <a:r>
              <a:rPr lang="en" b="1"/>
              <a:t>the look </a:t>
            </a:r>
            <a:r>
              <a:rPr lang="en"/>
              <a:t>of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Think: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What about these writing systems appeals to you?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Are the characters angular? Circular? 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Do the characters run together or are they separate (i.e. curvise vs. block)?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When your group of people write things down, what are they writing on?  </a:t>
            </a:r>
            <a:endParaRPr/>
          </a:p>
          <a:p>
            <a:pPr marL="13716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Mɤɧøn</a:t>
            </a:r>
            <a:r>
              <a:rPr lang="en" sz="1400"/>
              <a:t> -- underwater rock carvings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92220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task - Let’s sketch 5 symbols</a:t>
            </a:r>
            <a:endParaRPr/>
          </a:p>
        </p:txBody>
      </p:sp>
      <p:sp>
        <p:nvSpPr>
          <p:cNvPr id="168" name="Google Shape;168;p30"/>
          <p:cNvSpPr txBox="1">
            <a:spLocks noGrp="1"/>
          </p:cNvSpPr>
          <p:nvPr>
            <p:ph type="body" idx="1"/>
          </p:nvPr>
        </p:nvSpPr>
        <p:spPr>
          <a:xfrm>
            <a:off x="311700" y="2571750"/>
            <a:ext cx="8520600" cy="19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https://sketch.io/sketchpad/</a:t>
            </a:r>
            <a:r>
              <a:rPr lang="en"/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09820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Alex’s Creations</a:t>
            </a:r>
            <a:endParaRPr/>
          </a:p>
        </p:txBody>
      </p:sp>
      <p:pic>
        <p:nvPicPr>
          <p:cNvPr id="174" name="Google Shape;1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4150" y="154302"/>
            <a:ext cx="2485575" cy="224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9050" y="154300"/>
            <a:ext cx="2659100" cy="207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950" y="2754936"/>
            <a:ext cx="3421751" cy="1909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8925" y="2754925"/>
            <a:ext cx="1830125" cy="19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0800000">
            <a:off x="6767225" y="2580117"/>
            <a:ext cx="1830125" cy="22591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68952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Linguistics 200, Day 13</a:t>
            </a:r>
            <a:endParaRPr sz="4400"/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Language History; Writing Systems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1970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C04B2-DEC6-88BE-EEB0-F71345F85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C3EDA-5E09-AE3E-F785-C7AE28A0A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History: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Where does your group come from?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What is a related group?</a:t>
            </a:r>
          </a:p>
          <a:p>
            <a:pPr marL="596900" lvl="1" indent="0">
              <a:lnSpc>
                <a:spcPct val="114999"/>
              </a:lnSpc>
              <a:buNone/>
            </a:pPr>
            <a:endParaRPr lang="en-US" dirty="0"/>
          </a:p>
          <a:p>
            <a:pPr>
              <a:lnSpc>
                <a:spcPct val="114999"/>
              </a:lnSpc>
            </a:pPr>
            <a:r>
              <a:rPr lang="en-US" dirty="0"/>
              <a:t>Writing Systems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What are they?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Five symbols!</a:t>
            </a:r>
          </a:p>
          <a:p>
            <a:pPr lvl="1">
              <a:lnSpc>
                <a:spcPct val="114999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1888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Last time: 5 symbols</a:t>
            </a:r>
            <a:endParaRPr sz="3200"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4150" y="154302"/>
            <a:ext cx="2485575" cy="224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9050" y="154300"/>
            <a:ext cx="2659100" cy="207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950" y="2754936"/>
            <a:ext cx="3421751" cy="1909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8925" y="2754925"/>
            <a:ext cx="1830125" cy="19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0800000">
            <a:off x="6767225" y="2580117"/>
            <a:ext cx="1830125" cy="2259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Next task - Let’s sketch 5 more symbols</a:t>
            </a:r>
            <a:endParaRPr dirty="0"/>
          </a:p>
        </p:txBody>
      </p:sp>
      <p:sp>
        <p:nvSpPr>
          <p:cNvPr id="168" name="Google Shape;168;p30"/>
          <p:cNvSpPr txBox="1">
            <a:spLocks noGrp="1"/>
          </p:cNvSpPr>
          <p:nvPr>
            <p:ph type="body" idx="1"/>
          </p:nvPr>
        </p:nvSpPr>
        <p:spPr>
          <a:xfrm>
            <a:off x="311700" y="2571750"/>
            <a:ext cx="8520600" cy="19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https://sketch.io/sketchpad/</a:t>
            </a:r>
            <a:r>
              <a:rPr lang="en"/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973440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begin by attributing a function to those symbols...</a:t>
            </a:r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xfrm>
            <a:off x="311700" y="1999551"/>
            <a:ext cx="8520600" cy="2569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When making a writing system, you have to decide:</a:t>
            </a:r>
            <a:endParaRPr lang="en-US" dirty="0"/>
          </a:p>
          <a:p>
            <a:pPr indent="0">
              <a:lnSpc>
                <a:spcPct val="150000"/>
              </a:lnSpc>
              <a:spcBef>
                <a:spcPts val="1600"/>
              </a:spcBef>
              <a:buAutoNum type="arabicPeriod"/>
            </a:pPr>
            <a:r>
              <a:rPr lang="en" dirty="0"/>
              <a:t>Do the symbols represent sounds?   (</a:t>
            </a:r>
            <a:r>
              <a:rPr lang="en" b="1" dirty="0"/>
              <a:t>phonographic</a:t>
            </a:r>
            <a:r>
              <a:rPr lang="en" dirty="0"/>
              <a:t>)</a:t>
            </a:r>
          </a:p>
          <a:p>
            <a:pPr indent="0">
              <a:lnSpc>
                <a:spcPct val="150000"/>
              </a:lnSpc>
              <a:buAutoNum type="arabicPeriod"/>
            </a:pPr>
            <a:r>
              <a:rPr lang="en" dirty="0"/>
              <a:t>Do they represent meaning?      (</a:t>
            </a:r>
            <a:r>
              <a:rPr lang="en" b="1" dirty="0"/>
              <a:t>logographic</a:t>
            </a:r>
            <a:r>
              <a:rPr lang="en" dirty="0"/>
              <a:t>)</a:t>
            </a: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Or are they part of a hybrid system?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Today: Writing Systems that Represent Sounds</a:t>
            </a:r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311700" y="1898350"/>
            <a:ext cx="8520600" cy="267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Symbols represent sound segments</a:t>
            </a:r>
            <a:endParaRPr sz="24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Alphabet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Abjad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Abugida / Alphasyllabary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Symbols represent syllables</a:t>
            </a:r>
            <a:endParaRPr sz="24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Syllabary</a:t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Syllabaries</a:t>
            </a:r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body" idx="1"/>
          </p:nvPr>
        </p:nvSpPr>
        <p:spPr>
          <a:xfrm>
            <a:off x="65250" y="1579550"/>
            <a:ext cx="9013500" cy="298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symbol represents a unique syllable in the language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&lt;If&gt; &lt;Eng&gt;&lt;lish&gt; &lt;had&gt; &lt;a&gt; &lt;syl&gt;&lt;la&gt;&lt;ba&gt;&lt;ry&gt; &lt;we&gt; &lt;would&gt; &lt;write&gt; &lt;like&gt; &lt;this&gt;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Syllables</a:t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8148" y="785700"/>
            <a:ext cx="4863676" cy="310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/>
        </p:nvSpPr>
        <p:spPr>
          <a:xfrm>
            <a:off x="3195205" y="3553373"/>
            <a:ext cx="4660322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	V			C</a:t>
            </a:r>
            <a:endParaRPr sz="28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Open Sans"/>
                <a:ea typeface="Open Sans"/>
                <a:cs typeface="Open Sans"/>
                <a:sym typeface="Open Sans"/>
              </a:rPr>
              <a:t>c	a			t</a:t>
            </a:r>
            <a:endParaRPr sz="28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Open Sans"/>
                <a:ea typeface="Open Sans"/>
                <a:cs typeface="Open Sans"/>
                <a:sym typeface="Open Sans"/>
              </a:rPr>
              <a:t>d	o			g</a:t>
            </a:r>
            <a:endParaRPr sz="2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457200" y="28575"/>
            <a:ext cx="7467600" cy="5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lang="en"/>
              <a:t>Japanese Hiragana</a:t>
            </a:r>
            <a:endParaRPr/>
          </a:p>
        </p:txBody>
      </p:sp>
      <p:pic>
        <p:nvPicPr>
          <p:cNvPr id="114" name="Google Shape;114;p20" descr="E:\Writing Systems\Intro\hiragana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9596" y="800125"/>
            <a:ext cx="6226558" cy="42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4676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lang="en"/>
              <a:t>Cherokee Syllabary</a:t>
            </a:r>
            <a:endParaRPr/>
          </a:p>
        </p:txBody>
      </p:sp>
      <p:pic>
        <p:nvPicPr>
          <p:cNvPr id="120" name="Google Shape;120;p21" descr="cherokee_syl.gif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250"/>
            <a:ext cx="8534400" cy="41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/>
        </p:nvSpPr>
        <p:spPr>
          <a:xfrm>
            <a:off x="6999050" y="1153825"/>
            <a:ext cx="23913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4318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Open Sans"/>
              <a:buAutoNum type="arabicPeriod"/>
            </a:pPr>
            <a:r>
              <a:rPr lang="en" sz="3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さす	</a:t>
            </a:r>
            <a:endParaRPr sz="3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4318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Open Sans"/>
              <a:buAutoNum type="arabicPeriod"/>
            </a:pPr>
            <a:r>
              <a:rPr lang="en" sz="3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のき </a:t>
            </a:r>
            <a:endParaRPr sz="3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4318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Open Sans"/>
              <a:buAutoNum type="arabicPeriod"/>
            </a:pPr>
            <a:r>
              <a:rPr lang="en" sz="3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あした</a:t>
            </a:r>
            <a:endParaRPr sz="3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4318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Open Sans"/>
              <a:buAutoNum type="arabicPeriod"/>
            </a:pPr>
            <a:r>
              <a:rPr lang="en" sz="3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うら</a:t>
            </a:r>
            <a:endParaRPr sz="3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3200"/>
          </a:p>
        </p:txBody>
      </p:sp>
      <p:pic>
        <p:nvPicPr>
          <p:cNvPr id="126" name="Google Shape;126;p22" descr="E:\Writing Systems\Intro\hiragana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21" y="539275"/>
            <a:ext cx="6226558" cy="42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467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lang="en"/>
              <a:t>English as a Syllabary?</a:t>
            </a:r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1"/>
          </p:nvPr>
        </p:nvSpPr>
        <p:spPr>
          <a:xfrm>
            <a:off x="685800" y="1085850"/>
            <a:ext cx="7543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" b="1"/>
              <a:t>Is English a good candidate for using a syllabary?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"/>
              <a:t>Onsets (1, 25) + (2,  ~42) + (3 x ~ 9) = 76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Nuclei – 18 (14 vowels + syllabic liquids, nasals)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Codas –  ~100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18 + (76 x 18) + (100 x 18) + (76 x 18 x 100) = 139,986!!!!!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467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lang="en"/>
              <a:t>Syllabaries</a:t>
            </a:r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7543800" cy="37149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lvl="0" indent="-27432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80"/>
              <a:buChar char="●"/>
            </a:pPr>
            <a:r>
              <a:rPr lang="en"/>
              <a:t>Many of the world’s languages that utilize syllabaries have very restrictive syllable structure</a:t>
            </a:r>
            <a:endParaRPr/>
          </a:p>
          <a:p>
            <a:pPr marL="274320" lvl="0" indent="-27432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80"/>
              <a:buChar char="●"/>
            </a:pPr>
            <a:r>
              <a:rPr lang="en"/>
              <a:t>Syllables look like CVCVCVCVCV</a:t>
            </a:r>
            <a:endParaRPr/>
          </a:p>
          <a:p>
            <a:pPr marL="640080" lvl="1" indent="-27432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80"/>
              <a:buChar char="○"/>
            </a:pPr>
            <a:r>
              <a:rPr lang="en"/>
              <a:t>CV = consonant + vowel</a:t>
            </a:r>
            <a:endParaRPr/>
          </a:p>
          <a:p>
            <a:pPr marL="640080" lvl="1" indent="-27432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80"/>
              <a:buChar char="○"/>
            </a:pPr>
            <a:r>
              <a:rPr lang="en"/>
              <a:t>cf. Hawaiian </a:t>
            </a:r>
            <a:r>
              <a:rPr lang="en" i="1"/>
              <a:t>meli kalikamaka </a:t>
            </a:r>
            <a:r>
              <a:rPr lang="en"/>
              <a:t>‘Merry Christmas’ </a:t>
            </a:r>
            <a:endParaRPr i="1"/>
          </a:p>
          <a:p>
            <a:pPr marL="640080" lvl="1" indent="-27432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80"/>
              <a:buChar char="○"/>
            </a:pPr>
            <a:r>
              <a:rPr lang="en"/>
              <a:t>cf. Japanese </a:t>
            </a:r>
            <a:r>
              <a:rPr lang="en" i="1"/>
              <a:t>meri kurisumasu </a:t>
            </a:r>
            <a:r>
              <a:rPr lang="en"/>
              <a:t>‘Merry Christmas’</a:t>
            </a:r>
            <a:endParaRPr/>
          </a:p>
          <a:p>
            <a:pPr marL="274320" lvl="0" indent="-27432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80"/>
              <a:buChar char="●"/>
            </a:pPr>
            <a:r>
              <a:rPr lang="en"/>
              <a:t>In a syllabary, each grapheme should represent a syllable</a:t>
            </a:r>
            <a:endParaRPr/>
          </a:p>
          <a:p>
            <a:pPr marL="640080" lvl="1" indent="-27432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80"/>
              <a:buChar char="○"/>
            </a:pPr>
            <a:r>
              <a:rPr lang="en"/>
              <a:t>And what does every syllable have?</a:t>
            </a:r>
            <a:endParaRPr/>
          </a:p>
          <a:p>
            <a:pPr marL="640080" lvl="1" indent="-27432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80"/>
              <a:buChar char="○"/>
            </a:pPr>
            <a:r>
              <a:rPr lang="en"/>
              <a:t>A nucleus! (usually a vowel, V) </a:t>
            </a:r>
            <a:endParaRPr/>
          </a:p>
          <a:p>
            <a:pPr marL="640080" lvl="1" indent="-27432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80"/>
              <a:buChar char="○"/>
            </a:pPr>
            <a:r>
              <a:rPr lang="en"/>
              <a:t>So each grapheme – at the bare minimum – should represent a nucleus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Mɤɧøɴ have a syllabary?</a:t>
            </a:r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175" y="1480350"/>
            <a:ext cx="4505325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26"/>
          <p:cNvGraphicFramePr/>
          <p:nvPr/>
        </p:nvGraphicFramePr>
        <p:xfrm>
          <a:off x="645550" y="523688"/>
          <a:ext cx="7852900" cy="3623685"/>
        </p:xfrm>
        <a:graphic>
          <a:graphicData uri="http://schemas.openxmlformats.org/drawingml/2006/table">
            <a:tbl>
              <a:tblPr>
                <a:noFill/>
                <a:tableStyleId>{191F5D86-7294-43AE-9F8E-D64FF312D4FC}</a:tableStyleId>
              </a:tblPr>
              <a:tblGrid>
                <a:gridCol w="11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6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7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4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Bilabial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Alveolar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Retroflex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Palatal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Velar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Uvular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932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Stop</a:t>
                      </a:r>
                      <a:endParaRPr sz="1800" b="1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voiceless</a:t>
                      </a:r>
                      <a:endParaRPr sz="180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implosive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ɓ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t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ɗ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k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ɠ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q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ʛ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Nasal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m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n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ŋ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ɴ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44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Fricative</a:t>
                      </a:r>
                      <a:endParaRPr sz="1800" b="1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voiceless</a:t>
                      </a:r>
                      <a:endParaRPr sz="180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voiced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ç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x  ɧ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ɣ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22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Glide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w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j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Liquid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ɭ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ʀ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Google Shape;154;p27"/>
          <p:cNvGraphicFramePr/>
          <p:nvPr/>
        </p:nvGraphicFramePr>
        <p:xfrm>
          <a:off x="1652700" y="1049625"/>
          <a:ext cx="5400425" cy="2630650"/>
        </p:xfrm>
        <a:graphic>
          <a:graphicData uri="http://schemas.openxmlformats.org/drawingml/2006/table">
            <a:tbl>
              <a:tblPr>
                <a:noFill/>
                <a:tableStyleId>{191F5D86-7294-43AE-9F8E-D64FF312D4FC}</a:tableStyleId>
              </a:tblPr>
              <a:tblGrid>
                <a:gridCol w="74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950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 b="1"/>
                        <a:t> </a:t>
                      </a:r>
                      <a:endParaRPr sz="1800" b="1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Front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Central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Back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950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 b="1"/>
                        <a:t>High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r>
                        <a:rPr lang="en" sz="1800">
                          <a:solidFill>
                            <a:srgbClr val="9900FF"/>
                          </a:solidFill>
                        </a:rPr>
                        <a:t>i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>
                          <a:solidFill>
                            <a:srgbClr val="9900FF"/>
                          </a:solidFill>
                        </a:rPr>
                        <a:t>u</a:t>
                      </a:r>
                      <a:r>
                        <a:rPr lang="en" sz="1800"/>
                        <a:t>     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9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 b="1"/>
                        <a:t>Mid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>
                          <a:solidFill>
                            <a:srgbClr val="9900FF"/>
                          </a:solidFill>
                        </a:rPr>
                        <a:t>  e ø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>
                          <a:solidFill>
                            <a:srgbClr val="9900FF"/>
                          </a:solidFill>
                        </a:rPr>
                        <a:t>ɤ o 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7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Low</a:t>
                      </a:r>
                      <a:endParaRPr sz="1800" b="1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>
                          <a:solidFill>
                            <a:srgbClr val="9900FF"/>
                          </a:solidFill>
                        </a:rPr>
                        <a:t>a</a:t>
                      </a:r>
                      <a:endParaRPr sz="1800">
                        <a:solidFill>
                          <a:srgbClr val="9900FF"/>
                        </a:solidFill>
                      </a:endParaRPr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68375"/>
            <a:ext cx="8839200" cy="162544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8"/>
          <p:cNvSpPr txBox="1"/>
          <p:nvPr/>
        </p:nvSpPr>
        <p:spPr>
          <a:xfrm>
            <a:off x="3590300" y="3927875"/>
            <a:ext cx="10914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28"/>
          <p:cNvSpPr txBox="1">
            <a:spLocks noGrp="1"/>
          </p:cNvSpPr>
          <p:nvPr>
            <p:ph type="title"/>
          </p:nvPr>
        </p:nvSpPr>
        <p:spPr>
          <a:xfrm>
            <a:off x="311700" y="1314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</a:t>
            </a:r>
            <a:r>
              <a:rPr lang="en" i="1"/>
              <a:t>really </a:t>
            </a:r>
            <a:r>
              <a:rPr lang="en"/>
              <a:t>important: Phonotactics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So… syllables are either CV or CVN</a:t>
            </a:r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body" idx="1"/>
          </p:nvPr>
        </p:nvSpPr>
        <p:spPr>
          <a:xfrm>
            <a:off x="311700" y="1537855"/>
            <a:ext cx="6195000" cy="30312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means: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pi	pe	pø	pa	pɤ	po	pu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pim	pem	pøm	pam	pɤm	pom	pum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pin	pen	pøn	pan	pɤn	pon	pun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piŋ	peŋ	pøŋ	paŋ	pɤŋ	poŋ	puŋ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piɴ	peɴ	pøɴ	paɴ	pɤɴ	poɴ	puɴ</a:t>
            </a:r>
            <a:endParaRPr/>
          </a:p>
        </p:txBody>
      </p:sp>
      <p:sp>
        <p:nvSpPr>
          <p:cNvPr id="168" name="Google Shape;168;p29"/>
          <p:cNvSpPr txBox="1"/>
          <p:nvPr/>
        </p:nvSpPr>
        <p:spPr>
          <a:xfrm>
            <a:off x="6897900" y="2499275"/>
            <a:ext cx="22461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Open Sans"/>
                <a:ea typeface="Open Sans"/>
                <a:cs typeface="Open Sans"/>
                <a:sym typeface="Open Sans"/>
              </a:rPr>
              <a:t>7 x 5 = 35 symbols</a:t>
            </a:r>
            <a:endParaRPr sz="18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Open Sans"/>
                <a:ea typeface="Open Sans"/>
                <a:cs typeface="Open Sans"/>
                <a:sym typeface="Open Sans"/>
              </a:rPr>
              <a:t>21 consonants</a:t>
            </a:r>
            <a:endParaRPr sz="18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Open Sans"/>
                <a:ea typeface="Open Sans"/>
                <a:cs typeface="Open Sans"/>
                <a:sym typeface="Open Sans"/>
              </a:rPr>
              <a:t>35 x 21 = 735 symbols!!!!</a:t>
            </a:r>
            <a:endParaRPr sz="18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>
            <a:spLocks noGrp="1"/>
          </p:cNvSpPr>
          <p:nvPr>
            <p:ph type="title"/>
          </p:nvPr>
        </p:nvSpPr>
        <p:spPr>
          <a:xfrm>
            <a:off x="355750" y="86525"/>
            <a:ext cx="7467600" cy="5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lang="en"/>
              <a:t>Japanese Hiragana has  a “Cheat”</a:t>
            </a:r>
            <a:endParaRPr/>
          </a:p>
        </p:txBody>
      </p:sp>
      <p:pic>
        <p:nvPicPr>
          <p:cNvPr id="174" name="Google Shape;174;p30" descr="E:\Writing Systems\Intro\hiragana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0621" y="814625"/>
            <a:ext cx="6226558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0"/>
          <p:cNvSpPr/>
          <p:nvPr/>
        </p:nvSpPr>
        <p:spPr>
          <a:xfrm>
            <a:off x="6071850" y="4738650"/>
            <a:ext cx="2101200" cy="3333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4676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lang="en"/>
              <a:t>Cherokee Syllabary also has a “Cheat”</a:t>
            </a:r>
            <a:endParaRPr/>
          </a:p>
        </p:txBody>
      </p:sp>
      <p:pic>
        <p:nvPicPr>
          <p:cNvPr id="181" name="Google Shape;181;p31" descr="cherokee_syl.gif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250"/>
            <a:ext cx="8534400" cy="41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1"/>
          <p:cNvSpPr/>
          <p:nvPr/>
        </p:nvSpPr>
        <p:spPr>
          <a:xfrm>
            <a:off x="152400" y="3260550"/>
            <a:ext cx="978000" cy="2607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“Cheat” for Mɤɧøɴ</a:t>
            </a:r>
            <a:endParaRPr/>
          </a:p>
        </p:txBody>
      </p:sp>
      <p:sp>
        <p:nvSpPr>
          <p:cNvPr id="188" name="Google Shape;188;p32"/>
          <p:cNvSpPr txBox="1">
            <a:spLocks noGrp="1"/>
          </p:cNvSpPr>
          <p:nvPr>
            <p:ph type="body" idx="1"/>
          </p:nvPr>
        </p:nvSpPr>
        <p:spPr>
          <a:xfrm>
            <a:off x="311700" y="1565050"/>
            <a:ext cx="6195000" cy="31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means: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pi	pe	pø	pa	pɤ	po	pu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ŋ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ɴ</a:t>
            </a:r>
            <a:endParaRPr/>
          </a:p>
        </p:txBody>
      </p:sp>
      <p:sp>
        <p:nvSpPr>
          <p:cNvPr id="189" name="Google Shape;189;p32"/>
          <p:cNvSpPr txBox="1"/>
          <p:nvPr/>
        </p:nvSpPr>
        <p:spPr>
          <a:xfrm>
            <a:off x="6897900" y="2499275"/>
            <a:ext cx="22461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Open Sans"/>
                <a:ea typeface="Open Sans"/>
                <a:cs typeface="Open Sans"/>
                <a:sym typeface="Open Sans"/>
              </a:rPr>
              <a:t>11 symbols</a:t>
            </a:r>
            <a:endParaRPr sz="18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Open Sans"/>
                <a:ea typeface="Open Sans"/>
                <a:cs typeface="Open Sans"/>
                <a:sym typeface="Open Sans"/>
              </a:rPr>
              <a:t>21 consonants</a:t>
            </a:r>
            <a:endParaRPr sz="18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Open Sans"/>
                <a:ea typeface="Open Sans"/>
                <a:cs typeface="Open Sans"/>
                <a:sym typeface="Open Sans"/>
              </a:rPr>
              <a:t>7 vowels </a:t>
            </a:r>
            <a:endParaRPr sz="18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Open Sans"/>
                <a:ea typeface="Open Sans"/>
                <a:cs typeface="Open Sans"/>
                <a:sym typeface="Open Sans"/>
              </a:rPr>
              <a:t>7 x 21 = 147 + 7 + 4 = 158 symbols</a:t>
            </a:r>
            <a:endParaRPr sz="18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3A806-447A-E04A-7145-551BFE5C1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Should </a:t>
            </a:r>
            <a:r>
              <a:rPr lang="en-US" dirty="0" err="1"/>
              <a:t>Dorgon</a:t>
            </a:r>
            <a:r>
              <a:rPr lang="en-US" dirty="0"/>
              <a:t> have a syllabary?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A63CE-0411-B661-4A42-795F7904B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8751" y="1659695"/>
            <a:ext cx="7763549" cy="2909330"/>
          </a:xfrm>
        </p:spPr>
        <p:txBody>
          <a:bodyPr/>
          <a:lstStyle/>
          <a:p>
            <a:pPr>
              <a:lnSpc>
                <a:spcPct val="114999"/>
              </a:lnSpc>
              <a:buNone/>
            </a:pPr>
            <a:r>
              <a:rPr lang="en-US" sz="2000" b="1">
                <a:solidFill>
                  <a:srgbClr val="000000"/>
                </a:solidFill>
                <a:latin typeface="Times New Roman"/>
                <a:cs typeface="Times New Roman"/>
              </a:rPr>
              <a:t>Behold! I am </a:t>
            </a:r>
            <a:r>
              <a:rPr lang="en-US" sz="2000" b="1" err="1">
                <a:solidFill>
                  <a:srgbClr val="000000"/>
                </a:solidFill>
                <a:latin typeface="Times New Roman"/>
                <a:cs typeface="Times New Roman"/>
              </a:rPr>
              <a:t>Galasiul</a:t>
            </a:r>
            <a:r>
              <a:rPr lang="en-US" sz="2000" b="1">
                <a:solidFill>
                  <a:srgbClr val="000000"/>
                </a:solidFill>
                <a:latin typeface="Times New Roman"/>
                <a:cs typeface="Times New Roman"/>
              </a:rPr>
              <a:t>. I am the greatest of all (the) </a:t>
            </a:r>
            <a:r>
              <a:rPr lang="en-US" sz="2000" b="1" err="1">
                <a:solidFill>
                  <a:srgbClr val="000000"/>
                </a:solidFill>
                <a:latin typeface="Times New Roman"/>
                <a:cs typeface="Times New Roman"/>
              </a:rPr>
              <a:t>Dorgons</a:t>
            </a:r>
            <a:r>
              <a:rPr lang="en-US" sz="2000" b="1">
                <a:solidFill>
                  <a:srgbClr val="000000"/>
                </a:solidFill>
                <a:latin typeface="Times New Roman"/>
                <a:cs typeface="Times New Roman"/>
              </a:rPr>
              <a:t>. 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unb</a:t>
            </a:r>
            <a:r>
              <a:rPr lang="es-ES" sz="2000" i="1">
                <a:solidFill>
                  <a:srgbClr val="000000"/>
                </a:solidFill>
                <a:latin typeface="Times New Roman"/>
                <a:cs typeface="Times New Roman"/>
              </a:rPr>
              <a:t>! </a:t>
            </a: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sa</a:t>
            </a:r>
            <a:r>
              <a:rPr lang="es-E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galasjul</a:t>
            </a:r>
            <a:r>
              <a:rPr lang="es-E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pfode</a:t>
            </a:r>
            <a:r>
              <a:rPr lang="es-ES" sz="2000" i="1">
                <a:solidFill>
                  <a:srgbClr val="000000"/>
                </a:solidFill>
                <a:latin typeface="Times New Roman"/>
                <a:cs typeface="Times New Roman"/>
              </a:rPr>
              <a:t>. </a:t>
            </a: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sa</a:t>
            </a:r>
            <a:r>
              <a:rPr lang="es-E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gpfapfa</a:t>
            </a:r>
            <a:r>
              <a:rPr lang="es-E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ekesxdg</a:t>
            </a:r>
            <a:r>
              <a:rPr lang="es-ES" sz="2000" i="1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lang="en" sz="2000" i="1" err="1">
                <a:solidFill>
                  <a:srgbClr val="000000"/>
                </a:solidFill>
                <a:latin typeface="Times New Roman"/>
                <a:cs typeface="Times New Roman"/>
              </a:rPr>
              <a:t>aŋk</a:t>
            </a:r>
            <a:r>
              <a:rPr lang="en" sz="2000" i="1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r>
              <a:rPr lang="es-E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pfode</a:t>
            </a:r>
            <a:r>
              <a:rPr lang="es-ES" sz="2000" i="1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As emperor, all </a:t>
            </a:r>
            <a:r>
              <a:rPr lang="en-US" sz="2000" b="1" err="1">
                <a:solidFill>
                  <a:srgbClr val="000000"/>
                </a:solidFill>
                <a:latin typeface="Times New Roman"/>
                <a:cs typeface="Times New Roman"/>
              </a:rPr>
              <a:t>Dorgons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bow at my feet. 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ikacoɳɟa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kθu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ekebase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sxdo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ekepfodg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lang="en" sz="2000" i="1" err="1">
                <a:solidFill>
                  <a:srgbClr val="000000"/>
                </a:solidFill>
                <a:latin typeface="Times New Roman"/>
                <a:cs typeface="Times New Roman"/>
              </a:rPr>
              <a:t>aŋk</a:t>
            </a:r>
            <a:r>
              <a:rPr lang="en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on.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(The) Killer </a:t>
            </a:r>
            <a:r>
              <a:rPr lang="en-US" sz="2000" b="1" err="1">
                <a:solidFill>
                  <a:srgbClr val="000000"/>
                </a:solidFill>
                <a:latin typeface="Times New Roman"/>
                <a:cs typeface="Times New Roman"/>
              </a:rPr>
              <a:t>Dorgons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lay their weapons at my feet. 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modlx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ekexon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-a </a:t>
            </a: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ekesxa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ekebase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sxdo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endParaRPr lang="en-US" sz="2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14300" indent="0">
              <a:lnSpc>
                <a:spcPct val="114999"/>
              </a:lnSpc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359126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E986-95F2-82F3-EAC7-22D5B945A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Should your language have a syllabary?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3BEEB-0D88-335A-C754-86966CDA5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059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F4428F07-B52D-C531-BD3B-3EE2C4BEE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>
            <a:extLst>
              <a:ext uri="{FF2B5EF4-FFF2-40B4-BE49-F238E27FC236}">
                <a16:creationId xmlns:a16="http://schemas.microsoft.com/office/drawing/2014/main" id="{9608C03B-640E-7E71-3FF1-2E52503A73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task - Let’s sketch 5 more symbols</a:t>
            </a:r>
            <a:endParaRPr/>
          </a:p>
        </p:txBody>
      </p:sp>
      <p:sp>
        <p:nvSpPr>
          <p:cNvPr id="168" name="Google Shape;168;p30">
            <a:extLst>
              <a:ext uri="{FF2B5EF4-FFF2-40B4-BE49-F238E27FC236}">
                <a16:creationId xmlns:a16="http://schemas.microsoft.com/office/drawing/2014/main" id="{4CE127E2-4E2C-FA59-5DE8-0D59BA4DAC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2571750"/>
            <a:ext cx="8520600" cy="19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https://sketch.io/sketchpad/</a:t>
            </a:r>
            <a:r>
              <a:rPr lang="en"/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750939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0009357-8A41-0A86-CE4D-5C108BA7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8D23D1DF-AA99-6738-B735-902C8CBDB03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Linguistics 200, Day 13</a:t>
            </a:r>
            <a:endParaRPr sz="4400"/>
          </a:p>
        </p:txBody>
      </p:sp>
      <p:sp>
        <p:nvSpPr>
          <p:cNvPr id="73" name="Google Shape;73;p14">
            <a:extLst>
              <a:ext uri="{FF2B5EF4-FFF2-40B4-BE49-F238E27FC236}">
                <a16:creationId xmlns:a16="http://schemas.microsoft.com/office/drawing/2014/main" id="{D60E67A0-5BD9-0575-A71E-66D44F6A61C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Language History; Writing Systems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773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38EE4-86C9-E3C9-8DAB-AD3665400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7F8F1-76B4-E618-92D9-18A4E5E90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66D5A-6292-A4C6-236E-2C5D68CC6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70630"/>
            <a:ext cx="8520600" cy="299839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What are writing systems?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sz="2800" dirty="0"/>
              <a:t>Types of writing systems: </a:t>
            </a:r>
            <a:r>
              <a:rPr lang="en-US" sz="2800" b="1" dirty="0"/>
              <a:t>phono-</a:t>
            </a:r>
            <a:r>
              <a:rPr lang="en-US" sz="2800" dirty="0"/>
              <a:t>, </a:t>
            </a:r>
            <a:r>
              <a:rPr lang="en-US" sz="2800" b="1" dirty="0"/>
              <a:t>logo-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Syllabaries</a:t>
            </a:r>
          </a:p>
        </p:txBody>
      </p:sp>
    </p:spTree>
    <p:extLst>
      <p:ext uri="{BB962C8B-B14F-4D97-AF65-F5344CB8AC3E}">
        <p14:creationId xmlns:p14="http://schemas.microsoft.com/office/powerpoint/2010/main" val="33463360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Segmental Writing Systems</a:t>
            </a:r>
            <a:endParaRPr/>
          </a:p>
        </p:txBody>
      </p:sp>
      <p:pic>
        <p:nvPicPr>
          <p:cNvPr id="195" name="Google Shape;1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4475" y="1297325"/>
            <a:ext cx="6655053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4" descr="cyrillic-alphabet.gif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160875" y="410428"/>
            <a:ext cx="4619400" cy="461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4"/>
          <p:cNvSpPr/>
          <p:nvPr/>
        </p:nvSpPr>
        <p:spPr>
          <a:xfrm>
            <a:off x="3927150" y="2571750"/>
            <a:ext cx="2853000" cy="6018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0650" y="76200"/>
            <a:ext cx="2813433" cy="4991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467600" cy="857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Alphabet</a:t>
            </a:r>
            <a:endParaRPr/>
          </a:p>
        </p:txBody>
      </p:sp>
      <p:sp>
        <p:nvSpPr>
          <p:cNvPr id="212" name="Google Shape;212;p36"/>
          <p:cNvSpPr txBox="1">
            <a:spLocks noGrp="1"/>
          </p:cNvSpPr>
          <p:nvPr>
            <p:ph type="body" idx="1"/>
          </p:nvPr>
        </p:nvSpPr>
        <p:spPr>
          <a:xfrm>
            <a:off x="838200" y="1063375"/>
            <a:ext cx="7467600" cy="337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Has symbols for both consonants and vowels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May contain:</a:t>
            </a:r>
            <a:endParaRPr sz="2400"/>
          </a:p>
          <a:p>
            <a:pPr marL="914400" lvl="1" indent="-3810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Digraphs -- two letters = 1 sound</a:t>
            </a:r>
            <a:endParaRPr sz="2400"/>
          </a:p>
          <a:p>
            <a:pPr marL="1371600" lvl="2" indent="-3810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■"/>
            </a:pPr>
            <a:r>
              <a:rPr lang="en" sz="2400"/>
              <a:t>sh, th, ch</a:t>
            </a:r>
            <a:endParaRPr sz="2400"/>
          </a:p>
          <a:p>
            <a:pPr marL="914400" lvl="1" indent="-3810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One letter = 2 sounds</a:t>
            </a:r>
            <a:endParaRPr sz="2400"/>
          </a:p>
          <a:p>
            <a:pPr marL="1371600" lvl="2" indent="-3810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■"/>
            </a:pPr>
            <a:r>
              <a:rPr lang="en" sz="2400"/>
              <a:t>x</a:t>
            </a:r>
            <a:endParaRPr sz="24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Mɤɧøɴ have an alphabet?</a:t>
            </a:r>
            <a:endParaRPr/>
          </a:p>
        </p:txBody>
      </p:sp>
      <p:pic>
        <p:nvPicPr>
          <p:cNvPr id="218" name="Google Shape;21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175" y="1480350"/>
            <a:ext cx="4505325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it could look like:</a:t>
            </a:r>
            <a:endParaRPr/>
          </a:p>
        </p:txBody>
      </p:sp>
      <p:pic>
        <p:nvPicPr>
          <p:cNvPr id="224" name="Google Shape;22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400" y="1331476"/>
            <a:ext cx="1381363" cy="1248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5850" y="1416240"/>
            <a:ext cx="1381375" cy="1079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400" y="3971250"/>
            <a:ext cx="1683676" cy="93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3100" y="2651375"/>
            <a:ext cx="1196682" cy="12486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8"/>
          <p:cNvSpPr txBox="1"/>
          <p:nvPr/>
        </p:nvSpPr>
        <p:spPr>
          <a:xfrm>
            <a:off x="2579450" y="1639163"/>
            <a:ext cx="1196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Open Sans"/>
                <a:ea typeface="Open Sans"/>
                <a:cs typeface="Open Sans"/>
                <a:sym typeface="Open Sans"/>
              </a:rPr>
              <a:t>&lt; p &gt;</a:t>
            </a:r>
            <a:endParaRPr sz="3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38"/>
          <p:cNvSpPr txBox="1"/>
          <p:nvPr/>
        </p:nvSpPr>
        <p:spPr>
          <a:xfrm>
            <a:off x="2659425" y="2982113"/>
            <a:ext cx="1196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Open Sans"/>
                <a:ea typeface="Open Sans"/>
                <a:cs typeface="Open Sans"/>
                <a:sym typeface="Open Sans"/>
              </a:rPr>
              <a:t>&lt; t &gt;</a:t>
            </a:r>
            <a:endParaRPr sz="3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0" name="Google Shape;230;p38"/>
          <p:cNvSpPr txBox="1"/>
          <p:nvPr/>
        </p:nvSpPr>
        <p:spPr>
          <a:xfrm>
            <a:off x="2659425" y="4054663"/>
            <a:ext cx="1196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Open Sans"/>
                <a:ea typeface="Open Sans"/>
                <a:cs typeface="Open Sans"/>
                <a:sym typeface="Open Sans"/>
              </a:rPr>
              <a:t>&lt; k &gt;</a:t>
            </a:r>
            <a:endParaRPr sz="3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38"/>
          <p:cNvSpPr txBox="1"/>
          <p:nvPr/>
        </p:nvSpPr>
        <p:spPr>
          <a:xfrm>
            <a:off x="7050725" y="1527700"/>
            <a:ext cx="1196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Open Sans"/>
                <a:ea typeface="Open Sans"/>
                <a:cs typeface="Open Sans"/>
                <a:sym typeface="Open Sans"/>
              </a:rPr>
              <a:t>&lt; a &gt;</a:t>
            </a:r>
            <a:endParaRPr sz="3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38"/>
          <p:cNvSpPr txBox="1"/>
          <p:nvPr/>
        </p:nvSpPr>
        <p:spPr>
          <a:xfrm>
            <a:off x="7130675" y="3492388"/>
            <a:ext cx="1196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Open Sans"/>
                <a:ea typeface="Open Sans"/>
                <a:cs typeface="Open Sans"/>
                <a:sym typeface="Open Sans"/>
              </a:rPr>
              <a:t>&lt; e &gt;</a:t>
            </a:r>
            <a:endParaRPr sz="32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3" name="Google Shape;233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5511013" y="3261520"/>
            <a:ext cx="1067624" cy="13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Mɤɧøɴ have an alphabet?</a:t>
            </a:r>
            <a:endParaRPr/>
          </a:p>
        </p:txBody>
      </p:sp>
      <p:sp>
        <p:nvSpPr>
          <p:cNvPr id="239" name="Google Shape;239;p39"/>
          <p:cNvSpPr txBox="1">
            <a:spLocks noGrp="1"/>
          </p:cNvSpPr>
          <p:nvPr>
            <p:ph type="body" idx="1"/>
          </p:nvPr>
        </p:nvSpPr>
        <p:spPr>
          <a:xfrm>
            <a:off x="311700" y="1608525"/>
            <a:ext cx="8520600" cy="29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Yes: </a:t>
            </a:r>
            <a:endParaRPr sz="24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There are both consonants and vowels in the language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It’s super easy</a:t>
            </a:r>
            <a:endParaRPr sz="2000"/>
          </a:p>
          <a:p>
            <a:pPr marL="9144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No:</a:t>
            </a:r>
            <a:endParaRPr sz="24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It’s super boring</a:t>
            </a:r>
            <a:endParaRPr sz="20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50" y="210375"/>
            <a:ext cx="5651666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0"/>
          <p:cNvSpPr/>
          <p:nvPr/>
        </p:nvSpPr>
        <p:spPr>
          <a:xfrm>
            <a:off x="6519329" y="1180853"/>
            <a:ext cx="333300" cy="21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40"/>
          <p:cNvSpPr txBox="1"/>
          <p:nvPr/>
        </p:nvSpPr>
        <p:spPr>
          <a:xfrm>
            <a:off x="6926850" y="985425"/>
            <a:ext cx="5073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ʔ</a:t>
            </a:r>
            <a:endParaRPr sz="2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467600" cy="857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Abjad</a:t>
            </a:r>
            <a:endParaRPr/>
          </a:p>
        </p:txBody>
      </p:sp>
      <p:sp>
        <p:nvSpPr>
          <p:cNvPr id="252" name="Google Shape;252;p41"/>
          <p:cNvSpPr txBox="1">
            <a:spLocks noGrp="1"/>
          </p:cNvSpPr>
          <p:nvPr>
            <p:ph type="body" idx="1"/>
          </p:nvPr>
        </p:nvSpPr>
        <p:spPr>
          <a:xfrm>
            <a:off x="1492600" y="2304125"/>
            <a:ext cx="6871200" cy="263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6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Only has symbols for consonants</a:t>
            </a:r>
            <a:endParaRPr sz="24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75" y="195263"/>
            <a:ext cx="8096250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467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lang="en"/>
              <a:t>Should you have an abjad?</a:t>
            </a:r>
            <a:endParaRPr/>
          </a:p>
        </p:txBody>
      </p:sp>
      <p:sp>
        <p:nvSpPr>
          <p:cNvPr id="263" name="Google Shape;263;p43"/>
          <p:cNvSpPr txBox="1">
            <a:spLocks noGrp="1"/>
          </p:cNvSpPr>
          <p:nvPr>
            <p:ph type="body" idx="1"/>
          </p:nvPr>
        </p:nvSpPr>
        <p:spPr>
          <a:xfrm>
            <a:off x="457200" y="1640000"/>
            <a:ext cx="7467600" cy="31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1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80"/>
              <a:buNone/>
            </a:pPr>
            <a:endParaRPr sz="3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/>
              <a:t>Cn y’ll rd ths sntnc? Ths s wht nglsh wld lk lk f th lphbt wr n bjd.</a:t>
            </a:r>
            <a:endParaRPr sz="36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467600" cy="857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your language have an abjad?</a:t>
            </a:r>
            <a:endParaRPr/>
          </a:p>
        </p:txBody>
      </p:sp>
      <p:sp>
        <p:nvSpPr>
          <p:cNvPr id="269" name="Google Shape;269;p4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7467600" cy="3655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6710" algn="l" rtl="0">
              <a:spcBef>
                <a:spcPts val="600"/>
              </a:spcBef>
              <a:spcAft>
                <a:spcPts val="0"/>
              </a:spcAft>
              <a:buSzPts val="1860"/>
              <a:buChar char="-"/>
            </a:pPr>
            <a:r>
              <a:rPr lang="en" sz="2400"/>
              <a:t>Are the vowels predictable through context?</a:t>
            </a:r>
            <a:endParaRPr sz="2400"/>
          </a:p>
          <a:p>
            <a:pPr marL="914400" lvl="1" indent="-358140" algn="l" rtl="0">
              <a:spcBef>
                <a:spcPts val="0"/>
              </a:spcBef>
              <a:spcAft>
                <a:spcPts val="0"/>
              </a:spcAft>
              <a:buSzPts val="2040"/>
              <a:buChar char="-"/>
            </a:pPr>
            <a:r>
              <a:rPr lang="en" sz="2000"/>
              <a:t>If yes, then absolutely.</a:t>
            </a:r>
            <a:endParaRPr sz="2000"/>
          </a:p>
          <a:p>
            <a:pPr marL="914400" lvl="1" indent="-358140" algn="l" rtl="0">
              <a:spcBef>
                <a:spcPts val="0"/>
              </a:spcBef>
              <a:spcAft>
                <a:spcPts val="0"/>
              </a:spcAft>
              <a:buSzPts val="2040"/>
              <a:buChar char="-"/>
            </a:pPr>
            <a:r>
              <a:rPr lang="en" sz="2000"/>
              <a:t>If no, then no.</a:t>
            </a:r>
            <a:endParaRPr sz="2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3200" b="1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467600" cy="857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your language have an abjad?</a:t>
            </a:r>
            <a:endParaRPr/>
          </a:p>
        </p:txBody>
      </p:sp>
      <p:sp>
        <p:nvSpPr>
          <p:cNvPr id="275" name="Google Shape;275;p4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7467600" cy="3655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6710" algn="l" rtl="0">
              <a:spcBef>
                <a:spcPts val="600"/>
              </a:spcBef>
              <a:spcAft>
                <a:spcPts val="0"/>
              </a:spcAft>
              <a:buSzPts val="1860"/>
              <a:buChar char="-"/>
            </a:pPr>
            <a:r>
              <a:rPr lang="en" sz="2400"/>
              <a:t>Are the vowels predictable through context?</a:t>
            </a:r>
            <a:endParaRPr sz="2400"/>
          </a:p>
          <a:p>
            <a:pPr marL="914400" lvl="1" indent="-358140" algn="l" rtl="0">
              <a:spcBef>
                <a:spcPts val="0"/>
              </a:spcBef>
              <a:spcAft>
                <a:spcPts val="0"/>
              </a:spcAft>
              <a:buSzPts val="2040"/>
              <a:buChar char="-"/>
            </a:pPr>
            <a:r>
              <a:rPr lang="en" sz="2000"/>
              <a:t>If yes, then absolutely.</a:t>
            </a:r>
            <a:endParaRPr sz="2000"/>
          </a:p>
          <a:p>
            <a:pPr marL="914400" lvl="1" indent="-358140" algn="l" rtl="0">
              <a:spcBef>
                <a:spcPts val="0"/>
              </a:spcBef>
              <a:spcAft>
                <a:spcPts val="0"/>
              </a:spcAft>
              <a:buSzPts val="2040"/>
              <a:buChar char="-"/>
            </a:pPr>
            <a:r>
              <a:rPr lang="en" sz="2000"/>
              <a:t>If no, then no.</a:t>
            </a:r>
            <a:endParaRPr sz="2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200" b="1"/>
              <a:t>Yesterday, I sng a sng.</a:t>
            </a:r>
            <a:endParaRPr sz="3200" b="1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467600" cy="857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your language have an abjad?</a:t>
            </a:r>
            <a:endParaRPr/>
          </a:p>
        </p:txBody>
      </p:sp>
      <p:sp>
        <p:nvSpPr>
          <p:cNvPr id="281" name="Google Shape;281;p4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7467600" cy="3655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6710" algn="l" rtl="0">
              <a:spcBef>
                <a:spcPts val="600"/>
              </a:spcBef>
              <a:spcAft>
                <a:spcPts val="0"/>
              </a:spcAft>
              <a:buSzPts val="1860"/>
              <a:buChar char="-"/>
            </a:pPr>
            <a:r>
              <a:rPr lang="en" sz="2400"/>
              <a:t>Are the vowels predictable through context?</a:t>
            </a:r>
            <a:endParaRPr sz="2400"/>
          </a:p>
          <a:p>
            <a:pPr marL="914400" lvl="1" indent="-358140" algn="l" rtl="0">
              <a:spcBef>
                <a:spcPts val="0"/>
              </a:spcBef>
              <a:spcAft>
                <a:spcPts val="0"/>
              </a:spcAft>
              <a:buSzPts val="2040"/>
              <a:buChar char="-"/>
            </a:pPr>
            <a:r>
              <a:rPr lang="en" sz="2000"/>
              <a:t>If yes, then absolutely.</a:t>
            </a:r>
            <a:endParaRPr sz="2000"/>
          </a:p>
          <a:p>
            <a:pPr marL="914400" lvl="1" indent="-358140" algn="l" rtl="0">
              <a:spcBef>
                <a:spcPts val="0"/>
              </a:spcBef>
              <a:spcAft>
                <a:spcPts val="0"/>
              </a:spcAft>
              <a:buSzPts val="2040"/>
              <a:buChar char="-"/>
            </a:pPr>
            <a:r>
              <a:rPr lang="en" sz="2000"/>
              <a:t>If no, then no.</a:t>
            </a:r>
            <a:endParaRPr sz="2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200" b="1"/>
              <a:t>At noon I sng a sng.</a:t>
            </a:r>
            <a:endParaRPr sz="3200" b="1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467600" cy="857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your language have an abjad?</a:t>
            </a:r>
            <a:endParaRPr/>
          </a:p>
        </p:txBody>
      </p:sp>
      <p:sp>
        <p:nvSpPr>
          <p:cNvPr id="287" name="Google Shape;287;p4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7467600" cy="3655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6710" algn="l" rtl="0">
              <a:spcBef>
                <a:spcPts val="600"/>
              </a:spcBef>
              <a:spcAft>
                <a:spcPts val="0"/>
              </a:spcAft>
              <a:buSzPts val="1860"/>
              <a:buChar char="-"/>
            </a:pPr>
            <a:r>
              <a:rPr lang="en" sz="2400"/>
              <a:t>Are the vowels predictable through context?</a:t>
            </a:r>
            <a:endParaRPr sz="2400"/>
          </a:p>
          <a:p>
            <a:pPr marL="914400" lvl="1" indent="-358140" algn="l" rtl="0">
              <a:spcBef>
                <a:spcPts val="0"/>
              </a:spcBef>
              <a:spcAft>
                <a:spcPts val="0"/>
              </a:spcAft>
              <a:buSzPts val="2040"/>
              <a:buChar char="-"/>
            </a:pPr>
            <a:r>
              <a:rPr lang="en" sz="2000"/>
              <a:t>If yes, then absolutely.</a:t>
            </a:r>
            <a:endParaRPr sz="2000"/>
          </a:p>
          <a:p>
            <a:pPr marL="914400" lvl="1" indent="-358140" algn="l" rtl="0">
              <a:spcBef>
                <a:spcPts val="0"/>
              </a:spcBef>
              <a:spcAft>
                <a:spcPts val="0"/>
              </a:spcAft>
              <a:buSzPts val="2040"/>
              <a:buChar char="-"/>
            </a:pPr>
            <a:r>
              <a:rPr lang="en" sz="2000"/>
              <a:t>If no, then no.</a:t>
            </a:r>
            <a:endParaRPr sz="2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200" b="1"/>
              <a:t>T nn sng sng.</a:t>
            </a:r>
            <a:endParaRPr sz="3200" b="1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Mɤɧøɴ have an abjad?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3" name="Google Shape;29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175" y="1480350"/>
            <a:ext cx="4505325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it could look like:</a:t>
            </a:r>
            <a:endParaRPr/>
          </a:p>
        </p:txBody>
      </p:sp>
      <p:pic>
        <p:nvPicPr>
          <p:cNvPr id="299" name="Google Shape;29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400" y="1331476"/>
            <a:ext cx="1381363" cy="1248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5850" y="1416240"/>
            <a:ext cx="1381375" cy="1079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400" y="3971250"/>
            <a:ext cx="1683676" cy="93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3100" y="2651375"/>
            <a:ext cx="1196682" cy="1248649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9"/>
          <p:cNvSpPr txBox="1"/>
          <p:nvPr/>
        </p:nvSpPr>
        <p:spPr>
          <a:xfrm>
            <a:off x="2579450" y="1639163"/>
            <a:ext cx="1196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Open Sans"/>
                <a:ea typeface="Open Sans"/>
                <a:cs typeface="Open Sans"/>
                <a:sym typeface="Open Sans"/>
              </a:rPr>
              <a:t>&lt; p &gt;</a:t>
            </a:r>
            <a:endParaRPr sz="3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p49"/>
          <p:cNvSpPr txBox="1"/>
          <p:nvPr/>
        </p:nvSpPr>
        <p:spPr>
          <a:xfrm>
            <a:off x="2659425" y="2982113"/>
            <a:ext cx="1196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Open Sans"/>
                <a:ea typeface="Open Sans"/>
                <a:cs typeface="Open Sans"/>
                <a:sym typeface="Open Sans"/>
              </a:rPr>
              <a:t>&lt; t &gt;</a:t>
            </a:r>
            <a:endParaRPr sz="3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" name="Google Shape;305;p49"/>
          <p:cNvSpPr txBox="1"/>
          <p:nvPr/>
        </p:nvSpPr>
        <p:spPr>
          <a:xfrm>
            <a:off x="2659425" y="4054663"/>
            <a:ext cx="1196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Open Sans"/>
                <a:ea typeface="Open Sans"/>
                <a:cs typeface="Open Sans"/>
                <a:sym typeface="Open Sans"/>
              </a:rPr>
              <a:t>&lt; k &gt;</a:t>
            </a:r>
            <a:endParaRPr sz="3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6" name="Google Shape;306;p49"/>
          <p:cNvSpPr txBox="1"/>
          <p:nvPr/>
        </p:nvSpPr>
        <p:spPr>
          <a:xfrm>
            <a:off x="7050725" y="1527700"/>
            <a:ext cx="1196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Open Sans"/>
                <a:ea typeface="Open Sans"/>
                <a:cs typeface="Open Sans"/>
                <a:sym typeface="Open Sans"/>
              </a:rPr>
              <a:t>&lt; q &gt;</a:t>
            </a:r>
            <a:endParaRPr sz="3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7" name="Google Shape;307;p49"/>
          <p:cNvSpPr txBox="1"/>
          <p:nvPr/>
        </p:nvSpPr>
        <p:spPr>
          <a:xfrm>
            <a:off x="7130675" y="3492400"/>
            <a:ext cx="13815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Open Sans"/>
                <a:ea typeface="Open Sans"/>
                <a:cs typeface="Open Sans"/>
                <a:sym typeface="Open Sans"/>
              </a:rPr>
              <a:t>&lt; m &gt;</a:t>
            </a:r>
            <a:endParaRPr sz="32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08" name="Google Shape;308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5542713" y="3261520"/>
            <a:ext cx="1067624" cy="13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Mɤɧøɴ have an abjad?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5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take a look at a line that was translated: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Çi ɗekampaa ʀiɴɤ Wisiyesi. → Ç ɗkmp ʀɴ Wsys.</a:t>
            </a:r>
            <a:endParaRPr sz="24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“Once upon a time, there was a city named Undersplash.”</a:t>
            </a:r>
            <a:endParaRPr sz="24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15" name="Google Shape;315;p50"/>
          <p:cNvSpPr/>
          <p:nvPr/>
        </p:nvSpPr>
        <p:spPr>
          <a:xfrm>
            <a:off x="2057750" y="2333100"/>
            <a:ext cx="536100" cy="5796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50"/>
          <p:cNvSpPr/>
          <p:nvPr/>
        </p:nvSpPr>
        <p:spPr>
          <a:xfrm>
            <a:off x="768050" y="2289625"/>
            <a:ext cx="434700" cy="5796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7" name="Google Shape;317;p50"/>
          <p:cNvCxnSpPr>
            <a:stCxn id="316" idx="3"/>
          </p:cNvCxnSpPr>
          <p:nvPr/>
        </p:nvCxnSpPr>
        <p:spPr>
          <a:xfrm flipH="1">
            <a:off x="608510" y="2784345"/>
            <a:ext cx="223200" cy="134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" name="Google Shape;318;p50"/>
          <p:cNvCxnSpPr>
            <a:stCxn id="315" idx="7"/>
          </p:cNvCxnSpPr>
          <p:nvPr/>
        </p:nvCxnSpPr>
        <p:spPr>
          <a:xfrm rot="10800000" flipH="1">
            <a:off x="2515340" y="2043280"/>
            <a:ext cx="629400" cy="37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9" name="Google Shape;319;p50"/>
          <p:cNvSpPr txBox="1"/>
          <p:nvPr/>
        </p:nvSpPr>
        <p:spPr>
          <a:xfrm>
            <a:off x="3144750" y="1715550"/>
            <a:ext cx="73383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Open Sans"/>
                <a:ea typeface="Open Sans"/>
                <a:cs typeface="Open Sans"/>
                <a:sym typeface="Open Sans"/>
              </a:rPr>
              <a:t>pa </a:t>
            </a: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‘past’ vs. </a:t>
            </a:r>
            <a:r>
              <a:rPr lang="en" sz="2000" b="1">
                <a:latin typeface="Open Sans"/>
                <a:ea typeface="Open Sans"/>
                <a:cs typeface="Open Sans"/>
                <a:sym typeface="Open Sans"/>
              </a:rPr>
              <a:t>paa </a:t>
            </a: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‘super past’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50"/>
          <p:cNvSpPr txBox="1"/>
          <p:nvPr/>
        </p:nvSpPr>
        <p:spPr>
          <a:xfrm>
            <a:off x="398650" y="4006425"/>
            <a:ext cx="73383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Average"/>
                <a:ea typeface="Average"/>
                <a:cs typeface="Average"/>
                <a:sym typeface="Average"/>
              </a:rPr>
              <a:t>çi</a:t>
            </a:r>
            <a:r>
              <a:rPr lang="en" sz="2000" b="1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‘progressive’ vs. </a:t>
            </a:r>
            <a:r>
              <a:rPr lang="en" sz="2400" b="1">
                <a:latin typeface="Average"/>
                <a:ea typeface="Average"/>
                <a:cs typeface="Average"/>
                <a:sym typeface="Average"/>
              </a:rPr>
              <a:t>çɤ</a:t>
            </a:r>
            <a:r>
              <a:rPr lang="en" sz="2400"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‘could’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3A806-447A-E04A-7145-551BFE5C1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Should </a:t>
            </a:r>
            <a:r>
              <a:rPr lang="en-US" dirty="0" err="1"/>
              <a:t>Dorgon</a:t>
            </a:r>
            <a:r>
              <a:rPr lang="en-US" dirty="0"/>
              <a:t> have an abjad?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A63CE-0411-B661-4A42-795F7904B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8751" y="1659695"/>
            <a:ext cx="7763549" cy="2909330"/>
          </a:xfrm>
        </p:spPr>
        <p:txBody>
          <a:bodyPr/>
          <a:lstStyle/>
          <a:p>
            <a:pPr>
              <a:lnSpc>
                <a:spcPct val="114999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Behold! I am </a:t>
            </a:r>
            <a:r>
              <a:rPr lang="en-US" sz="2000" b="1" dirty="0" err="1">
                <a:solidFill>
                  <a:srgbClr val="000000"/>
                </a:solidFill>
                <a:latin typeface="Times New Roman"/>
                <a:cs typeface="Times New Roman"/>
              </a:rPr>
              <a:t>Galasiul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. I am the greatest of all (the) </a:t>
            </a:r>
            <a:r>
              <a:rPr lang="en-US" sz="2000" b="1" dirty="0" err="1">
                <a:solidFill>
                  <a:srgbClr val="000000"/>
                </a:solidFill>
                <a:latin typeface="Times New Roman"/>
                <a:cs typeface="Times New Roman"/>
              </a:rPr>
              <a:t>Dorgons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. </a:t>
            </a:r>
            <a:endParaRPr lang="en-US" sz="2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unb</a:t>
            </a:r>
            <a:r>
              <a:rPr lang="es-E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! </a:t>
            </a: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sa</a:t>
            </a:r>
            <a:r>
              <a:rPr lang="es-E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galasjul</a:t>
            </a:r>
            <a:r>
              <a:rPr lang="es-E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s-ES" sz="2000" i="1" err="1">
                <a:solidFill>
                  <a:srgbClr val="000000"/>
                </a:solidFill>
                <a:highlight>
                  <a:srgbClr val="00FFFF"/>
                </a:highlight>
                <a:latin typeface="Times New Roman"/>
                <a:cs typeface="Times New Roman"/>
              </a:rPr>
              <a:t>pfo</a:t>
            </a: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de</a:t>
            </a:r>
            <a:r>
              <a:rPr lang="es-E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. </a:t>
            </a: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sa</a:t>
            </a:r>
            <a:r>
              <a:rPr lang="es-E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g</a:t>
            </a:r>
            <a:r>
              <a:rPr lang="es-ES" sz="2000" i="1" err="1">
                <a:solidFill>
                  <a:srgbClr val="000000"/>
                </a:solidFill>
                <a:highlight>
                  <a:srgbClr val="00FFFF"/>
                </a:highlight>
                <a:latin typeface="Times New Roman"/>
                <a:cs typeface="Times New Roman"/>
              </a:rPr>
              <a:t>pfa</a:t>
            </a: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pfa</a:t>
            </a:r>
            <a:r>
              <a:rPr lang="es-E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s-ES" sz="2000" i="1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eke</a:t>
            </a: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sxdg</a:t>
            </a:r>
            <a:r>
              <a:rPr lang="es-E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lang="en" sz="2000" i="1" err="1">
                <a:solidFill>
                  <a:srgbClr val="000000"/>
                </a:solidFill>
                <a:latin typeface="Times New Roman"/>
                <a:cs typeface="Times New Roman"/>
              </a:rPr>
              <a:t>aŋk</a:t>
            </a:r>
            <a:r>
              <a:rPr lang="en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r>
              <a:rPr lang="es-E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s-E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pfode</a:t>
            </a:r>
            <a:r>
              <a:rPr lang="es-E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endParaRPr lang="en-US" sz="2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As emperor, all </a:t>
            </a:r>
            <a:r>
              <a:rPr lang="en-US" sz="2000" b="1" err="1">
                <a:solidFill>
                  <a:srgbClr val="000000"/>
                </a:solidFill>
                <a:latin typeface="Times New Roman"/>
                <a:cs typeface="Times New Roman"/>
              </a:rPr>
              <a:t>Dorgons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bow at my feet. 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2000" i="1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ika</a:t>
            </a: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coɳɟa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kθu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000" i="1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eke</a:t>
            </a: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base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sxdo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000" i="1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eke</a:t>
            </a: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pfodg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lang="en" sz="2000" i="1" err="1">
                <a:solidFill>
                  <a:srgbClr val="000000"/>
                </a:solidFill>
                <a:latin typeface="Times New Roman"/>
                <a:cs typeface="Times New Roman"/>
              </a:rPr>
              <a:t>aŋk</a:t>
            </a:r>
            <a:r>
              <a:rPr lang="en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on.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(The) Killer </a:t>
            </a:r>
            <a:r>
              <a:rPr lang="en-US" sz="2000" b="1" err="1">
                <a:solidFill>
                  <a:srgbClr val="000000"/>
                </a:solidFill>
                <a:latin typeface="Times New Roman"/>
                <a:cs typeface="Times New Roman"/>
              </a:rPr>
              <a:t>Dorgons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lay their weapons at my feet. 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modlx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lang="en-US" sz="2000" i="1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eke</a:t>
            </a: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xon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-a </a:t>
            </a:r>
            <a:r>
              <a:rPr lang="en-US" sz="2000" i="1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eke</a:t>
            </a: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sxa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000" i="1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eke</a:t>
            </a: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base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000" i="1" err="1">
                <a:solidFill>
                  <a:srgbClr val="000000"/>
                </a:solidFill>
                <a:latin typeface="Times New Roman"/>
                <a:cs typeface="Times New Roman"/>
              </a:rPr>
              <a:t>sxdo</a:t>
            </a:r>
            <a:r>
              <a:rPr lang="en-US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endParaRPr lang="en-US" sz="2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14300" indent="0">
              <a:lnSpc>
                <a:spcPct val="114999"/>
              </a:lnSpc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106370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EF58-610F-3141-0286-80349B2CE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Should your language have an abjad?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FBD5A-DC37-2B1E-309C-1EBB76F8B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614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467600" cy="857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Devanagari (Sanskrit, Hindi)</a:t>
            </a:r>
            <a:endParaRPr/>
          </a:p>
        </p:txBody>
      </p:sp>
      <p:pic>
        <p:nvPicPr>
          <p:cNvPr id="326" name="Google Shape;326;p51" descr="devanagari-ta.tif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4638" y="1762075"/>
            <a:ext cx="6194725" cy="254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467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lang="en"/>
              <a:t>Ge’ez (Amharic, Tigrinya)</a:t>
            </a:r>
            <a:endParaRPr/>
          </a:p>
        </p:txBody>
      </p:sp>
      <p:pic>
        <p:nvPicPr>
          <p:cNvPr id="332" name="Google Shape;332;p52" descr="abugida-sha.tif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1" y="1463621"/>
            <a:ext cx="6881775" cy="139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52" descr="abugida-ña.ti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6688" y="3257925"/>
            <a:ext cx="6624800" cy="122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467600" cy="857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Abugida (Alphasyllabary)</a:t>
            </a:r>
            <a:endParaRPr/>
          </a:p>
        </p:txBody>
      </p:sp>
      <p:sp>
        <p:nvSpPr>
          <p:cNvPr id="339" name="Google Shape;339;p53"/>
          <p:cNvSpPr txBox="1">
            <a:spLocks noGrp="1"/>
          </p:cNvSpPr>
          <p:nvPr>
            <p:ph type="body" idx="1"/>
          </p:nvPr>
        </p:nvSpPr>
        <p:spPr>
          <a:xfrm>
            <a:off x="457200" y="1883875"/>
            <a:ext cx="7467600" cy="297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08610" algn="l" rtl="0">
              <a:spcBef>
                <a:spcPts val="600"/>
              </a:spcBef>
              <a:spcAft>
                <a:spcPts val="0"/>
              </a:spcAft>
              <a:buSzPts val="1260"/>
              <a:buChar char="-"/>
            </a:pPr>
            <a:r>
              <a:rPr lang="en"/>
              <a:t>Kind of like an abjad, in that the consonant symbols are the focus</a:t>
            </a:r>
            <a:endParaRPr/>
          </a:p>
          <a:p>
            <a:pPr marL="457200" lvl="0" indent="-308610" algn="l" rtl="0">
              <a:spcBef>
                <a:spcPts val="1000"/>
              </a:spcBef>
              <a:spcAft>
                <a:spcPts val="0"/>
              </a:spcAft>
              <a:buSzPts val="1260"/>
              <a:buChar char="-"/>
            </a:pPr>
            <a:r>
              <a:rPr lang="en"/>
              <a:t>But is an alphabet, in that it has symbols for both consonants and vowels</a:t>
            </a:r>
            <a:endParaRPr/>
          </a:p>
          <a:p>
            <a:pPr marL="457200" lvl="0" indent="-308610" algn="l" rtl="0">
              <a:spcBef>
                <a:spcPts val="1000"/>
              </a:spcBef>
              <a:spcAft>
                <a:spcPts val="1000"/>
              </a:spcAft>
              <a:buSzPts val="1260"/>
              <a:buChar char="-"/>
            </a:pPr>
            <a:r>
              <a:rPr lang="en"/>
              <a:t>Arranged by syllables, with vowels usually marked by “diacritics” (extra squiggles, lines, etc.)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Mɤɧøɴ have an abugida?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5" name="Google Shape;34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175" y="1480350"/>
            <a:ext cx="4505325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it could look like:</a:t>
            </a:r>
            <a:endParaRPr/>
          </a:p>
        </p:txBody>
      </p:sp>
      <p:pic>
        <p:nvPicPr>
          <p:cNvPr id="351" name="Google Shape;35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400" y="1331476"/>
            <a:ext cx="1381363" cy="1248651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55"/>
          <p:cNvSpPr txBox="1"/>
          <p:nvPr/>
        </p:nvSpPr>
        <p:spPr>
          <a:xfrm>
            <a:off x="2601153" y="1288972"/>
            <a:ext cx="60138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dirty="0">
                <a:latin typeface="Open Sans"/>
                <a:ea typeface="Open Sans"/>
                <a:cs typeface="Open Sans"/>
                <a:sym typeface="Open Sans"/>
              </a:rPr>
              <a:t>&lt; </a:t>
            </a:r>
            <a:r>
              <a:rPr lang="en" sz="3200" dirty="0" err="1">
                <a:latin typeface="Open Sans"/>
                <a:ea typeface="Open Sans"/>
                <a:cs typeface="Open Sans"/>
                <a:sym typeface="Open Sans"/>
              </a:rPr>
              <a:t>pɤ</a:t>
            </a:r>
            <a:r>
              <a:rPr lang="en" sz="3200" dirty="0">
                <a:latin typeface="Open Sans"/>
                <a:ea typeface="Open Sans"/>
                <a:cs typeface="Open Sans"/>
                <a:sym typeface="Open Sans"/>
              </a:rPr>
              <a:t> &gt; (no modification - most common vowel in language)</a:t>
            </a:r>
            <a:endParaRPr sz="32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53" name="Google Shape;35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225" y="3087025"/>
            <a:ext cx="1451826" cy="115299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55"/>
          <p:cNvSpPr txBox="1"/>
          <p:nvPr/>
        </p:nvSpPr>
        <p:spPr>
          <a:xfrm>
            <a:off x="679345" y="4240025"/>
            <a:ext cx="7157305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>
                <a:latin typeface="Open Sans"/>
                <a:ea typeface="Open Sans"/>
                <a:cs typeface="Open Sans"/>
                <a:sym typeface="Open Sans"/>
              </a:rPr>
              <a:t>&lt; pi &gt;		&lt;pa&gt;		  &lt;</a:t>
            </a:r>
            <a:r>
              <a:rPr lang="en" sz="3200" err="1">
                <a:latin typeface="Open Sans"/>
                <a:ea typeface="Open Sans"/>
                <a:cs typeface="Open Sans"/>
                <a:sym typeface="Open Sans"/>
              </a:rPr>
              <a:t>qa</a:t>
            </a:r>
            <a:r>
              <a:rPr lang="en" sz="3200">
                <a:latin typeface="Open Sans"/>
                <a:ea typeface="Open Sans"/>
                <a:cs typeface="Open Sans"/>
                <a:sym typeface="Open Sans"/>
              </a:rPr>
              <a:t>&gt;</a:t>
            </a:r>
            <a:endParaRPr/>
          </a:p>
        </p:txBody>
      </p:sp>
      <p:pic>
        <p:nvPicPr>
          <p:cNvPr id="355" name="Google Shape;355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3834" y="3039200"/>
            <a:ext cx="1539157" cy="124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83447" y="3089839"/>
            <a:ext cx="1451826" cy="1134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Mɤɧøɴ have an abugida?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56"/>
          <p:cNvSpPr txBox="1">
            <a:spLocks noGrp="1"/>
          </p:cNvSpPr>
          <p:nvPr>
            <p:ph type="body" idx="1"/>
          </p:nvPr>
        </p:nvSpPr>
        <p:spPr>
          <a:xfrm>
            <a:off x="311700" y="1507100"/>
            <a:ext cx="8520600" cy="30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Yes: </a:t>
            </a:r>
            <a:endParaRPr sz="24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There are both consonants and vowels in the language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It’s super easy and cool</a:t>
            </a:r>
            <a:endParaRPr sz="20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No:</a:t>
            </a:r>
            <a:endParaRPr sz="24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Nada!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Activity: which system works best?</a:t>
            </a:r>
            <a:endParaRPr/>
          </a:p>
        </p:txBody>
      </p:sp>
      <p:sp>
        <p:nvSpPr>
          <p:cNvPr id="368" name="Google Shape;368;p57"/>
          <p:cNvSpPr txBox="1">
            <a:spLocks noGrp="1"/>
          </p:cNvSpPr>
          <p:nvPr>
            <p:ph type="body" idx="1"/>
          </p:nvPr>
        </p:nvSpPr>
        <p:spPr>
          <a:xfrm>
            <a:off x="311700" y="1579550"/>
            <a:ext cx="8520600" cy="298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Pick a single consonant in your language from your consonant inventories.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Next, write down all of the vowels in your vowel system. (If your language is tonal, don’t forget about tones!)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Finally, identify your phonotactics -- how many syllable combinations would your language have?  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5-10?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1000"/>
              </a:spcAft>
              <a:buSzPts val="1400"/>
              <a:buAutoNum type="alphaLcPeriod"/>
            </a:pPr>
            <a:r>
              <a:rPr lang="en"/>
              <a:t>Or a TON?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A98E158D-E386-A00A-375E-351CE5C10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>
            <a:extLst>
              <a:ext uri="{FF2B5EF4-FFF2-40B4-BE49-F238E27FC236}">
                <a16:creationId xmlns:a16="http://schemas.microsoft.com/office/drawing/2014/main" id="{7C127348-1C3A-37CA-2DF2-A5374B7DA1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If there's time: Let’s sketch 5 more symbols</a:t>
            </a:r>
            <a:endParaRPr/>
          </a:p>
        </p:txBody>
      </p:sp>
      <p:sp>
        <p:nvSpPr>
          <p:cNvPr id="168" name="Google Shape;168;p30">
            <a:extLst>
              <a:ext uri="{FF2B5EF4-FFF2-40B4-BE49-F238E27FC236}">
                <a16:creationId xmlns:a16="http://schemas.microsoft.com/office/drawing/2014/main" id="{5EBBE80C-E437-B846-C655-E566C83684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2571750"/>
            <a:ext cx="8520600" cy="19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https://sketch.io/sketchpad/</a:t>
            </a:r>
            <a:r>
              <a:rPr lang="en"/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0351071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43261E1A16A147A2466AA19A77A585" ma:contentTypeVersion="12" ma:contentTypeDescription="Create a new document." ma:contentTypeScope="" ma:versionID="ad4ae2e3ba7809d9434bae52bf243bb1">
  <xsd:schema xmlns:xsd="http://www.w3.org/2001/XMLSchema" xmlns:xs="http://www.w3.org/2001/XMLSchema" xmlns:p="http://schemas.microsoft.com/office/2006/metadata/properties" xmlns:ns2="3e067b83-0621-4377-b1f9-3cbd7d70ef02" xmlns:ns3="094ebba0-f250-498f-82c1-8c3cc4fdf0d5" targetNamespace="http://schemas.microsoft.com/office/2006/metadata/properties" ma:root="true" ma:fieldsID="ba16b7833446efd47e75d4563f8f6aac" ns2:_="" ns3:_="">
    <xsd:import namespace="3e067b83-0621-4377-b1f9-3cbd7d70ef02"/>
    <xsd:import namespace="094ebba0-f250-498f-82c1-8c3cc4fdf0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067b83-0621-4377-b1f9-3cbd7d70ef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560d88b-9459-45c3-8a30-9c03b99f5b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4ebba0-f250-498f-82c1-8c3cc4fdf0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2d0cfcc-8f92-45a5-b6cb-c3f5aa4c553e}" ma:internalName="TaxCatchAll" ma:showField="CatchAllData" ma:web="094ebba0-f250-498f-82c1-8c3cc4fdf0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067b83-0621-4377-b1f9-3cbd7d70ef02">
      <Terms xmlns="http://schemas.microsoft.com/office/infopath/2007/PartnerControls"/>
    </lcf76f155ced4ddcb4097134ff3c332f>
    <TaxCatchAll xmlns="094ebba0-f250-498f-82c1-8c3cc4fdf0d5" xsi:nil="true"/>
  </documentManagement>
</p:properties>
</file>

<file path=customXml/itemProps1.xml><?xml version="1.0" encoding="utf-8"?>
<ds:datastoreItem xmlns:ds="http://schemas.openxmlformats.org/officeDocument/2006/customXml" ds:itemID="{7561B32C-EA61-4C99-9828-4B1D497792A4}"/>
</file>

<file path=customXml/itemProps2.xml><?xml version="1.0" encoding="utf-8"?>
<ds:datastoreItem xmlns:ds="http://schemas.openxmlformats.org/officeDocument/2006/customXml" ds:itemID="{683A2F3F-F386-4BC9-A37C-03BE08C1E895}"/>
</file>

<file path=customXml/itemProps3.xml><?xml version="1.0" encoding="utf-8"?>
<ds:datastoreItem xmlns:ds="http://schemas.openxmlformats.org/officeDocument/2006/customXml" ds:itemID="{A3D081D4-7F1C-42F2-ACC2-E0A2F7F5027E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88</Slides>
  <Notes>66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Tropic</vt:lpstr>
      <vt:lpstr>Linguistics 200, Day 13</vt:lpstr>
      <vt:lpstr>Today</vt:lpstr>
      <vt:lpstr>All languages have a history – discuss with your neighbors</vt:lpstr>
      <vt:lpstr>PowerPoint Presentation</vt:lpstr>
      <vt:lpstr>What did PIE sound like?</vt:lpstr>
      <vt:lpstr>What did PIE sound like?</vt:lpstr>
      <vt:lpstr>https://phillbarnett.com/  </vt:lpstr>
      <vt:lpstr>What did PIE sound like?</vt:lpstr>
      <vt:lpstr>Let's go through this together.</vt:lpstr>
      <vt:lpstr>PowerPoint Presentation</vt:lpstr>
      <vt:lpstr>PowerPoint Presentation</vt:lpstr>
      <vt:lpstr>Identifying Sound Changes</vt:lpstr>
      <vt:lpstr>Elsewhere</vt:lpstr>
      <vt:lpstr>Identifying Sound Changes</vt:lpstr>
      <vt:lpstr>Elsewhere</vt:lpstr>
      <vt:lpstr>Identifying Sound Changes</vt:lpstr>
      <vt:lpstr>Elsewhere</vt:lpstr>
      <vt:lpstr>PowerPoint Presentation</vt:lpstr>
      <vt:lpstr>Question 1</vt:lpstr>
      <vt:lpstr>How to approach this question</vt:lpstr>
      <vt:lpstr>PowerPoint Presentation</vt:lpstr>
      <vt:lpstr>Question 2</vt:lpstr>
      <vt:lpstr>How to approach this question</vt:lpstr>
      <vt:lpstr>PowerPoint Presentation</vt:lpstr>
      <vt:lpstr>Today</vt:lpstr>
      <vt:lpstr>Writing</vt:lpstr>
      <vt:lpstr>In making your writing system, you have two tasks...</vt:lpstr>
      <vt:lpstr>Symbols?</vt:lpstr>
      <vt:lpstr>Symbols?</vt:lpstr>
      <vt:lpstr>Symbols?</vt:lpstr>
      <vt:lpstr>Symbols?</vt:lpstr>
      <vt:lpstr>With your group</vt:lpstr>
      <vt:lpstr>Next task - Let’s sketch 5 symbols</vt:lpstr>
      <vt:lpstr>Alex’s Creations</vt:lpstr>
      <vt:lpstr>Linguistics 200, Day 13</vt:lpstr>
      <vt:lpstr>Review</vt:lpstr>
      <vt:lpstr>Last time: 5 symbols</vt:lpstr>
      <vt:lpstr>Next task - Let’s sketch 5 more symbols</vt:lpstr>
      <vt:lpstr>Let’s begin by attributing a function to those symbols...</vt:lpstr>
      <vt:lpstr>Today: Writing Systems that Represent Sounds</vt:lpstr>
      <vt:lpstr>Syllabaries</vt:lpstr>
      <vt:lpstr>Syllables</vt:lpstr>
      <vt:lpstr>Japanese Hiragana</vt:lpstr>
      <vt:lpstr>Cherokee Syllabary</vt:lpstr>
      <vt:lpstr>PowerPoint Presentation</vt:lpstr>
      <vt:lpstr>English as a Syllabary?</vt:lpstr>
      <vt:lpstr>Syllabaries</vt:lpstr>
      <vt:lpstr>Should Mɤɧøɴ have a syllabary?</vt:lpstr>
      <vt:lpstr>PowerPoint Presentation</vt:lpstr>
      <vt:lpstr>PowerPoint Presentation</vt:lpstr>
      <vt:lpstr>What’s really important: Phonotactics</vt:lpstr>
      <vt:lpstr>So… syllables are either CV or CVN</vt:lpstr>
      <vt:lpstr>Japanese Hiragana has  a “Cheat”</vt:lpstr>
      <vt:lpstr>Cherokee Syllabary also has a “Cheat”</vt:lpstr>
      <vt:lpstr>Creating a “Cheat” for Mɤɧøɴ</vt:lpstr>
      <vt:lpstr>Should Dorgon have a syllabary?</vt:lpstr>
      <vt:lpstr>Should your language have a syllabary?</vt:lpstr>
      <vt:lpstr>Next task - Let’s sketch 5 more symbols</vt:lpstr>
      <vt:lpstr>Linguistics 200, Day 13</vt:lpstr>
      <vt:lpstr>Review</vt:lpstr>
      <vt:lpstr>Segmental Writing Systems</vt:lpstr>
      <vt:lpstr>PowerPoint Presentation</vt:lpstr>
      <vt:lpstr>PowerPoint Presentation</vt:lpstr>
      <vt:lpstr>Alphabet</vt:lpstr>
      <vt:lpstr>Should Mɤɧøɴ have an alphabet?</vt:lpstr>
      <vt:lpstr>What it could look like:</vt:lpstr>
      <vt:lpstr>Should Mɤɧøɴ have an alphabet?</vt:lpstr>
      <vt:lpstr>PowerPoint Presentation</vt:lpstr>
      <vt:lpstr>Abjad</vt:lpstr>
      <vt:lpstr>PowerPoint Presentation</vt:lpstr>
      <vt:lpstr>Should you have an abjad?</vt:lpstr>
      <vt:lpstr>Should your language have an abjad?</vt:lpstr>
      <vt:lpstr>Should your language have an abjad?</vt:lpstr>
      <vt:lpstr>Should your language have an abjad?</vt:lpstr>
      <vt:lpstr>Should your language have an abjad?</vt:lpstr>
      <vt:lpstr>Should Mɤɧøɴ have an abjad?  </vt:lpstr>
      <vt:lpstr>What it could look like:</vt:lpstr>
      <vt:lpstr>Should Mɤɧøɴ have an abjad? </vt:lpstr>
      <vt:lpstr>Should Dorgon have an abjad?</vt:lpstr>
      <vt:lpstr>Should your language have an abjad?</vt:lpstr>
      <vt:lpstr>Devanagari (Sanskrit, Hindi)</vt:lpstr>
      <vt:lpstr>Ge’ez (Amharic, Tigrinya)</vt:lpstr>
      <vt:lpstr>Abugida (Alphasyllabary)</vt:lpstr>
      <vt:lpstr>Should Mɤɧøɴ have an abugida?  </vt:lpstr>
      <vt:lpstr>What it could look like:</vt:lpstr>
      <vt:lpstr>Should Mɤɧøɴ have an abugida? </vt:lpstr>
      <vt:lpstr>Activity: which system works best?</vt:lpstr>
      <vt:lpstr>If there's time: Let’s sketch 5 more symbols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99</cp:revision>
  <dcterms:modified xsi:type="dcterms:W3CDTF">2024-11-14T14:28:45Z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0x0101002943261E1A16A147A2466AA19A77A585</vt:lpwstr>
  </property>
</Properties>
</file>