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revisionInfo.xml" ContentType="application/vnd.ms-powerpoint.revisioninfo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22" r:id="rId23"/>
    <p:sldId id="325" r:id="rId24"/>
    <p:sldId id="356" r:id="rId25"/>
    <p:sldId id="323" r:id="rId26"/>
    <p:sldId id="324" r:id="rId27"/>
    <p:sldId id="277" r:id="rId28"/>
    <p:sldId id="320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21" r:id="rId47"/>
    <p:sldId id="357" r:id="rId48"/>
    <p:sldId id="358" r:id="rId49"/>
    <p:sldId id="302" r:id="rId50"/>
    <p:sldId id="303" r:id="rId51"/>
    <p:sldId id="304" r:id="rId52"/>
    <p:sldId id="305" r:id="rId53"/>
    <p:sldId id="306" r:id="rId54"/>
    <p:sldId id="307" r:id="rId55"/>
    <p:sldId id="287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59" r:id="rId69"/>
    <p:sldId id="360" r:id="rId70"/>
    <p:sldId id="362" r:id="rId71"/>
    <p:sldId id="361" r:id="rId72"/>
    <p:sldId id="300" r:id="rId73"/>
    <p:sldId id="301" r:id="rId74"/>
    <p:sldId id="317" r:id="rId75"/>
    <p:sldId id="318" r:id="rId76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78"/>
      <p:bold r:id="rId79"/>
      <p:italic r:id="rId80"/>
      <p:boldItalic r:id="rId81"/>
    </p:embeddedFont>
    <p:embeddedFont>
      <p:font typeface="Open Sans" panose="020B0606030504020204" pitchFamily="3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D36B6-86A8-44A0-9D23-936DF85A5453}" v="193" dt="2024-10-31T16:09:21.632"/>
    <p1510:client id="{79356CA4-DDBC-6C07-2D5B-BCBBB3DEEB95}" v="4" dt="2024-11-01T14:19:20.364"/>
    <p1510:client id="{DD4CF223-4752-A840-1977-CD199097B7E9}" v="75" dt="2024-10-31T16:02:13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93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presProps" Target="presProps.xml"/><Relationship Id="rId9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5A652FE7-8E3A-93A9-3F2F-943C6ED21331}"/>
    <pc:docChg chg="addSld modSld">
      <pc:chgData name="Byrd, Andrew M." userId="S::amby222@uky.edu::2d5836b5-4a72-4fdb-bd90-63723c1cd390" providerId="AD" clId="Web-{5A652FE7-8E3A-93A9-3F2F-943C6ED21331}" dt="2024-10-30T14:48:18.189" v="26" actId="20577"/>
      <pc:docMkLst>
        <pc:docMk/>
      </pc:docMkLst>
      <pc:sldChg chg="add replId">
        <pc:chgData name="Byrd, Andrew M." userId="S::amby222@uky.edu::2d5836b5-4a72-4fdb-bd90-63723c1cd390" providerId="AD" clId="Web-{5A652FE7-8E3A-93A9-3F2F-943C6ED21331}" dt="2024-10-30T14:47:36.656" v="0"/>
        <pc:sldMkLst>
          <pc:docMk/>
          <pc:sldMk cId="1230889028" sldId="359"/>
        </pc:sldMkLst>
      </pc:sldChg>
      <pc:sldChg chg="add replId">
        <pc:chgData name="Byrd, Andrew M." userId="S::amby222@uky.edu::2d5836b5-4a72-4fdb-bd90-63723c1cd390" providerId="AD" clId="Web-{5A652FE7-8E3A-93A9-3F2F-943C6ED21331}" dt="2024-10-30T14:47:46.172" v="1"/>
        <pc:sldMkLst>
          <pc:docMk/>
          <pc:sldMk cId="75987991" sldId="360"/>
        </pc:sldMkLst>
      </pc:sldChg>
      <pc:sldChg chg="modSp new">
        <pc:chgData name="Byrd, Andrew M." userId="S::amby222@uky.edu::2d5836b5-4a72-4fdb-bd90-63723c1cd390" providerId="AD" clId="Web-{5A652FE7-8E3A-93A9-3F2F-943C6ED21331}" dt="2024-10-30T14:48:18.189" v="26" actId="20577"/>
        <pc:sldMkLst>
          <pc:docMk/>
          <pc:sldMk cId="2198182131" sldId="361"/>
        </pc:sldMkLst>
        <pc:spChg chg="mod">
          <ac:chgData name="Byrd, Andrew M." userId="S::amby222@uky.edu::2d5836b5-4a72-4fdb-bd90-63723c1cd390" providerId="AD" clId="Web-{5A652FE7-8E3A-93A9-3F2F-943C6ED21331}" dt="2024-10-30T14:47:56.844" v="7" actId="20577"/>
          <ac:spMkLst>
            <pc:docMk/>
            <pc:sldMk cId="2198182131" sldId="361"/>
            <ac:spMk id="2" creationId="{585762F3-6708-02CF-C1DF-3F8D5832D4CB}"/>
          </ac:spMkLst>
        </pc:spChg>
        <pc:spChg chg="mod">
          <ac:chgData name="Byrd, Andrew M." userId="S::amby222@uky.edu::2d5836b5-4a72-4fdb-bd90-63723c1cd390" providerId="AD" clId="Web-{5A652FE7-8E3A-93A9-3F2F-943C6ED21331}" dt="2024-10-30T14:48:18.189" v="26" actId="20577"/>
          <ac:spMkLst>
            <pc:docMk/>
            <pc:sldMk cId="2198182131" sldId="361"/>
            <ac:spMk id="3" creationId="{11B95408-D20D-271A-B3E8-65A155791288}"/>
          </ac:spMkLst>
        </pc:spChg>
      </pc:sldChg>
    </pc:docChg>
  </pc:docChgLst>
  <pc:docChgLst>
    <pc:chgData name="Byrd, Andrew M." userId="S::amby222@uky.edu::2d5836b5-4a72-4fdb-bd90-63723c1cd390" providerId="AD" clId="Web-{980BDA3C-78CD-F42D-E514-8D9202D7B79A}"/>
    <pc:docChg chg="addSld delSld modSld sldOrd">
      <pc:chgData name="Byrd, Andrew M." userId="S::amby222@uky.edu::2d5836b5-4a72-4fdb-bd90-63723c1cd390" providerId="AD" clId="Web-{980BDA3C-78CD-F42D-E514-8D9202D7B79A}" dt="2024-10-21T12:26:20.567" v="162"/>
      <pc:docMkLst>
        <pc:docMk/>
      </pc:docMkLst>
      <pc:sldChg chg="modSp">
        <pc:chgData name="Byrd, Andrew M." userId="S::amby222@uky.edu::2d5836b5-4a72-4fdb-bd90-63723c1cd390" providerId="AD" clId="Web-{980BDA3C-78CD-F42D-E514-8D9202D7B79A}" dt="2024-10-21T12:18:41.909" v="16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980BDA3C-78CD-F42D-E514-8D9202D7B79A}" dt="2024-10-21T12:18:41.909" v="16" actId="20577"/>
          <ac:spMkLst>
            <pc:docMk/>
            <pc:sldMk cId="0" sldId="258"/>
            <ac:spMk id="2" creationId="{9A00C779-55F6-3B3F-431D-3A5B94253948}"/>
          </ac:spMkLst>
        </pc:spChg>
      </pc:sldChg>
      <pc:sldChg chg="modSp">
        <pc:chgData name="Byrd, Andrew M." userId="S::amby222@uky.edu::2d5836b5-4a72-4fdb-bd90-63723c1cd390" providerId="AD" clId="Web-{980BDA3C-78CD-F42D-E514-8D9202D7B79A}" dt="2024-10-21T12:19:07.847" v="17" actId="20577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980BDA3C-78CD-F42D-E514-8D9202D7B79A}" dt="2024-10-21T12:19:07.847" v="17" actId="20577"/>
          <ac:spMkLst>
            <pc:docMk/>
            <pc:sldMk cId="0" sldId="263"/>
            <ac:spMk id="113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980BDA3C-78CD-F42D-E514-8D9202D7B79A}" dt="2024-10-21T12:21:56.451" v="18"/>
        <pc:sldMkLst>
          <pc:docMk/>
          <pc:sldMk cId="4052840370" sldId="319"/>
        </pc:sldMkLst>
      </pc:sldChg>
      <pc:sldChg chg="modSp new ord">
        <pc:chgData name="Byrd, Andrew M." userId="S::amby222@uky.edu::2d5836b5-4a72-4fdb-bd90-63723c1cd390" providerId="AD" clId="Web-{980BDA3C-78CD-F42D-E514-8D9202D7B79A}" dt="2024-10-21T12:22:46.640" v="35" actId="20577"/>
        <pc:sldMkLst>
          <pc:docMk/>
          <pc:sldMk cId="1176557717" sldId="322"/>
        </pc:sldMkLst>
        <pc:spChg chg="mod">
          <ac:chgData name="Byrd, Andrew M." userId="S::amby222@uky.edu::2d5836b5-4a72-4fdb-bd90-63723c1cd390" providerId="AD" clId="Web-{980BDA3C-78CD-F42D-E514-8D9202D7B79A}" dt="2024-10-21T12:22:40.484" v="31" actId="20577"/>
          <ac:spMkLst>
            <pc:docMk/>
            <pc:sldMk cId="1176557717" sldId="322"/>
            <ac:spMk id="2" creationId="{B617625B-A64A-67E5-D9A4-7D0346FDEF76}"/>
          </ac:spMkLst>
        </pc:spChg>
        <pc:spChg chg="mod">
          <ac:chgData name="Byrd, Andrew M." userId="S::amby222@uky.edu::2d5836b5-4a72-4fdb-bd90-63723c1cd390" providerId="AD" clId="Web-{980BDA3C-78CD-F42D-E514-8D9202D7B79A}" dt="2024-10-21T12:22:46.640" v="35" actId="20577"/>
          <ac:spMkLst>
            <pc:docMk/>
            <pc:sldMk cId="1176557717" sldId="322"/>
            <ac:spMk id="3" creationId="{19C2F43C-6962-9D13-1859-A5EDE5BDD004}"/>
          </ac:spMkLst>
        </pc:spChg>
      </pc:sldChg>
      <pc:sldChg chg="modSp new">
        <pc:chgData name="Byrd, Andrew M." userId="S::amby222@uky.edu::2d5836b5-4a72-4fdb-bd90-63723c1cd390" providerId="AD" clId="Web-{980BDA3C-78CD-F42D-E514-8D9202D7B79A}" dt="2024-10-21T12:23:45.313" v="63" actId="20577"/>
        <pc:sldMkLst>
          <pc:docMk/>
          <pc:sldMk cId="2533795107" sldId="323"/>
        </pc:sldMkLst>
        <pc:spChg chg="mod">
          <ac:chgData name="Byrd, Andrew M." userId="S::amby222@uky.edu::2d5836b5-4a72-4fdb-bd90-63723c1cd390" providerId="AD" clId="Web-{980BDA3C-78CD-F42D-E514-8D9202D7B79A}" dt="2024-10-21T12:23:23.844" v="48" actId="20577"/>
          <ac:spMkLst>
            <pc:docMk/>
            <pc:sldMk cId="2533795107" sldId="323"/>
            <ac:spMk id="2" creationId="{5AD184FB-D591-5BB8-5CA6-B2DB0148C0B9}"/>
          </ac:spMkLst>
        </pc:spChg>
        <pc:spChg chg="mod">
          <ac:chgData name="Byrd, Andrew M." userId="S::amby222@uky.edu::2d5836b5-4a72-4fdb-bd90-63723c1cd390" providerId="AD" clId="Web-{980BDA3C-78CD-F42D-E514-8D9202D7B79A}" dt="2024-10-21T12:23:45.313" v="63" actId="20577"/>
          <ac:spMkLst>
            <pc:docMk/>
            <pc:sldMk cId="2533795107" sldId="323"/>
            <ac:spMk id="3" creationId="{77EFD0F9-97E7-7FE0-3698-FECAC2567FC5}"/>
          </ac:spMkLst>
        </pc:spChg>
      </pc:sldChg>
      <pc:sldChg chg="modSp add replId">
        <pc:chgData name="Byrd, Andrew M." userId="S::amby222@uky.edu::2d5836b5-4a72-4fdb-bd90-63723c1cd390" providerId="AD" clId="Web-{980BDA3C-78CD-F42D-E514-8D9202D7B79A}" dt="2024-10-21T12:25:18.269" v="132" actId="20577"/>
        <pc:sldMkLst>
          <pc:docMk/>
          <pc:sldMk cId="637271985" sldId="324"/>
        </pc:sldMkLst>
        <pc:spChg chg="mod">
          <ac:chgData name="Byrd, Andrew M." userId="S::amby222@uky.edu::2d5836b5-4a72-4fdb-bd90-63723c1cd390" providerId="AD" clId="Web-{980BDA3C-78CD-F42D-E514-8D9202D7B79A}" dt="2024-10-21T12:24:31.236" v="91" actId="20577"/>
          <ac:spMkLst>
            <pc:docMk/>
            <pc:sldMk cId="637271985" sldId="324"/>
            <ac:spMk id="2" creationId="{5AD184FB-D591-5BB8-5CA6-B2DB0148C0B9}"/>
          </ac:spMkLst>
        </pc:spChg>
        <pc:spChg chg="mod">
          <ac:chgData name="Byrd, Andrew M." userId="S::amby222@uky.edu::2d5836b5-4a72-4fdb-bd90-63723c1cd390" providerId="AD" clId="Web-{980BDA3C-78CD-F42D-E514-8D9202D7B79A}" dt="2024-10-21T12:25:18.269" v="132" actId="20577"/>
          <ac:spMkLst>
            <pc:docMk/>
            <pc:sldMk cId="637271985" sldId="324"/>
            <ac:spMk id="3" creationId="{77EFD0F9-97E7-7FE0-3698-FECAC2567FC5}"/>
          </ac:spMkLst>
        </pc:spChg>
      </pc:sldChg>
      <pc:sldChg chg="modSp add">
        <pc:chgData name="Byrd, Andrew M." userId="S::amby222@uky.edu::2d5836b5-4a72-4fdb-bd90-63723c1cd390" providerId="AD" clId="Web-{980BDA3C-78CD-F42D-E514-8D9202D7B79A}" dt="2024-10-21T12:26:20.567" v="162"/>
        <pc:sldMkLst>
          <pc:docMk/>
          <pc:sldMk cId="870299714" sldId="325"/>
        </pc:sldMkLst>
        <pc:graphicFrameChg chg="mod modGraphic">
          <ac:chgData name="Byrd, Andrew M." userId="S::amby222@uky.edu::2d5836b5-4a72-4fdb-bd90-63723c1cd390" providerId="AD" clId="Web-{980BDA3C-78CD-F42D-E514-8D9202D7B79A}" dt="2024-10-21T12:26:20.567" v="162"/>
          <ac:graphicFrameMkLst>
            <pc:docMk/>
            <pc:sldMk cId="870299714" sldId="325"/>
            <ac:graphicFrameMk id="320" creationId="{00000000-0000-0000-0000-000000000000}"/>
          </ac:graphicFrameMkLst>
        </pc:graphicFrameChg>
      </pc:sldChg>
      <pc:sldChg chg="add">
        <pc:chgData name="Byrd, Andrew M." userId="S::amby222@uky.edu::2d5836b5-4a72-4fdb-bd90-63723c1cd390" providerId="AD" clId="Web-{980BDA3C-78CD-F42D-E514-8D9202D7B79A}" dt="2024-10-21T12:25:57.535" v="134"/>
        <pc:sldMkLst>
          <pc:docMk/>
          <pc:sldMk cId="3039025479" sldId="356"/>
        </pc:sldMkLst>
      </pc:sldChg>
    </pc:docChg>
  </pc:docChgLst>
  <pc:docChgLst>
    <pc:chgData name="Byrd, Andrew M." userId="2d5836b5-4a72-4fdb-bd90-63723c1cd390" providerId="ADAL" clId="{6B6D36B6-86A8-44A0-9D23-936DF85A5453}"/>
    <pc:docChg chg="undo custSel addSld delSld modSld">
      <pc:chgData name="Byrd, Andrew M." userId="2d5836b5-4a72-4fdb-bd90-63723c1cd390" providerId="ADAL" clId="{6B6D36B6-86A8-44A0-9D23-936DF85A5453}" dt="2024-10-31T16:09:21.632" v="998" actId="20577"/>
      <pc:docMkLst>
        <pc:docMk/>
      </pc:docMkLst>
      <pc:sldChg chg="modSp mod">
        <pc:chgData name="Byrd, Andrew M." userId="2d5836b5-4a72-4fdb-bd90-63723c1cd390" providerId="ADAL" clId="{6B6D36B6-86A8-44A0-9D23-936DF85A5453}" dt="2024-10-17T18:29:15.563" v="51" actId="14100"/>
        <pc:sldMkLst>
          <pc:docMk/>
          <pc:sldMk cId="0" sldId="257"/>
        </pc:sldMkLst>
        <pc:spChg chg="mod">
          <ac:chgData name="Byrd, Andrew M." userId="2d5836b5-4a72-4fdb-bd90-63723c1cd390" providerId="ADAL" clId="{6B6D36B6-86A8-44A0-9D23-936DF85A5453}" dt="2024-10-17T18:29:15.563" v="51" actId="14100"/>
          <ac:spMkLst>
            <pc:docMk/>
            <pc:sldMk cId="0" sldId="257"/>
            <ac:spMk id="73" creationId="{00000000-0000-0000-0000-000000000000}"/>
          </ac:spMkLst>
        </pc:spChg>
      </pc:sldChg>
      <pc:sldChg chg="addSp modSp mod">
        <pc:chgData name="Byrd, Andrew M." userId="2d5836b5-4a72-4fdb-bd90-63723c1cd390" providerId="ADAL" clId="{6B6D36B6-86A8-44A0-9D23-936DF85A5453}" dt="2024-10-17T18:47:18.693" v="805" actId="15"/>
        <pc:sldMkLst>
          <pc:docMk/>
          <pc:sldMk cId="0" sldId="258"/>
        </pc:sldMkLst>
        <pc:spChg chg="add mod">
          <ac:chgData name="Byrd, Andrew M." userId="2d5836b5-4a72-4fdb-bd90-63723c1cd390" providerId="ADAL" clId="{6B6D36B6-86A8-44A0-9D23-936DF85A5453}" dt="2024-10-17T18:47:18.693" v="805" actId="15"/>
          <ac:spMkLst>
            <pc:docMk/>
            <pc:sldMk cId="0" sldId="258"/>
            <ac:spMk id="2" creationId="{9A00C779-55F6-3B3F-431D-3A5B94253948}"/>
          </ac:spMkLst>
        </pc:spChg>
        <pc:spChg chg="mod">
          <ac:chgData name="Byrd, Andrew M." userId="2d5836b5-4a72-4fdb-bd90-63723c1cd390" providerId="ADAL" clId="{6B6D36B6-86A8-44A0-9D23-936DF85A5453}" dt="2024-10-17T18:29:23.485" v="84" actId="20577"/>
          <ac:spMkLst>
            <pc:docMk/>
            <pc:sldMk cId="0" sldId="258"/>
            <ac:spMk id="78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32:11.027" v="396" actId="12"/>
        <pc:sldMkLst>
          <pc:docMk/>
          <pc:sldMk cId="0" sldId="259"/>
        </pc:sldMkLst>
        <pc:spChg chg="mod">
          <ac:chgData name="Byrd, Andrew M." userId="2d5836b5-4a72-4fdb-bd90-63723c1cd390" providerId="ADAL" clId="{6B6D36B6-86A8-44A0-9D23-936DF85A5453}" dt="2024-10-17T18:32:11.027" v="396" actId="12"/>
          <ac:spMkLst>
            <pc:docMk/>
            <pc:sldMk cId="0" sldId="259"/>
            <ac:spMk id="84" creationId="{00000000-0000-0000-0000-000000000000}"/>
          </ac:spMkLst>
        </pc:spChg>
        <pc:spChg chg="mod">
          <ac:chgData name="Byrd, Andrew M." userId="2d5836b5-4a72-4fdb-bd90-63723c1cd390" providerId="ADAL" clId="{6B6D36B6-86A8-44A0-9D23-936DF85A5453}" dt="2024-10-17T18:32:07.441" v="395" actId="1076"/>
          <ac:spMkLst>
            <pc:docMk/>
            <pc:sldMk cId="0" sldId="259"/>
            <ac:spMk id="85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32:25.804" v="401" actId="1076"/>
        <pc:sldMkLst>
          <pc:docMk/>
          <pc:sldMk cId="0" sldId="260"/>
        </pc:sldMkLst>
        <pc:spChg chg="mod">
          <ac:chgData name="Byrd, Andrew M." userId="2d5836b5-4a72-4fdb-bd90-63723c1cd390" providerId="ADAL" clId="{6B6D36B6-86A8-44A0-9D23-936DF85A5453}" dt="2024-10-17T18:32:18.060" v="398" actId="403"/>
          <ac:spMkLst>
            <pc:docMk/>
            <pc:sldMk cId="0" sldId="260"/>
            <ac:spMk id="91" creationId="{00000000-0000-0000-0000-000000000000}"/>
          </ac:spMkLst>
        </pc:spChg>
        <pc:spChg chg="mod">
          <ac:chgData name="Byrd, Andrew M." userId="2d5836b5-4a72-4fdb-bd90-63723c1cd390" providerId="ADAL" clId="{6B6D36B6-86A8-44A0-9D23-936DF85A5453}" dt="2024-10-17T18:32:25.804" v="401" actId="1076"/>
          <ac:spMkLst>
            <pc:docMk/>
            <pc:sldMk cId="0" sldId="260"/>
            <ac:spMk id="92" creationId="{00000000-0000-0000-0000-000000000000}"/>
          </ac:spMkLst>
        </pc:spChg>
      </pc:sldChg>
      <pc:sldChg chg="delSp modSp mod">
        <pc:chgData name="Byrd, Andrew M." userId="2d5836b5-4a72-4fdb-bd90-63723c1cd390" providerId="ADAL" clId="{6B6D36B6-86A8-44A0-9D23-936DF85A5453}" dt="2024-10-17T18:33:32.841" v="438" actId="1076"/>
        <pc:sldMkLst>
          <pc:docMk/>
          <pc:sldMk cId="0" sldId="265"/>
        </pc:sldMkLst>
        <pc:spChg chg="mod">
          <ac:chgData name="Byrd, Andrew M." userId="2d5836b5-4a72-4fdb-bd90-63723c1cd390" providerId="ADAL" clId="{6B6D36B6-86A8-44A0-9D23-936DF85A5453}" dt="2024-10-17T18:33:28.931" v="437" actId="403"/>
          <ac:spMkLst>
            <pc:docMk/>
            <pc:sldMk cId="0" sldId="265"/>
            <ac:spMk id="126" creationId="{00000000-0000-0000-0000-000000000000}"/>
          </ac:spMkLst>
        </pc:spChg>
        <pc:spChg chg="del mod">
          <ac:chgData name="Byrd, Andrew M." userId="2d5836b5-4a72-4fdb-bd90-63723c1cd390" providerId="ADAL" clId="{6B6D36B6-86A8-44A0-9D23-936DF85A5453}" dt="2024-10-17T18:33:10.335" v="421" actId="478"/>
          <ac:spMkLst>
            <pc:docMk/>
            <pc:sldMk cId="0" sldId="265"/>
            <ac:spMk id="127" creationId="{00000000-0000-0000-0000-000000000000}"/>
          </ac:spMkLst>
        </pc:spChg>
        <pc:spChg chg="mod">
          <ac:chgData name="Byrd, Andrew M." userId="2d5836b5-4a72-4fdb-bd90-63723c1cd390" providerId="ADAL" clId="{6B6D36B6-86A8-44A0-9D23-936DF85A5453}" dt="2024-10-17T18:33:32.841" v="438" actId="1076"/>
          <ac:spMkLst>
            <pc:docMk/>
            <pc:sldMk cId="0" sldId="265"/>
            <ac:spMk id="129" creationId="{00000000-0000-0000-0000-000000000000}"/>
          </ac:spMkLst>
        </pc:spChg>
        <pc:cxnChg chg="del">
          <ac:chgData name="Byrd, Andrew M." userId="2d5836b5-4a72-4fdb-bd90-63723c1cd390" providerId="ADAL" clId="{6B6D36B6-86A8-44A0-9D23-936DF85A5453}" dt="2024-10-17T18:33:11.925" v="422" actId="478"/>
          <ac:cxnSpMkLst>
            <pc:docMk/>
            <pc:sldMk cId="0" sldId="265"/>
            <ac:cxnSpMk id="128" creationId="{00000000-0000-0000-0000-000000000000}"/>
          </ac:cxnSpMkLst>
        </pc:cxnChg>
      </pc:sldChg>
      <pc:sldChg chg="modSp mod">
        <pc:chgData name="Byrd, Andrew M." userId="2d5836b5-4a72-4fdb-bd90-63723c1cd390" providerId="ADAL" clId="{6B6D36B6-86A8-44A0-9D23-936DF85A5453}" dt="2024-10-17T18:33:58.891" v="452" actId="1076"/>
        <pc:sldMkLst>
          <pc:docMk/>
          <pc:sldMk cId="0" sldId="266"/>
        </pc:sldMkLst>
        <pc:spChg chg="mod">
          <ac:chgData name="Byrd, Andrew M." userId="2d5836b5-4a72-4fdb-bd90-63723c1cd390" providerId="ADAL" clId="{6B6D36B6-86A8-44A0-9D23-936DF85A5453}" dt="2024-10-17T18:33:58.891" v="452" actId="1076"/>
          <ac:spMkLst>
            <pc:docMk/>
            <pc:sldMk cId="0" sldId="266"/>
            <ac:spMk id="135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35:32.897" v="484" actId="14100"/>
        <pc:sldMkLst>
          <pc:docMk/>
          <pc:sldMk cId="0" sldId="274"/>
        </pc:sldMkLst>
        <pc:spChg chg="mod">
          <ac:chgData name="Byrd, Andrew M." userId="2d5836b5-4a72-4fdb-bd90-63723c1cd390" providerId="ADAL" clId="{6B6D36B6-86A8-44A0-9D23-936DF85A5453}" dt="2024-10-17T18:35:32.897" v="484" actId="14100"/>
          <ac:spMkLst>
            <pc:docMk/>
            <pc:sldMk cId="0" sldId="274"/>
            <ac:spMk id="183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36:45.987" v="519" actId="14100"/>
        <pc:sldMkLst>
          <pc:docMk/>
          <pc:sldMk cId="0" sldId="275"/>
        </pc:sldMkLst>
        <pc:spChg chg="mod">
          <ac:chgData name="Byrd, Andrew M." userId="2d5836b5-4a72-4fdb-bd90-63723c1cd390" providerId="ADAL" clId="{6B6D36B6-86A8-44A0-9D23-936DF85A5453}" dt="2024-10-17T18:36:07.804" v="510" actId="6549"/>
          <ac:spMkLst>
            <pc:docMk/>
            <pc:sldMk cId="0" sldId="275"/>
            <ac:spMk id="189" creationId="{00000000-0000-0000-0000-000000000000}"/>
          </ac:spMkLst>
        </pc:spChg>
        <pc:spChg chg="mod">
          <ac:chgData name="Byrd, Andrew M." userId="2d5836b5-4a72-4fdb-bd90-63723c1cd390" providerId="ADAL" clId="{6B6D36B6-86A8-44A0-9D23-936DF85A5453}" dt="2024-10-17T18:36:45.987" v="519" actId="14100"/>
          <ac:spMkLst>
            <pc:docMk/>
            <pc:sldMk cId="0" sldId="275"/>
            <ac:spMk id="190" creationId="{00000000-0000-0000-0000-000000000000}"/>
          </ac:spMkLst>
        </pc:spChg>
        <pc:cxnChg chg="mod">
          <ac:chgData name="Byrd, Andrew M." userId="2d5836b5-4a72-4fdb-bd90-63723c1cd390" providerId="ADAL" clId="{6B6D36B6-86A8-44A0-9D23-936DF85A5453}" dt="2024-10-17T18:36:38.583" v="517" actId="14100"/>
          <ac:cxnSpMkLst>
            <pc:docMk/>
            <pc:sldMk cId="0" sldId="275"/>
            <ac:cxnSpMk id="191" creationId="{00000000-0000-0000-0000-000000000000}"/>
          </ac:cxnSpMkLst>
        </pc:cxnChg>
      </pc:sldChg>
      <pc:sldChg chg="modSp mod">
        <pc:chgData name="Byrd, Andrew M." userId="2d5836b5-4a72-4fdb-bd90-63723c1cd390" providerId="ADAL" clId="{6B6D36B6-86A8-44A0-9D23-936DF85A5453}" dt="2024-10-17T18:37:22.867" v="546" actId="6549"/>
        <pc:sldMkLst>
          <pc:docMk/>
          <pc:sldMk cId="0" sldId="276"/>
        </pc:sldMkLst>
        <pc:spChg chg="mod">
          <ac:chgData name="Byrd, Andrew M." userId="2d5836b5-4a72-4fdb-bd90-63723c1cd390" providerId="ADAL" clId="{6B6D36B6-86A8-44A0-9D23-936DF85A5453}" dt="2024-10-17T18:37:22.867" v="546" actId="6549"/>
          <ac:spMkLst>
            <pc:docMk/>
            <pc:sldMk cId="0" sldId="276"/>
            <ac:spMk id="199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37:59.828" v="581" actId="20577"/>
        <pc:sldMkLst>
          <pc:docMk/>
          <pc:sldMk cId="0" sldId="277"/>
        </pc:sldMkLst>
        <pc:spChg chg="mod">
          <ac:chgData name="Byrd, Andrew M." userId="2d5836b5-4a72-4fdb-bd90-63723c1cd390" providerId="ADAL" clId="{6B6D36B6-86A8-44A0-9D23-936DF85A5453}" dt="2024-10-17T18:37:59.828" v="581" actId="20577"/>
          <ac:spMkLst>
            <pc:docMk/>
            <pc:sldMk cId="0" sldId="277"/>
            <ac:spMk id="205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45:08.606" v="766" actId="6549"/>
        <pc:sldMkLst>
          <pc:docMk/>
          <pc:sldMk cId="0" sldId="279"/>
        </pc:sldMkLst>
        <pc:spChg chg="mod">
          <ac:chgData name="Byrd, Andrew M." userId="2d5836b5-4a72-4fdb-bd90-63723c1cd390" providerId="ADAL" clId="{6B6D36B6-86A8-44A0-9D23-936DF85A5453}" dt="2024-10-17T18:45:08.606" v="766" actId="6549"/>
          <ac:spMkLst>
            <pc:docMk/>
            <pc:sldMk cId="0" sldId="279"/>
            <ac:spMk id="218" creationId="{00000000-0000-0000-0000-000000000000}"/>
          </ac:spMkLst>
        </pc:spChg>
      </pc:sldChg>
      <pc:sldChg chg="add del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87"/>
        </pc:sldMkLst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832228471" sldId="287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88"/>
        </pc:sldMkLst>
        <pc:spChg chg="mod">
          <ac:chgData name="Byrd, Andrew M." userId="2d5836b5-4a72-4fdb-bd90-63723c1cd390" providerId="ADAL" clId="{6B6D36B6-86A8-44A0-9D23-936DF85A5453}" dt="2024-10-17T18:39:20.019" v="590" actId="6549"/>
          <ac:spMkLst>
            <pc:docMk/>
            <pc:sldMk cId="0" sldId="288"/>
            <ac:spMk id="282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1566903071" sldId="288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89"/>
        </pc:sldMkLst>
        <pc:spChg chg="mod">
          <ac:chgData name="Byrd, Andrew M." userId="2d5836b5-4a72-4fdb-bd90-63723c1cd390" providerId="ADAL" clId="{6B6D36B6-86A8-44A0-9D23-936DF85A5453}" dt="2024-10-17T18:39:30.092" v="599" actId="6549"/>
          <ac:spMkLst>
            <pc:docMk/>
            <pc:sldMk cId="0" sldId="289"/>
            <ac:spMk id="288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2701372172" sldId="289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0"/>
        </pc:sldMkLst>
        <pc:spChg chg="mod">
          <ac:chgData name="Byrd, Andrew M." userId="2d5836b5-4a72-4fdb-bd90-63723c1cd390" providerId="ADAL" clId="{6B6D36B6-86A8-44A0-9D23-936DF85A5453}" dt="2024-10-17T18:39:36.472" v="607" actId="6549"/>
          <ac:spMkLst>
            <pc:docMk/>
            <pc:sldMk cId="0" sldId="290"/>
            <ac:spMk id="294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3154199060" sldId="290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1"/>
        </pc:sldMkLst>
        <pc:spChg chg="mod">
          <ac:chgData name="Byrd, Andrew M." userId="2d5836b5-4a72-4fdb-bd90-63723c1cd390" providerId="ADAL" clId="{6B6D36B6-86A8-44A0-9D23-936DF85A5453}" dt="2024-10-17T18:39:49.892" v="625" actId="6549"/>
          <ac:spMkLst>
            <pc:docMk/>
            <pc:sldMk cId="0" sldId="291"/>
            <ac:spMk id="300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1458367440" sldId="291"/>
        </pc:sldMkLst>
      </pc:sldChg>
      <pc:sldChg chg="add del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2"/>
        </pc:sldMkLst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2589500328" sldId="292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3"/>
        </pc:sldMkLst>
        <pc:spChg chg="mod">
          <ac:chgData name="Byrd, Andrew M." userId="2d5836b5-4a72-4fdb-bd90-63723c1cd390" providerId="ADAL" clId="{6B6D36B6-86A8-44A0-9D23-936DF85A5453}" dt="2024-10-17T18:40:10.472" v="630" actId="20577"/>
          <ac:spMkLst>
            <pc:docMk/>
            <pc:sldMk cId="0" sldId="293"/>
            <ac:spMk id="312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1248987836" sldId="293"/>
        </pc:sldMkLst>
      </pc:sldChg>
      <pc:sldChg chg="add del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4"/>
        </pc:sldMkLst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1405969034" sldId="294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5"/>
        </pc:sldMkLst>
        <pc:spChg chg="mod">
          <ac:chgData name="Byrd, Andrew M." userId="2d5836b5-4a72-4fdb-bd90-63723c1cd390" providerId="ADAL" clId="{6B6D36B6-86A8-44A0-9D23-936DF85A5453}" dt="2024-10-17T18:40:27.399" v="637" actId="6549"/>
          <ac:spMkLst>
            <pc:docMk/>
            <pc:sldMk cId="0" sldId="295"/>
            <ac:spMk id="324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3163378886" sldId="295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6"/>
        </pc:sldMkLst>
        <pc:spChg chg="mod">
          <ac:chgData name="Byrd, Andrew M." userId="2d5836b5-4a72-4fdb-bd90-63723c1cd390" providerId="ADAL" clId="{6B6D36B6-86A8-44A0-9D23-936DF85A5453}" dt="2024-10-17T18:40:35.989" v="645" actId="6549"/>
          <ac:spMkLst>
            <pc:docMk/>
            <pc:sldMk cId="0" sldId="296"/>
            <ac:spMk id="330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411703570" sldId="296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7"/>
        </pc:sldMkLst>
        <pc:spChg chg="mod">
          <ac:chgData name="Byrd, Andrew M." userId="2d5836b5-4a72-4fdb-bd90-63723c1cd390" providerId="ADAL" clId="{6B6D36B6-86A8-44A0-9D23-936DF85A5453}" dt="2024-10-17T18:40:44.502" v="657" actId="6549"/>
          <ac:spMkLst>
            <pc:docMk/>
            <pc:sldMk cId="0" sldId="297"/>
            <ac:spMk id="336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4288538689" sldId="297"/>
        </pc:sldMkLst>
      </pc:sldChg>
      <pc:sldChg chg="add del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8"/>
        </pc:sldMkLst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2272272781" sldId="298"/>
        </pc:sldMkLst>
      </pc:sldChg>
      <pc:sldChg chg="modSp add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299"/>
        </pc:sldMkLst>
        <pc:spChg chg="mod">
          <ac:chgData name="Byrd, Andrew M." userId="2d5836b5-4a72-4fdb-bd90-63723c1cd390" providerId="ADAL" clId="{6B6D36B6-86A8-44A0-9D23-936DF85A5453}" dt="2024-10-17T18:40:58.352" v="660" actId="6549"/>
          <ac:spMkLst>
            <pc:docMk/>
            <pc:sldMk cId="0" sldId="299"/>
            <ac:spMk id="348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3994533632" sldId="299"/>
        </pc:sldMkLst>
      </pc:sldChg>
      <pc:sldChg chg="modSp del mod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300"/>
        </pc:sldMkLst>
        <pc:spChg chg="mod">
          <ac:chgData name="Byrd, Andrew M." userId="2d5836b5-4a72-4fdb-bd90-63723c1cd390" providerId="ADAL" clId="{6B6D36B6-86A8-44A0-9D23-936DF85A5453}" dt="2024-10-17T18:41:12.912" v="675" actId="14100"/>
          <ac:spMkLst>
            <pc:docMk/>
            <pc:sldMk cId="0" sldId="300"/>
            <ac:spMk id="354" creationId="{00000000-0000-0000-0000-000000000000}"/>
          </ac:spMkLst>
        </pc:spChg>
      </pc:sldChg>
      <pc:sldChg chg="addSp delSp modSp add mod">
        <pc:chgData name="Byrd, Andrew M." userId="2d5836b5-4a72-4fdb-bd90-63723c1cd390" providerId="ADAL" clId="{6B6D36B6-86A8-44A0-9D23-936DF85A5453}" dt="2024-10-31T16:09:21.632" v="998" actId="20577"/>
        <pc:sldMkLst>
          <pc:docMk/>
          <pc:sldMk cId="2259115164" sldId="300"/>
        </pc:sldMkLst>
        <pc:spChg chg="add mod">
          <ac:chgData name="Byrd, Andrew M." userId="2d5836b5-4a72-4fdb-bd90-63723c1cd390" providerId="ADAL" clId="{6B6D36B6-86A8-44A0-9D23-936DF85A5453}" dt="2024-10-31T16:07:10.098" v="938" actId="1076"/>
          <ac:spMkLst>
            <pc:docMk/>
            <pc:sldMk cId="2259115164" sldId="300"/>
            <ac:spMk id="2" creationId="{581C6824-1198-62CE-EADB-DC60B2CE4D38}"/>
          </ac:spMkLst>
        </pc:spChg>
        <pc:spChg chg="add del mod">
          <ac:chgData name="Byrd, Andrew M." userId="2d5836b5-4a72-4fdb-bd90-63723c1cd390" providerId="ADAL" clId="{6B6D36B6-86A8-44A0-9D23-936DF85A5453}" dt="2024-10-31T16:08:15.577" v="955" actId="478"/>
          <ac:spMkLst>
            <pc:docMk/>
            <pc:sldMk cId="2259115164" sldId="300"/>
            <ac:spMk id="5" creationId="{AD73104D-5C9A-F976-02F5-368598E5B265}"/>
          </ac:spMkLst>
        </pc:spChg>
        <pc:spChg chg="add mod">
          <ac:chgData name="Byrd, Andrew M." userId="2d5836b5-4a72-4fdb-bd90-63723c1cd390" providerId="ADAL" clId="{6B6D36B6-86A8-44A0-9D23-936DF85A5453}" dt="2024-10-31T16:09:21.632" v="998" actId="20577"/>
          <ac:spMkLst>
            <pc:docMk/>
            <pc:sldMk cId="2259115164" sldId="300"/>
            <ac:spMk id="7" creationId="{D3DB4B0B-9DB3-28D9-F170-A2A029F7BD1B}"/>
          </ac:spMkLst>
        </pc:spChg>
        <pc:spChg chg="mod">
          <ac:chgData name="Byrd, Andrew M." userId="2d5836b5-4a72-4fdb-bd90-63723c1cd390" providerId="ADAL" clId="{6B6D36B6-86A8-44A0-9D23-936DF85A5453}" dt="2024-10-31T16:03:14.009" v="843" actId="404"/>
          <ac:spMkLst>
            <pc:docMk/>
            <pc:sldMk cId="2259115164" sldId="300"/>
            <ac:spMk id="353" creationId="{00000000-0000-0000-0000-000000000000}"/>
          </ac:spMkLst>
        </pc:spChg>
        <pc:spChg chg="mod">
          <ac:chgData name="Byrd, Andrew M." userId="2d5836b5-4a72-4fdb-bd90-63723c1cd390" providerId="ADAL" clId="{6B6D36B6-86A8-44A0-9D23-936DF85A5453}" dt="2024-10-31T16:03:06.660" v="840" actId="1076"/>
          <ac:spMkLst>
            <pc:docMk/>
            <pc:sldMk cId="2259115164" sldId="300"/>
            <ac:spMk id="354" creationId="{00000000-0000-0000-0000-000000000000}"/>
          </ac:spMkLst>
        </pc:spChg>
        <pc:graphicFrameChg chg="add mod modGraphic">
          <ac:chgData name="Byrd, Andrew M." userId="2d5836b5-4a72-4fdb-bd90-63723c1cd390" providerId="ADAL" clId="{6B6D36B6-86A8-44A0-9D23-936DF85A5453}" dt="2024-10-31T16:08:44.659" v="970" actId="14734"/>
          <ac:graphicFrameMkLst>
            <pc:docMk/>
            <pc:sldMk cId="2259115164" sldId="300"/>
            <ac:graphicFrameMk id="3" creationId="{A18E3893-59A9-2250-7353-CF566B78EDAA}"/>
          </ac:graphicFrameMkLst>
        </pc:graphicFrameChg>
      </pc:sldChg>
      <pc:sldChg chg="del">
        <pc:chgData name="Byrd, Andrew M." userId="2d5836b5-4a72-4fdb-bd90-63723c1cd390" providerId="ADAL" clId="{6B6D36B6-86A8-44A0-9D23-936DF85A5453}" dt="2024-10-17T18:46:01.116" v="769" actId="2696"/>
        <pc:sldMkLst>
          <pc:docMk/>
          <pc:sldMk cId="0" sldId="301"/>
        </pc:sldMkLst>
      </pc:sldChg>
      <pc:sldChg chg="add">
        <pc:chgData name="Byrd, Andrew M." userId="2d5836b5-4a72-4fdb-bd90-63723c1cd390" providerId="ADAL" clId="{6B6D36B6-86A8-44A0-9D23-936DF85A5453}" dt="2024-10-17T18:46:12.280" v="770"/>
        <pc:sldMkLst>
          <pc:docMk/>
          <pc:sldMk cId="3951043065" sldId="301"/>
        </pc:sldMkLst>
      </pc:sldChg>
      <pc:sldChg chg="modSp mod">
        <pc:chgData name="Byrd, Andrew M." userId="2d5836b5-4a72-4fdb-bd90-63723c1cd390" providerId="ADAL" clId="{6B6D36B6-86A8-44A0-9D23-936DF85A5453}" dt="2024-10-17T18:41:32.265" v="678" actId="6549"/>
        <pc:sldMkLst>
          <pc:docMk/>
          <pc:sldMk cId="0" sldId="303"/>
        </pc:sldMkLst>
        <pc:spChg chg="mod">
          <ac:chgData name="Byrd, Andrew M." userId="2d5836b5-4a72-4fdb-bd90-63723c1cd390" providerId="ADAL" clId="{6B6D36B6-86A8-44A0-9D23-936DF85A5453}" dt="2024-10-17T18:41:32.265" v="678" actId="6549"/>
          <ac:spMkLst>
            <pc:docMk/>
            <pc:sldMk cId="0" sldId="303"/>
            <ac:spMk id="372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42:00.276" v="727" actId="20577"/>
        <pc:sldMkLst>
          <pc:docMk/>
          <pc:sldMk cId="0" sldId="304"/>
        </pc:sldMkLst>
        <pc:spChg chg="mod">
          <ac:chgData name="Byrd, Andrew M." userId="2d5836b5-4a72-4fdb-bd90-63723c1cd390" providerId="ADAL" clId="{6B6D36B6-86A8-44A0-9D23-936DF85A5453}" dt="2024-10-17T18:42:00.276" v="727" actId="20577"/>
          <ac:spMkLst>
            <pc:docMk/>
            <pc:sldMk cId="0" sldId="304"/>
            <ac:spMk id="378" creationId="{00000000-0000-0000-0000-000000000000}"/>
          </ac:spMkLst>
        </pc:spChg>
      </pc:sldChg>
      <pc:sldChg chg="modSp mod">
        <pc:chgData name="Byrd, Andrew M." userId="2d5836b5-4a72-4fdb-bd90-63723c1cd390" providerId="ADAL" clId="{6B6D36B6-86A8-44A0-9D23-936DF85A5453}" dt="2024-10-17T18:42:21.959" v="730" actId="14100"/>
        <pc:sldMkLst>
          <pc:docMk/>
          <pc:sldMk cId="0" sldId="306"/>
        </pc:sldMkLst>
        <pc:spChg chg="mod">
          <ac:chgData name="Byrd, Andrew M." userId="2d5836b5-4a72-4fdb-bd90-63723c1cd390" providerId="ADAL" clId="{6B6D36B6-86A8-44A0-9D23-936DF85A5453}" dt="2024-10-17T18:42:21.959" v="730" actId="14100"/>
          <ac:spMkLst>
            <pc:docMk/>
            <pc:sldMk cId="0" sldId="306"/>
            <ac:spMk id="390" creationId="{00000000-0000-0000-0000-000000000000}"/>
          </ac:spMkLst>
        </pc:spChg>
      </pc:sldChg>
      <pc:sldChg chg="del">
        <pc:chgData name="Byrd, Andrew M." userId="2d5836b5-4a72-4fdb-bd90-63723c1cd390" providerId="ADAL" clId="{6B6D36B6-86A8-44A0-9D23-936DF85A5453}" dt="2024-10-17T18:46:49.292" v="774" actId="2696"/>
        <pc:sldMkLst>
          <pc:docMk/>
          <pc:sldMk cId="0" sldId="308"/>
        </pc:sldMkLst>
      </pc:sldChg>
      <pc:sldChg chg="add">
        <pc:chgData name="Byrd, Andrew M." userId="2d5836b5-4a72-4fdb-bd90-63723c1cd390" providerId="ADAL" clId="{6B6D36B6-86A8-44A0-9D23-936DF85A5453}" dt="2024-10-17T18:46:51.365" v="775"/>
        <pc:sldMkLst>
          <pc:docMk/>
          <pc:sldMk cId="2977936686" sldId="308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09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915138452" sldId="309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0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3564952808" sldId="310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1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403805160" sldId="311"/>
        </pc:sldMkLst>
      </pc:sldChg>
      <pc:sldChg chg="modSp del mod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2"/>
        </pc:sldMkLst>
        <pc:spChg chg="mod">
          <ac:chgData name="Byrd, Andrew M." userId="2d5836b5-4a72-4fdb-bd90-63723c1cd390" providerId="ADAL" clId="{6B6D36B6-86A8-44A0-9D23-936DF85A5453}" dt="2024-10-17T18:42:40" v="745" actId="6549"/>
          <ac:spMkLst>
            <pc:docMk/>
            <pc:sldMk cId="0" sldId="312"/>
            <ac:spMk id="426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182223816" sldId="312"/>
        </pc:sldMkLst>
      </pc:sldChg>
      <pc:sldChg chg="modSp del mod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3"/>
        </pc:sldMkLst>
        <pc:spChg chg="mod">
          <ac:chgData name="Byrd, Andrew M." userId="2d5836b5-4a72-4fdb-bd90-63723c1cd390" providerId="ADAL" clId="{6B6D36B6-86A8-44A0-9D23-936DF85A5453}" dt="2024-10-17T18:42:58.893" v="765" actId="20577"/>
          <ac:spMkLst>
            <pc:docMk/>
            <pc:sldMk cId="0" sldId="313"/>
            <ac:spMk id="432" creationId="{00000000-0000-0000-0000-000000000000}"/>
          </ac:spMkLst>
        </pc:spChg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3356210354" sldId="313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4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1798084091" sldId="314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5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1216087519" sldId="315"/>
        </pc:sldMkLst>
      </pc:sldChg>
      <pc:sldChg chg="del">
        <pc:chgData name="Byrd, Andrew M." userId="2d5836b5-4a72-4fdb-bd90-63723c1cd390" providerId="ADAL" clId="{6B6D36B6-86A8-44A0-9D23-936DF85A5453}" dt="2024-10-17T18:46:18.434" v="771" actId="2696"/>
        <pc:sldMkLst>
          <pc:docMk/>
          <pc:sldMk cId="0" sldId="316"/>
        </pc:sldMkLst>
      </pc:sldChg>
      <pc:sldChg chg="add">
        <pc:chgData name="Byrd, Andrew M." userId="2d5836b5-4a72-4fdb-bd90-63723c1cd390" providerId="ADAL" clId="{6B6D36B6-86A8-44A0-9D23-936DF85A5453}" dt="2024-10-17T18:46:24.626" v="772"/>
        <pc:sldMkLst>
          <pc:docMk/>
          <pc:sldMk cId="3216279659" sldId="316"/>
        </pc:sldMkLst>
      </pc:sldChg>
      <pc:sldChg chg="add">
        <pc:chgData name="Byrd, Andrew M." userId="2d5836b5-4a72-4fdb-bd90-63723c1cd390" providerId="ADAL" clId="{6B6D36B6-86A8-44A0-9D23-936DF85A5453}" dt="2024-10-17T18:37:50.120" v="547" actId="2890"/>
        <pc:sldMkLst>
          <pc:docMk/>
          <pc:sldMk cId="4052840370" sldId="319"/>
        </pc:sldMkLst>
      </pc:sldChg>
      <pc:sldChg chg="add">
        <pc:chgData name="Byrd, Andrew M." userId="2d5836b5-4a72-4fdb-bd90-63723c1cd390" providerId="ADAL" clId="{6B6D36B6-86A8-44A0-9D23-936DF85A5453}" dt="2024-10-17T18:37:53.055" v="548" actId="2890"/>
        <pc:sldMkLst>
          <pc:docMk/>
          <pc:sldMk cId="2312221999" sldId="320"/>
        </pc:sldMkLst>
      </pc:sldChg>
      <pc:sldChg chg="add">
        <pc:chgData name="Byrd, Andrew M." userId="2d5836b5-4a72-4fdb-bd90-63723c1cd390" providerId="ADAL" clId="{6B6D36B6-86A8-44A0-9D23-936DF85A5453}" dt="2024-10-17T18:46:38.471" v="773"/>
        <pc:sldMkLst>
          <pc:docMk/>
          <pc:sldMk cId="587491948" sldId="321"/>
        </pc:sldMkLst>
      </pc:sldChg>
      <pc:sldChg chg="modSp mod">
        <pc:chgData name="Byrd, Andrew M." userId="2d5836b5-4a72-4fdb-bd90-63723c1cd390" providerId="ADAL" clId="{6B6D36B6-86A8-44A0-9D23-936DF85A5453}" dt="2024-10-31T16:02:27.767" v="810" actId="403"/>
        <pc:sldMkLst>
          <pc:docMk/>
          <pc:sldMk cId="2198182131" sldId="361"/>
        </pc:sldMkLst>
        <pc:spChg chg="mod">
          <ac:chgData name="Byrd, Andrew M." userId="2d5836b5-4a72-4fdb-bd90-63723c1cd390" providerId="ADAL" clId="{6B6D36B6-86A8-44A0-9D23-936DF85A5453}" dt="2024-10-31T16:02:27.767" v="810" actId="403"/>
          <ac:spMkLst>
            <pc:docMk/>
            <pc:sldMk cId="2198182131" sldId="361"/>
            <ac:spMk id="3" creationId="{11B95408-D20D-271A-B3E8-65A155791288}"/>
          </ac:spMkLst>
        </pc:spChg>
      </pc:sldChg>
      <pc:sldChg chg="modSp mod">
        <pc:chgData name="Byrd, Andrew M." userId="2d5836b5-4a72-4fdb-bd90-63723c1cd390" providerId="ADAL" clId="{6B6D36B6-86A8-44A0-9D23-936DF85A5453}" dt="2024-10-31T16:04:31.338" v="891" actId="1076"/>
        <pc:sldMkLst>
          <pc:docMk/>
          <pc:sldMk cId="3570766383" sldId="362"/>
        </pc:sldMkLst>
        <pc:spChg chg="mod">
          <ac:chgData name="Byrd, Andrew M." userId="2d5836b5-4a72-4fdb-bd90-63723c1cd390" providerId="ADAL" clId="{6B6D36B6-86A8-44A0-9D23-936DF85A5453}" dt="2024-10-31T16:04:29.392" v="890" actId="1076"/>
          <ac:spMkLst>
            <pc:docMk/>
            <pc:sldMk cId="3570766383" sldId="362"/>
            <ac:spMk id="2" creationId="{585762F3-6708-02CF-C1DF-3F8D5832D4CB}"/>
          </ac:spMkLst>
        </pc:spChg>
        <pc:spChg chg="mod">
          <ac:chgData name="Byrd, Andrew M." userId="2d5836b5-4a72-4fdb-bd90-63723c1cd390" providerId="ADAL" clId="{6B6D36B6-86A8-44A0-9D23-936DF85A5453}" dt="2024-10-31T16:04:31.338" v="891" actId="1076"/>
          <ac:spMkLst>
            <pc:docMk/>
            <pc:sldMk cId="3570766383" sldId="362"/>
            <ac:spMk id="3" creationId="{11B95408-D20D-271A-B3E8-65A155791288}"/>
          </ac:spMkLst>
        </pc:spChg>
      </pc:sldChg>
    </pc:docChg>
  </pc:docChgLst>
  <pc:docChgLst>
    <pc:chgData name="Byrd, Andrew M." userId="S::amby222@uky.edu::2d5836b5-4a72-4fdb-bd90-63723c1cd390" providerId="AD" clId="Web-{FEFF60F6-4B74-3104-3741-0EA6F7DEEE9E}"/>
    <pc:docChg chg="addSld delSld modSld sldOrd">
      <pc:chgData name="Byrd, Andrew M." userId="S::amby222@uky.edu::2d5836b5-4a72-4fdb-bd90-63723c1cd390" providerId="AD" clId="Web-{FEFF60F6-4B74-3104-3741-0EA6F7DEEE9E}" dt="2024-10-30T12:27:18.740" v="95" actId="20577"/>
      <pc:docMkLst>
        <pc:docMk/>
      </pc:docMkLst>
      <pc:sldChg chg="del">
        <pc:chgData name="Byrd, Andrew M." userId="S::amby222@uky.edu::2d5836b5-4a72-4fdb-bd90-63723c1cd390" providerId="AD" clId="Web-{FEFF60F6-4B74-3104-3741-0EA6F7DEEE9E}" dt="2024-10-30T12:25:41.440" v="2"/>
        <pc:sldMkLst>
          <pc:docMk/>
          <pc:sldMk cId="2977936686" sldId="308"/>
        </pc:sldMkLst>
      </pc:sldChg>
      <pc:sldChg chg="modSp new ord">
        <pc:chgData name="Byrd, Andrew M." userId="S::amby222@uky.edu::2d5836b5-4a72-4fdb-bd90-63723c1cd390" providerId="AD" clId="Web-{FEFF60F6-4B74-3104-3741-0EA6F7DEEE9E}" dt="2024-10-30T12:27:18.740" v="95" actId="20577"/>
        <pc:sldMkLst>
          <pc:docMk/>
          <pc:sldMk cId="4019988688" sldId="357"/>
        </pc:sldMkLst>
        <pc:spChg chg="mod">
          <ac:chgData name="Byrd, Andrew M." userId="S::amby222@uky.edu::2d5836b5-4a72-4fdb-bd90-63723c1cd390" providerId="AD" clId="Web-{FEFF60F6-4B74-3104-3741-0EA6F7DEEE9E}" dt="2024-10-30T12:25:53.737" v="8" actId="20577"/>
          <ac:spMkLst>
            <pc:docMk/>
            <pc:sldMk cId="4019988688" sldId="357"/>
            <ac:spMk id="2" creationId="{46F31524-2514-27E4-B148-120B532100AB}"/>
          </ac:spMkLst>
        </pc:spChg>
        <pc:spChg chg="mod">
          <ac:chgData name="Byrd, Andrew M." userId="S::amby222@uky.edu::2d5836b5-4a72-4fdb-bd90-63723c1cd390" providerId="AD" clId="Web-{FEFF60F6-4B74-3104-3741-0EA6F7DEEE9E}" dt="2024-10-30T12:27:18.740" v="95" actId="20577"/>
          <ac:spMkLst>
            <pc:docMk/>
            <pc:sldMk cId="4019988688" sldId="357"/>
            <ac:spMk id="3" creationId="{46AF6A9B-5779-5470-7C3B-D5BF557ABABC}"/>
          </ac:spMkLst>
        </pc:spChg>
      </pc:sldChg>
      <pc:sldChg chg="modSp new">
        <pc:chgData name="Byrd, Andrew M." userId="S::amby222@uky.edu::2d5836b5-4a72-4fdb-bd90-63723c1cd390" providerId="AD" clId="Web-{FEFF60F6-4B74-3104-3741-0EA6F7DEEE9E}" dt="2024-10-30T12:26:42.442" v="52" actId="20577"/>
        <pc:sldMkLst>
          <pc:docMk/>
          <pc:sldMk cId="2828781358" sldId="358"/>
        </pc:sldMkLst>
        <pc:spChg chg="mod">
          <ac:chgData name="Byrd, Andrew M." userId="S::amby222@uky.edu::2d5836b5-4a72-4fdb-bd90-63723c1cd390" providerId="AD" clId="Web-{FEFF60F6-4B74-3104-3741-0EA6F7DEEE9E}" dt="2024-10-30T12:26:27.285" v="35" actId="20577"/>
          <ac:spMkLst>
            <pc:docMk/>
            <pc:sldMk cId="2828781358" sldId="358"/>
            <ac:spMk id="2" creationId="{A1BC15B7-1F7B-5717-CEF8-6FF3D3C94D18}"/>
          </ac:spMkLst>
        </pc:spChg>
        <pc:spChg chg="mod">
          <ac:chgData name="Byrd, Andrew M." userId="S::amby222@uky.edu::2d5836b5-4a72-4fdb-bd90-63723c1cd390" providerId="AD" clId="Web-{FEFF60F6-4B74-3104-3741-0EA6F7DEEE9E}" dt="2024-10-30T12:26:42.442" v="52" actId="20577"/>
          <ac:spMkLst>
            <pc:docMk/>
            <pc:sldMk cId="2828781358" sldId="358"/>
            <ac:spMk id="3" creationId="{C6B75B91-7261-8728-46A7-5A643C39A516}"/>
          </ac:spMkLst>
        </pc:spChg>
      </pc:sldChg>
    </pc:docChg>
  </pc:docChgLst>
  <pc:docChgLst>
    <pc:chgData name="Byrd, Andrew M." userId="S::amby222@uky.edu::2d5836b5-4a72-4fdb-bd90-63723c1cd390" providerId="AD" clId="Web-{79356CA4-DDBC-6C07-2D5B-BCBBB3DEEB95}"/>
    <pc:docChg chg="modSld">
      <pc:chgData name="Byrd, Andrew M." userId="S::amby222@uky.edu::2d5836b5-4a72-4fdb-bd90-63723c1cd390" providerId="AD" clId="Web-{79356CA4-DDBC-6C07-2D5B-BCBBB3DEEB95}" dt="2024-11-01T14:19:20.067" v="2" actId="20577"/>
      <pc:docMkLst>
        <pc:docMk/>
      </pc:docMkLst>
      <pc:sldChg chg="modSp">
        <pc:chgData name="Byrd, Andrew M." userId="S::amby222@uky.edu::2d5836b5-4a72-4fdb-bd90-63723c1cd390" providerId="AD" clId="Web-{79356CA4-DDBC-6C07-2D5B-BCBBB3DEEB95}" dt="2024-11-01T14:19:20.067" v="2" actId="20577"/>
        <pc:sldMkLst>
          <pc:docMk/>
          <pc:sldMk cId="3570766383" sldId="362"/>
        </pc:sldMkLst>
        <pc:spChg chg="mod">
          <ac:chgData name="Byrd, Andrew M." userId="S::amby222@uky.edu::2d5836b5-4a72-4fdb-bd90-63723c1cd390" providerId="AD" clId="Web-{79356CA4-DDBC-6C07-2D5B-BCBBB3DEEB95}" dt="2024-11-01T14:19:20.067" v="2" actId="20577"/>
          <ac:spMkLst>
            <pc:docMk/>
            <pc:sldMk cId="3570766383" sldId="362"/>
            <ac:spMk id="3" creationId="{11B95408-D20D-271A-B3E8-65A155791288}"/>
          </ac:spMkLst>
        </pc:spChg>
      </pc:sldChg>
    </pc:docChg>
  </pc:docChgLst>
  <pc:docChgLst>
    <pc:chgData name="Byrd, Andrew M." userId="S::amby222@uky.edu::2d5836b5-4a72-4fdb-bd90-63723c1cd390" providerId="AD" clId="Web-{DD4CF223-4752-A840-1977-CD199097B7E9}"/>
    <pc:docChg chg="addSld modSld sldOrd">
      <pc:chgData name="Byrd, Andrew M." userId="S::amby222@uky.edu::2d5836b5-4a72-4fdb-bd90-63723c1cd390" providerId="AD" clId="Web-{DD4CF223-4752-A840-1977-CD199097B7E9}" dt="2024-10-31T16:02:13.607" v="71" actId="20577"/>
      <pc:docMkLst>
        <pc:docMk/>
      </pc:docMkLst>
      <pc:sldChg chg="modSp">
        <pc:chgData name="Byrd, Andrew M." userId="S::amby222@uky.edu::2d5836b5-4a72-4fdb-bd90-63723c1cd390" providerId="AD" clId="Web-{DD4CF223-4752-A840-1977-CD199097B7E9}" dt="2024-10-31T15:58:11.315" v="15" actId="20577"/>
        <pc:sldMkLst>
          <pc:docMk/>
          <pc:sldMk cId="2259115164" sldId="300"/>
        </pc:sldMkLst>
        <pc:spChg chg="mod">
          <ac:chgData name="Byrd, Andrew M." userId="S::amby222@uky.edu::2d5836b5-4a72-4fdb-bd90-63723c1cd390" providerId="AD" clId="Web-{DD4CF223-4752-A840-1977-CD199097B7E9}" dt="2024-10-31T15:58:11.315" v="15" actId="20577"/>
          <ac:spMkLst>
            <pc:docMk/>
            <pc:sldMk cId="2259115164" sldId="300"/>
            <ac:spMk id="354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DD4CF223-4752-A840-1977-CD199097B7E9}" dt="2024-10-31T16:02:13.607" v="71" actId="20577"/>
        <pc:sldMkLst>
          <pc:docMk/>
          <pc:sldMk cId="2198182131" sldId="361"/>
        </pc:sldMkLst>
        <pc:spChg chg="mod">
          <ac:chgData name="Byrd, Andrew M." userId="S::amby222@uky.edu::2d5836b5-4a72-4fdb-bd90-63723c1cd390" providerId="AD" clId="Web-{DD4CF223-4752-A840-1977-CD199097B7E9}" dt="2024-10-31T15:59:35.678" v="45" actId="1076"/>
          <ac:spMkLst>
            <pc:docMk/>
            <pc:sldMk cId="2198182131" sldId="361"/>
            <ac:spMk id="2" creationId="{585762F3-6708-02CF-C1DF-3F8D5832D4CB}"/>
          </ac:spMkLst>
        </pc:spChg>
        <pc:spChg chg="mod">
          <ac:chgData name="Byrd, Andrew M." userId="S::amby222@uky.edu::2d5836b5-4a72-4fdb-bd90-63723c1cd390" providerId="AD" clId="Web-{DD4CF223-4752-A840-1977-CD199097B7E9}" dt="2024-10-31T16:02:13.607" v="71" actId="20577"/>
          <ac:spMkLst>
            <pc:docMk/>
            <pc:sldMk cId="2198182131" sldId="361"/>
            <ac:spMk id="3" creationId="{11B95408-D20D-271A-B3E8-65A155791288}"/>
          </ac:spMkLst>
        </pc:spChg>
      </pc:sldChg>
      <pc:sldChg chg="add ord replId">
        <pc:chgData name="Byrd, Andrew M." userId="S::amby222@uky.edu::2d5836b5-4a72-4fdb-bd90-63723c1cd390" providerId="AD" clId="Web-{DD4CF223-4752-A840-1977-CD199097B7E9}" dt="2024-10-31T16:01:46.293" v="56"/>
        <pc:sldMkLst>
          <pc:docMk/>
          <pc:sldMk cId="3570766383" sldId="3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1e7f0aa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a1e7f0aa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1e7f0aab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1e7f0aab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1e7f0aab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1e7f0aab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d277d89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d277d89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d277d890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d277d890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d277d890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d277d890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d277d890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d277d890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d277d890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d277d890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3fdf195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3fdf195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3fdf195d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3fdf195d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3fdf195d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3fdf195d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d277d890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9d277d890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d277d890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d277d890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d277d890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d277d890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d277d890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d277d890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d277d890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d277d890e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d277d890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d277d890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3fdf195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a3fdf195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3fdf195d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3fdf195d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3fdf195d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3fdf195d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f20ae751b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f20ae751b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9d4b7bb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9d4b7bb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9d4b7bb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9d4b7bb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5002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9d4b7bb1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9d4b7bb1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adb0f7e3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fadb0f7e3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fadb0f7e3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fadb0f7e3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fadb0f7e3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fadb0f7e3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adb0f7e3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adb0f7e3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fadb0f7e3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fadb0f7e3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adb0f7e3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fadb0f7e3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fadb0f7e3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fadb0f7e30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fadb0f7e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fadb0f7e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9d277d890e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9d277d890e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55731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f9d4b7bb1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f9d4b7bb1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3116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d277d890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d277d890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3046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9d5303a74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9d5303a74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408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a48af67501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a48af67501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5863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a48af67501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a48af67501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5830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f9d4b7bb1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f9d4b7bb1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3682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a48af67501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a48af67501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078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9d4b7bb1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9d4b7bb1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1188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9d277d890e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9d277d890e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9d277d890e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9d277d890e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9d277d890e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9d277d890e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9d277d890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9d277d890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9d5303a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9d5303a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9d277d890e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9d277d890e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d277d890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d277d890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6256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9d277d890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9d277d890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2584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d277d890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d277d890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8845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9d277d890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9d277d890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0012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9d277d890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9d277d890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7770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9d277d890e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9d277d890e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0626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a3fdf195d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a3fdf195d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0055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d277d890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d277d890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481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9d277d890e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9d277d890e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8087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9d277d890e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9d277d890e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299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9d277d890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9d277d890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97420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d277d890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d277d890e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9701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a3fdf195d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a3fdf195d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8282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5825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a48af67501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a48af67501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00517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a48af6750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a48af6750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1985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f9d4b7bb1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f9d4b7bb1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62828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a48af67501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a48af67501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f820879d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f820879d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ammatical_tense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ammatical_aspect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Weeks 9-10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2144994"/>
            <a:ext cx="8520600" cy="2424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2800"/>
              <a:t>Nominals: 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000"/>
              <a:t>Number, Gender, Case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000"/>
              <a:t>Adjectives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000"/>
              <a:t>Pronouns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next 2 weeks: Verbs</a:t>
            </a:r>
            <a:endParaRPr/>
          </a:p>
        </p:txBody>
      </p:sp>
      <p:sp>
        <p:nvSpPr>
          <p:cNvPr id="2" name="Google Shape;73;p14">
            <a:extLst>
              <a:ext uri="{FF2B5EF4-FFF2-40B4-BE49-F238E27FC236}">
                <a16:creationId xmlns:a16="http://schemas.microsoft.com/office/drawing/2014/main" id="{9A00C779-55F6-3B3F-431D-3A5B94253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2748" y="1152120"/>
            <a:ext cx="8520600" cy="2424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2800" b="1"/>
              <a:t>Monday</a:t>
            </a:r>
            <a:r>
              <a:rPr lang="en" sz="2800"/>
              <a:t>, </a:t>
            </a:r>
            <a:r>
              <a:rPr lang="en" sz="2800" b="1"/>
              <a:t>Wednesday</a:t>
            </a:r>
            <a:r>
              <a:rPr lang="en" sz="2800"/>
              <a:t>: In person class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400"/>
              <a:t>Friday: work at home, or in groups on component 3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400"/>
              <a:t>Make sure that you’ve got your nominals done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400"/>
              <a:t>H</a:t>
            </a:r>
            <a:r>
              <a:rPr lang="en-US" sz="2400"/>
              <a:t>av</a:t>
            </a:r>
            <a:r>
              <a:rPr lang="en" sz="2400"/>
              <a:t>e game plan for: person, number, tense, aspect</a:t>
            </a:r>
          </a:p>
          <a:p>
            <a:pPr>
              <a:buChar char="-"/>
            </a:pPr>
            <a:r>
              <a:rPr lang="en-US" sz="2800" b="1"/>
              <a:t>Friday</a:t>
            </a:r>
            <a:r>
              <a:rPr lang="en-US" sz="2800"/>
              <a:t>: I'm in LA</a:t>
            </a:r>
          </a:p>
          <a:p>
            <a:pPr marL="457200" lvl="0" indent="-3429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2800" b="1"/>
              <a:t>N</a:t>
            </a:r>
            <a:r>
              <a:rPr lang="en" sz="2800" b="1" err="1"/>
              <a:t>ext</a:t>
            </a:r>
            <a:r>
              <a:rPr lang="en" sz="2800" b="1"/>
              <a:t> Monday</a:t>
            </a:r>
            <a:r>
              <a:rPr lang="en" sz="2800"/>
              <a:t>: Fall Break</a:t>
            </a:r>
            <a:endParaRPr lang="en"/>
          </a:p>
          <a:p>
            <a:pPr>
              <a:buChar char="-"/>
            </a:pPr>
            <a:r>
              <a:rPr lang="en" sz="2800" b="1"/>
              <a:t>Next Wednesday, Friday</a:t>
            </a:r>
            <a:r>
              <a:rPr lang="en" sz="2800"/>
              <a:t>: </a:t>
            </a:r>
          </a:p>
          <a:p>
            <a:pPr lvl="1" indent="-342900">
              <a:spcBef>
                <a:spcPts val="0"/>
              </a:spcBef>
              <a:buSzPts val="1800"/>
              <a:buChar char="-"/>
            </a:pPr>
            <a:r>
              <a:rPr lang="en" sz="2400"/>
              <a:t>more verbs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 Creating your Verbal System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1221900"/>
            <a:ext cx="8520600" cy="26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 Encoded in Verbs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Person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Number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Valency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Mood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Voice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+mj-lt"/>
              <a:buAutoNum type="arabicPeriod"/>
            </a:pPr>
            <a:r>
              <a:rPr lang="en"/>
              <a:t>Aspect</a:t>
            </a:r>
            <a:endParaRPr/>
          </a:p>
          <a:p>
            <a:pPr marL="9398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+mj-lt"/>
              <a:buAutoNum type="arabicPeriod"/>
            </a:pPr>
            <a:r>
              <a:rPr lang="en"/>
              <a:t>Tense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882037" y="2335214"/>
            <a:ext cx="37134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** Key Takeaway **</a:t>
            </a:r>
            <a:endParaRPr sz="18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NONE of these things have to be encoded in the verbs, but they </a:t>
            </a:r>
            <a:r>
              <a:rPr lang="en" sz="1800" i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do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have to be marked somehow.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Consider the following sentences.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I sleep.</a:t>
            </a: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You sleep.</a:t>
            </a: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2400"/>
              <a:t>He/she/it sleeps. </a:t>
            </a:r>
            <a:endParaRPr sz="240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4765396" y="1702161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arenR" startAt="4"/>
            </a:pPr>
            <a:r>
              <a:rPr lang="en" sz="2400"/>
              <a:t>We sleep.</a:t>
            </a: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 startAt="4"/>
            </a:pPr>
            <a:r>
              <a:rPr lang="en" sz="2400"/>
              <a:t>Y’all sleep.</a:t>
            </a: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arenR" startAt="4"/>
            </a:pPr>
            <a:r>
              <a:rPr lang="en" sz="2400"/>
              <a:t>They sleep. 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939950"/>
            <a:ext cx="80962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1297275" y="4128475"/>
            <a:ext cx="6762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Some noun phrase or pronoun is ENCODED within the verb.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939950"/>
            <a:ext cx="809625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3329075" y="2288725"/>
            <a:ext cx="492900" cy="1357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5704500" y="2288725"/>
            <a:ext cx="492900" cy="1357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7904725" y="2288725"/>
            <a:ext cx="492900" cy="1357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subjects: Georgian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5925"/>
            <a:ext cx="8839200" cy="2294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- Mɤɧøɴ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2495100"/>
            <a:ext cx="8520600" cy="20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Georgian, but no case.			Subject + object + verb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2323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Markers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sg.		du.		pl.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	kɤ		kuu		kaa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		ku		kuu		kwa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“metra”	o		ow		oa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“animal”	ʀɤ		ʀuu		ʀaa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“plant”	s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		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uu		saa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“it”		ta		taw		taa</a:t>
            </a:r>
            <a:endParaRPr sz="2800"/>
          </a:p>
        </p:txBody>
      </p:sp>
      <p:sp>
        <p:nvSpPr>
          <p:cNvPr id="129" name="Google Shape;129;p22"/>
          <p:cNvSpPr txBox="1"/>
          <p:nvPr/>
        </p:nvSpPr>
        <p:spPr>
          <a:xfrm>
            <a:off x="3887478" y="464950"/>
            <a:ext cx="42531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We made these for our nominal system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234788" y="2186321"/>
            <a:ext cx="8520600" cy="24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drink”		kɤʛu		“I drink it.”		kɤtaʛu	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 drink”		kuʛu		“You drink it.”		kutaʛu	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“It (met.) drinks”	oʛu		“It drinks it.”		otaʛu</a:t>
            </a:r>
            <a:endParaRPr sz="2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460200"/>
            <a:ext cx="8520600" cy="31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subject pronoun needed if noun specified: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taʛu çampa.		“Chomper drinks it.”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kaaɴaɴ we.			“The dinosaur bites us.”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object pronoun need if noun specified: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kɤʛu men. 		“I drink water.” 	not		*kɤtaʛu 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meɴ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</a:t>
            </a: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body" idx="1"/>
          </p:nvPr>
        </p:nvSpPr>
        <p:spPr>
          <a:xfrm>
            <a:off x="311700" y="2354450"/>
            <a:ext cx="8520600" cy="22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Remember this?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Number: Singular &amp; Plural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939950"/>
            <a:ext cx="80962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Number: Unmarked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988" y="1261950"/>
            <a:ext cx="6553379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5683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Number: Singular, Plural, and Dual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875" y="279850"/>
            <a:ext cx="5366875" cy="45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1"/>
          </p:nvPr>
        </p:nvSpPr>
        <p:spPr>
          <a:xfrm>
            <a:off x="311700" y="2354450"/>
            <a:ext cx="8520600" cy="22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Your verbs </a:t>
            </a:r>
            <a:r>
              <a:rPr lang="en" b="1"/>
              <a:t>should not</a:t>
            </a:r>
            <a:r>
              <a:rPr lang="en"/>
              <a:t> have </a:t>
            </a:r>
            <a:r>
              <a:rPr lang="en" i="1"/>
              <a:t>more </a:t>
            </a:r>
            <a:r>
              <a:rPr lang="en"/>
              <a:t>numbers than your nominal system; but you </a:t>
            </a:r>
            <a:r>
              <a:rPr lang="en" b="1"/>
              <a:t>can </a:t>
            </a:r>
            <a:r>
              <a:rPr lang="en"/>
              <a:t>have overt number in your noun system but not in your verbs.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- Mɤɧøɴ</a:t>
            </a:r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body" idx="1"/>
          </p:nvPr>
        </p:nvSpPr>
        <p:spPr>
          <a:xfrm>
            <a:off x="311700" y="2571750"/>
            <a:ext cx="85206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Already had established 3 in the noun system - singular, dual, plural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Mɤɧøɴ Pronouns </a:t>
            </a:r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body" idx="1"/>
          </p:nvPr>
        </p:nvSpPr>
        <p:spPr>
          <a:xfrm>
            <a:off x="311700" y="1768978"/>
            <a:ext cx="8520600" cy="2799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sg.		du.		pl.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1st person		kɤ 		kɤɠu		kɤka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2nd person	ku 		kuɠu		kuka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3rd person (met)  o		oɠu		oka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(animal)	ʀɤ		ʀɤɠu		ʀɤka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(plant)		s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s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ɠu		s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(other)		ta		taɠu		taka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>
            <a:spLocks noGrp="1"/>
          </p:cNvSpPr>
          <p:nvPr>
            <p:ph type="title"/>
          </p:nvPr>
        </p:nvSpPr>
        <p:spPr>
          <a:xfrm>
            <a:off x="311700" y="2323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Markers</a:t>
            </a:r>
            <a:endParaRPr/>
          </a:p>
        </p:txBody>
      </p:sp>
      <p:sp>
        <p:nvSpPr>
          <p:cNvPr id="189" name="Google Shape;189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sg.		du.		pl.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	kɤ		kuu		kaa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		ku		kuu		kwa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“metra”	o		ow		oa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“animal”	ʀɤ		ʀuu		ʀaa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“plant”	s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		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uu		saa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“it”		ta		taw		taa</a:t>
            </a:r>
            <a:endParaRPr sz="2800"/>
          </a:p>
        </p:txBody>
      </p:sp>
      <p:sp>
        <p:nvSpPr>
          <p:cNvPr id="190" name="Google Shape;190;p32"/>
          <p:cNvSpPr/>
          <p:nvPr/>
        </p:nvSpPr>
        <p:spPr>
          <a:xfrm>
            <a:off x="3332860" y="837488"/>
            <a:ext cx="3640508" cy="3666146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1" name="Google Shape;191;p32"/>
          <p:cNvCxnSpPr>
            <a:cxnSpLocks/>
            <a:stCxn id="192" idx="0"/>
          </p:cNvCxnSpPr>
          <p:nvPr/>
        </p:nvCxnSpPr>
        <p:spPr>
          <a:xfrm flipH="1" flipV="1">
            <a:off x="6682586" y="3703700"/>
            <a:ext cx="1164264" cy="5392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" name="Google Shape;192;p32"/>
          <p:cNvSpPr txBox="1"/>
          <p:nvPr/>
        </p:nvSpPr>
        <p:spPr>
          <a:xfrm>
            <a:off x="6436250" y="4242950"/>
            <a:ext cx="28212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How did I arrive at these?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311700" y="2323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 Markers</a:t>
            </a:r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du.			pl.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kuu			kaa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kuu			kwa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			oa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ʀuu		ʀaa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uu			saa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taw			taa</a:t>
            </a:r>
            <a:endParaRPr sz="2800"/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501475" y="1148325"/>
            <a:ext cx="5401500" cy="30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du.	pl.</a:t>
            </a:r>
            <a:endParaRPr sz="2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1st person	kɤɠu	kɤka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2nd person	kuɠu	kuka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3rd person (met) oɠu	oka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(animal)	ʀɤɠu	ʀɤka	(plant)		s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ɠu	s</a:t>
            </a:r>
            <a:r>
              <a:rPr lang="en" sz="2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	(other)		taɠu	taka</a:t>
            </a:r>
            <a:endParaRPr sz="2200"/>
          </a:p>
        </p:txBody>
      </p:sp>
      <p:sp>
        <p:nvSpPr>
          <p:cNvPr id="200" name="Google Shape;200;p33"/>
          <p:cNvSpPr txBox="1"/>
          <p:nvPr/>
        </p:nvSpPr>
        <p:spPr>
          <a:xfrm>
            <a:off x="6407850" y="4143625"/>
            <a:ext cx="28497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pen Sans"/>
                <a:ea typeface="Open Sans"/>
                <a:cs typeface="Open Sans"/>
                <a:sym typeface="Open Sans"/>
              </a:rPr>
              <a:t>What changed?</a:t>
            </a:r>
            <a:endParaRPr sz="22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625B-A64A-67E5-D9A4-7D0346FD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do with </a:t>
            </a:r>
            <a:r>
              <a:rPr lang="en-US" err="1"/>
              <a:t>Dgon</a:t>
            </a:r>
            <a:r>
              <a:rPr lang="en-US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2F43C-6962-9D13-1859-A5EDE5BDD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/>
              <a:t>Numbers (4): sg., du., pl. paucal</a:t>
            </a:r>
            <a:endParaRPr lang="en-US" sz="2400">
              <a:solidFill>
                <a:srgbClr val="A1E8D9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/>
              <a:t>Genders (2): natural – animate, inanimate</a:t>
            </a:r>
            <a:endParaRPr lang="en-US" sz="2400">
              <a:solidFill>
                <a:srgbClr val="A1E8D9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/>
              <a:t>Cases (8): grammatical &amp; prepositional (oblique)</a:t>
            </a:r>
            <a:endParaRPr lang="en-US" sz="2400">
              <a:solidFill>
                <a:srgbClr val="A1E8D9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/>
              <a:t>Adjectives: incorporated (compounded within Ns)</a:t>
            </a:r>
            <a:endParaRPr lang="en-US" sz="2400">
              <a:solidFill>
                <a:srgbClr val="A1E8D9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/>
              <a:t>Pronouns: 4 numbers, 2 genders, prefixed cases</a:t>
            </a:r>
            <a:endParaRPr lang="en-US" sz="2400">
              <a:solidFill>
                <a:srgbClr val="A1E8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557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– Dorgon pronoun system</a:t>
            </a:r>
            <a:endParaRPr/>
          </a:p>
        </p:txBody>
      </p:sp>
      <p:sp>
        <p:nvSpPr>
          <p:cNvPr id="319" name="Google Shape;319;p53"/>
          <p:cNvSpPr txBox="1">
            <a:spLocks noGrp="1"/>
          </p:cNvSpPr>
          <p:nvPr>
            <p:ph type="body" idx="1"/>
          </p:nvPr>
        </p:nvSpPr>
        <p:spPr>
          <a:xfrm>
            <a:off x="311700" y="113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Let’s create a table of pronouns with 1, 2, 3 on the left side. Include along the top the numbers you’ve posited for your language.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graphicFrame>
        <p:nvGraphicFramePr>
          <p:cNvPr id="320" name="Google Shape;320;p53"/>
          <p:cNvGraphicFramePr/>
          <p:nvPr>
            <p:extLst>
              <p:ext uri="{D42A27DB-BD31-4B8C-83A1-F6EECF244321}">
                <p14:modId xmlns:p14="http://schemas.microsoft.com/office/powerpoint/2010/main" val="2605240596"/>
              </p:ext>
            </p:extLst>
          </p:nvPr>
        </p:nvGraphicFramePr>
        <p:xfrm>
          <a:off x="952499" y="2159801"/>
          <a:ext cx="7239001" cy="2651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6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9989">
                  <a:extLst>
                    <a:ext uri="{9D8B030D-6E8A-4147-A177-3AD203B41FA5}">
                      <a16:colId xmlns:a16="http://schemas.microsoft.com/office/drawing/2014/main" val="19747142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sg.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du.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pl.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paucal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1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>
                          <a:solidFill>
                            <a:schemeClr val="bg2"/>
                          </a:solidFill>
                        </a:rPr>
                        <a:t>do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‘I’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kt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o</a:t>
                      </a:r>
                      <a:r>
                        <a:rPr lang="en-US" sz="1400" b="0" i="0" u="none" strike="noStrike" noProof="0">
                          <a:solidFill>
                            <a:schemeClr val="bg2"/>
                          </a:solidFill>
                          <a:latin typeface="Arial"/>
                        </a:rPr>
                        <a:t> </a:t>
                      </a:r>
                      <a:endParaRPr lang="en-US" b="0" i="0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‘we 2’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ekt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o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 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‘we’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akt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o</a:t>
                      </a:r>
                      <a:endParaRPr lang="en-US" err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‘a few of us’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2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err="1">
                          <a:solidFill>
                            <a:schemeClr val="bg2"/>
                          </a:solidFill>
                        </a:rPr>
                        <a:t>ço</a:t>
                      </a:r>
                      <a:endParaRPr lang="en-US" b="1" i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‘you’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k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 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‘you 2’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ek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endParaRPr lang="en-US" b="0" i="0" err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‘y’all’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ak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endParaRPr lang="en-US" err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‘a few of y’all’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3 anim.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   inanim.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 ‘they’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u="none">
                          <a:solidFill>
                            <a:schemeClr val="bg2"/>
                          </a:solidFill>
                        </a:rPr>
                        <a:t>un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 ‘it’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ke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‘they 2’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kew</a:t>
                      </a:r>
                      <a:endParaRPr lang="en-US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 ‘they 2’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eke: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‘they (pl.)’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ekew</a:t>
                      </a:r>
                      <a:endParaRPr lang="en-US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‘they’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ake</a:t>
                      </a:r>
                      <a:r>
                        <a:rPr lang="en-US">
                          <a:solidFill>
                            <a:schemeClr val="bg2"/>
                          </a:solidFill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‘a few of them’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akew</a:t>
                      </a:r>
                      <a:endParaRPr lang="en-US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‘a few of them’ 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299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1CD4-B681-05C9-266D-A16BA466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Pronouns – need to reflect case, too!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B1D9D-337A-CF9B-47A1-2E0A4E573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			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2800" i="1">
                <a:solidFill>
                  <a:srgbClr val="000000"/>
                </a:solidFill>
                <a:latin typeface="Times New Roman"/>
                <a:cs typeface="Times New Roman"/>
              </a:rPr>
              <a:t>a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‘they (sg.)’</a:t>
            </a:r>
          </a:p>
          <a:p>
            <a:pPr>
              <a:lnSpc>
                <a:spcPct val="114999"/>
              </a:lnSpc>
              <a:buNone/>
            </a:pPr>
            <a:endParaRPr lang="en-US" sz="1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subject     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pfo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pfa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‘they’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dir. obj.   		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	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a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indir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. obj.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 err="1">
                <a:solidFill>
                  <a:srgbClr val="000000"/>
                </a:solidFill>
                <a:latin typeface="Times New Roman"/>
                <a:cs typeface="Times New Roman"/>
              </a:rPr>
              <a:t>wa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‘to/for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‘before’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‘before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‘after’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da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da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‘after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‘from’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‘from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‘with’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	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‘with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‘of’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sx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 err="1">
                <a:solidFill>
                  <a:srgbClr val="000000"/>
                </a:solidFill>
                <a:latin typeface="Times New Roman"/>
                <a:cs typeface="Times New Roman"/>
              </a:rPr>
              <a:t>sxa</a:t>
            </a:r>
            <a:r>
              <a:rPr lang="en-US" sz="1800" i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‘their’			</a:t>
            </a:r>
          </a:p>
          <a:p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02E063-8F28-C866-0350-04F6BA8C0A02}"/>
              </a:ext>
            </a:extLst>
          </p:cNvPr>
          <p:cNvCxnSpPr/>
          <p:nvPr/>
        </p:nvCxnSpPr>
        <p:spPr>
          <a:xfrm flipV="1">
            <a:off x="5076202" y="2982482"/>
            <a:ext cx="769121" cy="58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1E7B71-ED65-E034-5860-BFBE7D1D5FA5}"/>
              </a:ext>
            </a:extLst>
          </p:cNvPr>
          <p:cNvCxnSpPr/>
          <p:nvPr/>
        </p:nvCxnSpPr>
        <p:spPr>
          <a:xfrm>
            <a:off x="5076202" y="3572142"/>
            <a:ext cx="683663" cy="675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E40B19-E411-7A12-91B2-89444EFC0C86}"/>
              </a:ext>
            </a:extLst>
          </p:cNvPr>
          <p:cNvSpPr txBox="1"/>
          <p:nvPr/>
        </p:nvSpPr>
        <p:spPr>
          <a:xfrm>
            <a:off x="4683095" y="3353955"/>
            <a:ext cx="6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By rule!</a:t>
            </a:r>
          </a:p>
        </p:txBody>
      </p:sp>
    </p:spTree>
    <p:extLst>
      <p:ext uri="{BB962C8B-B14F-4D97-AF65-F5344CB8AC3E}">
        <p14:creationId xmlns:p14="http://schemas.microsoft.com/office/powerpoint/2010/main" val="3039025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84FB-D591-5BB8-5CA6-B2DB0148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Elijah LIKES complicated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FD0F9-97E7-7FE0-3698-FECAC2567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ts val="1600"/>
              </a:spcAft>
            </a:pPr>
            <a:endParaRPr lang="en-US">
              <a:solidFill>
                <a:srgbClr val="695D46"/>
              </a:solidFill>
            </a:endParaRPr>
          </a:p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>
              <a:solidFill>
                <a:srgbClr val="695D46"/>
              </a:solidFill>
            </a:endParaRPr>
          </a:p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err="1">
                <a:solidFill>
                  <a:srgbClr val="000000"/>
                </a:solidFill>
                <a:latin typeface="Times New Roman"/>
                <a:cs typeface="Times New Roman"/>
              </a:rPr>
              <a:t>kepfodpθ̩mɳgfa</a:t>
            </a:r>
            <a:r>
              <a:rPr lang="en-US" sz="3200">
                <a:solidFill>
                  <a:srgbClr val="000000"/>
                </a:solidFill>
                <a:latin typeface="Times New Roman"/>
                <a:cs typeface="Times New Roman"/>
              </a:rPr>
              <a:t>           ‘2 big idiots (subject)’</a:t>
            </a:r>
            <a:endParaRPr lang="en-US" sz="3200">
              <a:solidFill>
                <a:srgbClr val="A1E8D9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</a:pPr>
            <a:endParaRPr lang="en-US">
              <a:solidFill>
                <a:srgbClr val="A1E8D9"/>
              </a:solidFill>
            </a:endParaRPr>
          </a:p>
          <a:p>
            <a:pPr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</a:pPr>
            <a:endParaRPr lang="en-US">
              <a:solidFill>
                <a:srgbClr val="A1E8D9"/>
              </a:solidFill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95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84FB-D591-5BB8-5CA6-B2DB0148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Let's incorporate our nominal subjects into the 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FD0F9-97E7-7FE0-3698-FECAC2567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>
              <a:solidFill>
                <a:srgbClr val="695D46"/>
              </a:solidFill>
            </a:endParaRPr>
          </a:p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err="1">
                <a:solidFill>
                  <a:srgbClr val="000000"/>
                </a:solidFill>
                <a:latin typeface="Times New Roman"/>
                <a:cs typeface="Times New Roman"/>
              </a:rPr>
              <a:t>kepfodpθ̩mɳgfa</a:t>
            </a:r>
            <a:r>
              <a:rPr lang="en-US" sz="3200">
                <a:solidFill>
                  <a:srgbClr val="000000"/>
                </a:solidFill>
                <a:latin typeface="Times New Roman"/>
                <a:cs typeface="Times New Roman"/>
              </a:rPr>
              <a:t>           ‘2 big idiots (subject)’</a:t>
            </a:r>
            <a:endParaRPr lang="en-US" sz="3200">
              <a:solidFill>
                <a:srgbClr val="A1E8D9"/>
              </a:solidFill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cs typeface="Times New Roman"/>
              </a:rPr>
              <a:t>tom         ‘drink’</a:t>
            </a:r>
          </a:p>
          <a:p>
            <a:pPr marL="114300" indent="0"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cs typeface="Times New Roman"/>
              </a:rPr>
              <a:t>e          ‘know’</a:t>
            </a:r>
          </a:p>
          <a:p>
            <a:pPr>
              <a:lnSpc>
                <a:spcPct val="114999"/>
              </a:lnSpc>
              <a:spcBef>
                <a:spcPts val="1000"/>
              </a:spcBef>
              <a:spcAft>
                <a:spcPts val="1600"/>
              </a:spcAft>
            </a:pPr>
            <a:endParaRPr lang="en-US">
              <a:solidFill>
                <a:srgbClr val="A1E8D9"/>
              </a:solidFill>
            </a:endParaRPr>
          </a:p>
          <a:p>
            <a:pPr>
              <a:lnSpc>
                <a:spcPct val="114999"/>
              </a:lnSpc>
            </a:pPr>
            <a:endParaRPr lang="en-US">
              <a:solidFill>
                <a:srgbClr val="695D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271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>
            <a:spLocks noGrp="1"/>
          </p:cNvSpPr>
          <p:nvPr>
            <p:ph type="title"/>
          </p:nvPr>
        </p:nvSpPr>
        <p:spPr>
          <a:xfrm>
            <a:off x="311700" y="1788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Alright, for Dgon</a:t>
            </a:r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your language, grab 3 verbs from your Swadesh list.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“Eat”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“Sleep”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“Give”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As we did with Mɤɧøɴ, arrange the verbs according by: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Person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Number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Translate the following sentences (feel free to change nouns to make more appropriate for your culture):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eat.”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“You sleep in the bed.”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“He eats and sleeps a lot.”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“We give you a book.”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“Y’all eat meat.”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“They give the man a fish.”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>
            <a:spLocks noGrp="1"/>
          </p:cNvSpPr>
          <p:nvPr>
            <p:ph type="title"/>
          </p:nvPr>
        </p:nvSpPr>
        <p:spPr>
          <a:xfrm>
            <a:off x="311700" y="1788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Okay, your turn!</a:t>
            </a:r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your language, grab 3 verbs from your Swadesh list.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“Eat”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“Sleep”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“Give”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As we did with Mɤɧøɴ, arrange the verbs according by: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Person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Number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Translate the following sentences (feel free to change nouns to make more appropriate for your culture):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“I eat.”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“You sleep in the bed.”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“He eats and sleeps a lot.”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“We give you a book.”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“Y’all eat meat.”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“They give the man a fish.”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2221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Weeks 9-10</a:t>
            </a:r>
            <a:endParaRPr/>
          </a:p>
        </p:txBody>
      </p:sp>
      <p:sp>
        <p:nvSpPr>
          <p:cNvPr id="212" name="Google Shape;212;p35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Time:</a:t>
            </a:r>
            <a:endParaRPr/>
          </a:p>
        </p:txBody>
      </p:sp>
      <p:sp>
        <p:nvSpPr>
          <p:cNvPr id="218" name="Google Shape;218;p36"/>
          <p:cNvSpPr txBox="1">
            <a:spLocks noGrp="1"/>
          </p:cNvSpPr>
          <p:nvPr>
            <p:ph type="body" idx="1"/>
          </p:nvPr>
        </p:nvSpPr>
        <p:spPr>
          <a:xfrm>
            <a:off x="209150" y="1743350"/>
            <a:ext cx="8520600" cy="22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en" sz="2700"/>
              <a:t>Person</a:t>
            </a:r>
            <a:endParaRPr sz="2700"/>
          </a:p>
          <a:p>
            <a:pPr marL="457200" lvl="0" indent="-400050" algn="l" rtl="0">
              <a:spcBef>
                <a:spcPts val="1600"/>
              </a:spcBef>
              <a:spcAft>
                <a:spcPts val="0"/>
              </a:spcAft>
              <a:buSzPts val="2700"/>
              <a:buChar char="-"/>
            </a:pPr>
            <a:r>
              <a:rPr lang="en" sz="2700"/>
              <a:t>Number</a:t>
            </a:r>
            <a:endParaRPr sz="2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 do you create markers for your language?</a:t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888" y="1263650"/>
            <a:ext cx="3596219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markers for your language - Sruɗɞr</a:t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400" y="2016300"/>
            <a:ext cx="20002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/>
        </p:nvSpPr>
        <p:spPr>
          <a:xfrm>
            <a:off x="1379375" y="4093650"/>
            <a:ext cx="735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What do both interrogative words have in common?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markers for your language - Sruɗɞr</a:t>
            </a:r>
            <a:endParaRPr/>
          </a:p>
        </p:txBody>
      </p:sp>
      <p:sp>
        <p:nvSpPr>
          <p:cNvPr id="237" name="Google Shape;237;p39"/>
          <p:cNvSpPr txBox="1"/>
          <p:nvPr/>
        </p:nvSpPr>
        <p:spPr>
          <a:xfrm>
            <a:off x="6563050" y="2033300"/>
            <a:ext cx="2113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1st person?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266563"/>
            <a:ext cx="2743200" cy="366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9"/>
          <p:cNvCxnSpPr/>
          <p:nvPr/>
        </p:nvCxnSpPr>
        <p:spPr>
          <a:xfrm rot="10800000" flipH="1">
            <a:off x="1824350" y="1535150"/>
            <a:ext cx="13128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" name="Google Shape;240;p39"/>
          <p:cNvCxnSpPr/>
          <p:nvPr/>
        </p:nvCxnSpPr>
        <p:spPr>
          <a:xfrm>
            <a:off x="1846600" y="1980100"/>
            <a:ext cx="1234800" cy="84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markers for your language - Sruɗɞr</a:t>
            </a:r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6718800" y="1926425"/>
            <a:ext cx="2113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2nd person plural?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266563"/>
            <a:ext cx="27432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/>
          <p:nvPr/>
        </p:nvSpPr>
        <p:spPr>
          <a:xfrm>
            <a:off x="2959000" y="2019125"/>
            <a:ext cx="2447400" cy="707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markers for your language - Sruɗɞr</a:t>
            </a:r>
            <a:endParaRPr/>
          </a:p>
        </p:txBody>
      </p:sp>
      <p:sp>
        <p:nvSpPr>
          <p:cNvPr id="254" name="Google Shape;254;p41"/>
          <p:cNvSpPr txBox="1"/>
          <p:nvPr/>
        </p:nvSpPr>
        <p:spPr>
          <a:xfrm>
            <a:off x="6718800" y="3918950"/>
            <a:ext cx="2113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3rd person?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266563"/>
            <a:ext cx="27432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1"/>
          <p:cNvSpPr/>
          <p:nvPr/>
        </p:nvSpPr>
        <p:spPr>
          <a:xfrm>
            <a:off x="2936750" y="3443000"/>
            <a:ext cx="2447400" cy="1490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markers for your language - Sruɗɞr</a:t>
            </a:r>
            <a:endParaRPr/>
          </a:p>
        </p:txBody>
      </p:sp>
      <p:sp>
        <p:nvSpPr>
          <p:cNvPr id="262" name="Google Shape;262;p42"/>
          <p:cNvSpPr txBox="1"/>
          <p:nvPr/>
        </p:nvSpPr>
        <p:spPr>
          <a:xfrm>
            <a:off x="6718800" y="3741950"/>
            <a:ext cx="2113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latin typeface="Open Sans"/>
                <a:ea typeface="Open Sans"/>
                <a:cs typeface="Open Sans"/>
                <a:sym typeface="Open Sans"/>
              </a:rPr>
              <a:t>3rd person plural?</a:t>
            </a:r>
            <a:endParaRPr sz="23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266563"/>
            <a:ext cx="27432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2"/>
          <p:cNvSpPr/>
          <p:nvPr/>
        </p:nvSpPr>
        <p:spPr>
          <a:xfrm>
            <a:off x="2936750" y="3443000"/>
            <a:ext cx="2447400" cy="1490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>
            <a:spLocks noGrp="1"/>
          </p:cNvSpPr>
          <p:nvPr>
            <p:ph type="title"/>
          </p:nvPr>
        </p:nvSpPr>
        <p:spPr>
          <a:xfrm>
            <a:off x="311700" y="1788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Okay, your turn!</a:t>
            </a:r>
            <a:endParaRPr/>
          </a:p>
        </p:txBody>
      </p:sp>
      <p:sp>
        <p:nvSpPr>
          <p:cNvPr id="270" name="Google Shape;270;p43"/>
          <p:cNvSpPr txBox="1"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/>
              <a:t>Translate the following sentences (feel free to change nouns to make more appropriate for your culture):</a:t>
            </a:r>
            <a:endParaRPr sz="2300"/>
          </a:p>
          <a:p>
            <a:pPr marL="914400" lvl="1" indent="-349250" algn="l" rtl="0">
              <a:spcBef>
                <a:spcPts val="160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“I eat.”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“You sleep in the bed.”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“He eats and sleeps.”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“We give you a book.”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“Y’all eat meat.”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AutoNum type="alphaLcPeriod"/>
            </a:pPr>
            <a:r>
              <a:rPr lang="en" sz="1900"/>
              <a:t>“They give the man a fish.”</a:t>
            </a:r>
            <a:endParaRPr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Tense</a:t>
            </a:r>
            <a:endParaRPr/>
          </a:p>
        </p:txBody>
      </p:sp>
      <p:sp>
        <p:nvSpPr>
          <p:cNvPr id="408" name="Google Shape;408;p66"/>
          <p:cNvSpPr txBox="1">
            <a:spLocks noGrp="1"/>
          </p:cNvSpPr>
          <p:nvPr>
            <p:ph type="body" idx="1"/>
          </p:nvPr>
        </p:nvSpPr>
        <p:spPr>
          <a:xfrm>
            <a:off x="311700" y="1389100"/>
            <a:ext cx="8520600" cy="31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walk to school.’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walked to school.’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will walk to school.’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** What is the difference between these three sentences?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138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</a:t>
            </a:r>
            <a:endParaRPr/>
          </a:p>
        </p:txBody>
      </p:sp>
      <p:sp>
        <p:nvSpPr>
          <p:cNvPr id="414" name="Google Shape;414;p67"/>
          <p:cNvSpPr txBox="1">
            <a:spLocks noGrp="1"/>
          </p:cNvSpPr>
          <p:nvPr>
            <p:ph type="body" idx="1"/>
          </p:nvPr>
        </p:nvSpPr>
        <p:spPr>
          <a:xfrm>
            <a:off x="311700" y="2348625"/>
            <a:ext cx="8520600" cy="22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Visit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https://en.wikipedia.org/wiki/Grammatical_tense</a:t>
            </a:r>
            <a:r>
              <a:rPr lang="en"/>
              <a:t>; scroll down to “Possible tenses”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4952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Tense - Mɤɧøɴ</a:t>
            </a:r>
            <a:endParaRPr/>
          </a:p>
        </p:txBody>
      </p:sp>
      <p:sp>
        <p:nvSpPr>
          <p:cNvPr id="420" name="Google Shape;420;p6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--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Past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Super past (remote past)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05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Tense - Mɤɧøɴ</a:t>
            </a:r>
            <a:endParaRPr/>
          </a:p>
        </p:txBody>
      </p:sp>
      <p:sp>
        <p:nvSpPr>
          <p:cNvPr id="426" name="Google Shape;426;p69"/>
          <p:cNvSpPr txBox="1">
            <a:spLocks noGrp="1"/>
          </p:cNvSpPr>
          <p:nvPr>
            <p:ph type="body" idx="1"/>
          </p:nvPr>
        </p:nvSpPr>
        <p:spPr>
          <a:xfrm>
            <a:off x="311700" y="1760125"/>
            <a:ext cx="8520600" cy="28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(nothing)	kɤʛu meɴ.	I drink water.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Future (ti) 		kɤʛuti meɴ.	I will drink water.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past (pa)		kɤʛupa meɴ.	I drank water.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remote past (paa)	kɤʛupaa meɴ.	I drank water a long time ago.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23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Aspect</a:t>
            </a:r>
            <a:endParaRPr/>
          </a:p>
        </p:txBody>
      </p:sp>
      <p:sp>
        <p:nvSpPr>
          <p:cNvPr id="432" name="Google Shape;432;p70"/>
          <p:cNvSpPr txBox="1">
            <a:spLocks noGrp="1"/>
          </p:cNvSpPr>
          <p:nvPr>
            <p:ph type="body" idx="1"/>
          </p:nvPr>
        </p:nvSpPr>
        <p:spPr>
          <a:xfrm>
            <a:off x="311700" y="1683520"/>
            <a:ext cx="8520600" cy="28854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walked to school.’			past tense (simple past; preterit)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have walked to school.’			perfect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‘I was walking to school.’			past progressive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** What is the difference in meaning between these three sentences?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21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Aspect</a:t>
            </a:r>
            <a:endParaRPr/>
          </a:p>
        </p:txBody>
      </p:sp>
      <p:pic>
        <p:nvPicPr>
          <p:cNvPr id="438" name="Google Shape;4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163" y="1305550"/>
            <a:ext cx="6273681" cy="36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80840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</a:t>
            </a:r>
            <a:endParaRPr/>
          </a:p>
        </p:txBody>
      </p:sp>
      <p:sp>
        <p:nvSpPr>
          <p:cNvPr id="444" name="Google Shape;444;p72"/>
          <p:cNvSpPr txBox="1">
            <a:spLocks noGrp="1"/>
          </p:cNvSpPr>
          <p:nvPr>
            <p:ph type="body" idx="1"/>
          </p:nvPr>
        </p:nvSpPr>
        <p:spPr>
          <a:xfrm>
            <a:off x="311700" y="2239025"/>
            <a:ext cx="8520600" cy="23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Visit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https://en.wikipedia.org/wiki/Grammatical_aspect</a:t>
            </a:r>
            <a:r>
              <a:rPr lang="en"/>
              <a:t>, scroll down to “By language” &amp; browse the examples of aspect marking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6087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Aspect - Mɤɧøɴ</a:t>
            </a:r>
            <a:endParaRPr/>
          </a:p>
        </p:txBody>
      </p:sp>
      <p:sp>
        <p:nvSpPr>
          <p:cNvPr id="450" name="Google Shape;450;p7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mood, separate words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kɤʛu meɴ.			“I drink water.”			-- unmarked = indicative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çi kɤʛu meɴ.			“I am drinking water.”		-- çi ‘now’ + present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ɣun kɤʛupa meɴ.		“I have drunk water.”		-- ɣun ‘already’ + past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6279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Weeks 9-10</a:t>
            </a:r>
            <a:endParaRPr/>
          </a:p>
        </p:txBody>
      </p:sp>
      <p:sp>
        <p:nvSpPr>
          <p:cNvPr id="212" name="Google Shape;212;p35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87491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1524-2514-27E4-B148-120B5321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 &amp; Friday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6A9B-5779-5470-7C3B-D5BF557A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/>
              <a:t>Review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/>
              <a:t>Final three verbal categories: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/>
              <a:t>Voice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/>
              <a:t>Valence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/>
              <a:t>Mood</a:t>
            </a:r>
          </a:p>
          <a:p>
            <a:pPr>
              <a:lnSpc>
                <a:spcPct val="150000"/>
              </a:lnSpc>
            </a:pPr>
            <a:r>
              <a:rPr lang="en-US" sz="2400"/>
              <a:t>Translation practice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199886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15B7-1F7B-5717-CEF8-6FF3D3C9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Think back: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75B91-7261-8728-46A7-5A643C39A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 sz="2800"/>
              <a:t>What are:</a:t>
            </a:r>
          </a:p>
          <a:p>
            <a:pPr lvl="1">
              <a:lnSpc>
                <a:spcPct val="114999"/>
              </a:lnSpc>
            </a:pPr>
            <a:r>
              <a:rPr lang="en-US" sz="2000"/>
              <a:t>Tense</a:t>
            </a:r>
          </a:p>
          <a:p>
            <a:pPr lvl="1">
              <a:lnSpc>
                <a:spcPct val="114999"/>
              </a:lnSpc>
            </a:pPr>
            <a:r>
              <a:rPr lang="en-US" sz="2000"/>
              <a:t>Aspect</a:t>
            </a:r>
          </a:p>
          <a:p>
            <a:pPr lvl="1">
              <a:lnSpc>
                <a:spcPct val="114999"/>
              </a:lnSpc>
            </a:pPr>
            <a:r>
              <a:rPr lang="en-US" sz="2000"/>
              <a:t>Person</a:t>
            </a:r>
          </a:p>
          <a:p>
            <a:pPr lvl="1">
              <a:lnSpc>
                <a:spcPct val="114999"/>
              </a:lnSpc>
            </a:pPr>
            <a:r>
              <a:rPr lang="en-US" sz="2000"/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28287813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</a:t>
            </a:r>
            <a:endParaRPr/>
          </a:p>
        </p:txBody>
      </p:sp>
      <p:sp>
        <p:nvSpPr>
          <p:cNvPr id="366" name="Google Shape;366;p5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 baked a pizza in the oven.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pizza was baked in the oven.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The pizza baked in the oven.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</a:t>
            </a:r>
            <a:endParaRPr/>
          </a:p>
        </p:txBody>
      </p:sp>
      <p:sp>
        <p:nvSpPr>
          <p:cNvPr id="372" name="Google Shape;372;p6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 baked a pizza in the oven.		Subject = I, the baker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pizza was baked in the oven.	Subject = The pizza, the baked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The pizza baked in the oven.		Subject = The pizza, the baked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</a:t>
            </a:r>
            <a:endParaRPr/>
          </a:p>
        </p:txBody>
      </p:sp>
      <p:sp>
        <p:nvSpPr>
          <p:cNvPr id="378" name="Google Shape;378;p6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 baked a pizza in the oven.		</a:t>
            </a:r>
            <a:r>
              <a:rPr lang="en" b="1"/>
              <a:t>Active </a:t>
            </a:r>
            <a:r>
              <a:rPr lang="en"/>
              <a:t>- subject focused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pizza was baked in the oven.	</a:t>
            </a:r>
            <a:r>
              <a:rPr lang="en" b="1"/>
              <a:t>Passive </a:t>
            </a:r>
            <a:r>
              <a:rPr lang="en"/>
              <a:t>- object focused in subject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pizza baked in the oven.		</a:t>
            </a:r>
            <a:r>
              <a:rPr lang="en" b="1"/>
              <a:t>Middle </a:t>
            </a:r>
            <a:r>
              <a:rPr lang="en"/>
              <a:t>- in between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		Common for </a:t>
            </a:r>
            <a:r>
              <a:rPr lang="en" b="1"/>
              <a:t>reciprocals</a:t>
            </a:r>
            <a:r>
              <a:rPr lang="en"/>
              <a:t>: “We punched each other.”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			                          </a:t>
            </a:r>
            <a:r>
              <a:rPr lang="en" b="1"/>
              <a:t>reflexives</a:t>
            </a:r>
            <a:r>
              <a:rPr lang="en"/>
              <a:t>: “I punched myself.”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</a:t>
            </a:r>
            <a:endParaRPr/>
          </a:p>
        </p:txBody>
      </p:sp>
      <p:sp>
        <p:nvSpPr>
          <p:cNvPr id="384" name="Google Shape;384;p6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65200" marR="508000" lvl="0" indent="-228600" algn="l" rtl="0">
              <a:lnSpc>
                <a:spcPct val="16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None/>
            </a:pPr>
            <a: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अहं नरं स्मरामि</a:t>
            </a:r>
            <a:b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 i="1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ahaṃ naraṃ </a:t>
            </a:r>
            <a:r>
              <a:rPr lang="en" sz="1200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smarā</a:t>
            </a:r>
            <a:r>
              <a:rPr lang="en" sz="1200" b="1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mi</a:t>
            </a:r>
            <a:br>
              <a:rPr lang="en" sz="1200" i="1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I </a:t>
            </a:r>
            <a:r>
              <a:rPr lang="en" sz="1100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remember </a:t>
            </a: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the man.</a:t>
            </a:r>
            <a:endParaRPr sz="1100">
              <a:solidFill>
                <a:srgbClr val="000000"/>
              </a:solidFill>
              <a:highlight>
                <a:srgbClr val="EEEEEE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65200" marR="50800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None/>
            </a:pPr>
            <a: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नरः </a:t>
            </a:r>
            <a:r>
              <a:rPr lang="en" sz="2100" b="1">
                <a:solidFill>
                  <a:srgbClr val="FF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स्मरते</a:t>
            </a:r>
            <a:br>
              <a:rPr lang="en" sz="2100" b="1">
                <a:solidFill>
                  <a:srgbClr val="FF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 i="1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naraḥ </a:t>
            </a:r>
            <a:r>
              <a:rPr lang="en" sz="1200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smara</a:t>
            </a:r>
            <a:r>
              <a:rPr lang="en" sz="1200" b="1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te</a:t>
            </a:r>
            <a:br>
              <a:rPr lang="en" sz="1200" b="1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The man </a:t>
            </a:r>
            <a:r>
              <a:rPr lang="en" sz="1100" b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remembers himself</a:t>
            </a: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.</a:t>
            </a:r>
            <a:endParaRPr sz="1100">
              <a:solidFill>
                <a:srgbClr val="000000"/>
              </a:solidFill>
              <a:highlight>
                <a:srgbClr val="EEEEEE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65200" marR="508000" lvl="0" indent="-228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None/>
            </a:pPr>
            <a: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नरो </a:t>
            </a:r>
            <a:r>
              <a:rPr lang="en" sz="2100" b="1">
                <a:solidFill>
                  <a:srgbClr val="FF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मया</a:t>
            </a:r>
            <a: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स्मर्यते</a:t>
            </a:r>
            <a:br>
              <a:rPr lang="en" sz="2100">
                <a:solidFill>
                  <a:srgbClr val="000000"/>
                </a:solidFill>
                <a:highlight>
                  <a:srgbClr val="EEEEEE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 i="1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naro mayā </a:t>
            </a:r>
            <a:r>
              <a:rPr lang="en" sz="1200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smar</a:t>
            </a:r>
            <a:r>
              <a:rPr lang="en" sz="1200" b="1" i="1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yate</a:t>
            </a:r>
            <a:br>
              <a:rPr lang="en" sz="1200" i="1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</a:b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The man </a:t>
            </a:r>
            <a:r>
              <a:rPr lang="en" sz="1100">
                <a:solidFill>
                  <a:srgbClr val="FF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is remembered</a:t>
            </a:r>
            <a:r>
              <a:rPr lang="en" sz="1100">
                <a:solidFill>
                  <a:srgbClr val="000000"/>
                </a:solidFill>
                <a:highlight>
                  <a:srgbClr val="EEEEEE"/>
                </a:highlight>
                <a:latin typeface="Georgia"/>
                <a:ea typeface="Georgia"/>
                <a:cs typeface="Georgia"/>
                <a:sym typeface="Georgia"/>
              </a:rPr>
              <a:t> by me.</a:t>
            </a:r>
            <a:endParaRPr sz="1100">
              <a:solidFill>
                <a:srgbClr val="000000"/>
              </a:solidFill>
              <a:highlight>
                <a:srgbClr val="EEEEEE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33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- Mɤɧøɴ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63"/>
          <p:cNvSpPr txBox="1">
            <a:spLocks noGrp="1"/>
          </p:cNvSpPr>
          <p:nvPr>
            <p:ph type="body" idx="1"/>
          </p:nvPr>
        </p:nvSpPr>
        <p:spPr>
          <a:xfrm>
            <a:off x="311700" y="2375731"/>
            <a:ext cx="8520600" cy="21932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Active, Middle, </a:t>
            </a:r>
            <a:r>
              <a:rPr lang="en" sz="2400" strike="sngStrike"/>
              <a:t>Passive</a:t>
            </a:r>
            <a:endParaRPr sz="2400" strike="sngStrike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- Mɤɧøɴ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6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Active, Middle, </a:t>
            </a:r>
            <a:r>
              <a:rPr lang="en" strike="sngStrike"/>
              <a:t>Passive</a:t>
            </a:r>
            <a:endParaRPr strike="sngStrike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Middle marked by doubling of final syllable of verb (ʛu → ʛuʛu, ʀuɗe → ʀuɗeɗe).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“I drink water.”				→ 	kɤʛu meɴ.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“I drink myself.”				→ 	kɤʛuʛu.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“I drink me some water.”		→ 	kɤʛuʛu meɴ.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r>
              <a:rPr lang="en" b="1"/>
              <a:t>“Water is drunk by me.”			can’t say this!</a:t>
            </a:r>
            <a:endParaRPr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</a:t>
            </a:r>
            <a:endParaRPr/>
          </a:p>
        </p:txBody>
      </p:sp>
      <p:sp>
        <p:nvSpPr>
          <p:cNvPr id="276" name="Google Shape;276;p4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raining.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sleeping.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hugging the wall.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giving the people candy.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** How many nominals are in each sentence? **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8322284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</a:t>
            </a:r>
            <a:endParaRPr/>
          </a:p>
        </p:txBody>
      </p:sp>
      <p:sp>
        <p:nvSpPr>
          <p:cNvPr id="282" name="Google Shape;282;p4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raining.			= 		0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sleeping.			=		1 (it)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hugging the wall.		= 		2 (it, the wall)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giving the people candy.	=		3 (it, the people, candy)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** How many nominals are in each sentence? **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15669030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</a:t>
            </a:r>
            <a:endParaRPr/>
          </a:p>
        </p:txBody>
      </p:sp>
      <p:sp>
        <p:nvSpPr>
          <p:cNvPr id="288" name="Google Shape;288;p4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raining.			= 		avalent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sleeping.			=		intransitive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hugging the wall.		= 		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giving the people candy.	=		ditransitive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** How many nominals are in each sentence? **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7013721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 </a:t>
            </a:r>
            <a:endParaRPr/>
          </a:p>
        </p:txBody>
      </p:sp>
      <p:sp>
        <p:nvSpPr>
          <p:cNvPr id="294" name="Google Shape;294;p4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English, we don’t mark for valency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It’s pouring outside.		= 		avalent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It pours well.			=		intransitive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He pours a drink.		= 		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He pours water on himself.	=		ditransitive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</p:spTree>
    <p:extLst>
      <p:ext uri="{BB962C8B-B14F-4D97-AF65-F5344CB8AC3E}">
        <p14:creationId xmlns:p14="http://schemas.microsoft.com/office/powerpoint/2010/main" val="31541990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 </a:t>
            </a:r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languages </a:t>
            </a:r>
            <a:r>
              <a:rPr lang="en" i="1"/>
              <a:t>do </a:t>
            </a:r>
            <a:r>
              <a:rPr lang="en"/>
              <a:t>mark for valency, though. Imagine the following: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 i="1"/>
              <a:t>poura</a:t>
            </a:r>
            <a:r>
              <a:rPr lang="en"/>
              <a:t>		= 		avalent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i="1"/>
              <a:t>pouru</a:t>
            </a:r>
            <a:r>
              <a:rPr lang="en"/>
              <a:t>		=		intransitive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i="1"/>
              <a:t>pouri</a:t>
            </a:r>
            <a:r>
              <a:rPr lang="en"/>
              <a:t>		= 		transitive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i="1"/>
              <a:t>pouro		</a:t>
            </a:r>
            <a:r>
              <a:rPr lang="en"/>
              <a:t>=		ditransitive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</p:spTree>
    <p:extLst>
      <p:ext uri="{BB962C8B-B14F-4D97-AF65-F5344CB8AC3E}">
        <p14:creationId xmlns:p14="http://schemas.microsoft.com/office/powerpoint/2010/main" val="14583674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 - Mɤɧøɴ</a:t>
            </a:r>
            <a:endParaRPr/>
          </a:p>
        </p:txBody>
      </p:sp>
      <p:sp>
        <p:nvSpPr>
          <p:cNvPr id="306" name="Google Shape;306;p49"/>
          <p:cNvSpPr txBox="1">
            <a:spLocks noGrp="1"/>
          </p:cNvSpPr>
          <p:nvPr>
            <p:ph type="body" idx="1"/>
          </p:nvPr>
        </p:nvSpPr>
        <p:spPr>
          <a:xfrm>
            <a:off x="311700" y="2452575"/>
            <a:ext cx="8520600" cy="21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explicit marking except for ditransitives (the one with 2 objects) “It’s giving the people candy.”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5003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Valency</a:t>
            </a:r>
            <a:endParaRPr/>
          </a:p>
        </p:txBody>
      </p:sp>
      <p:sp>
        <p:nvSpPr>
          <p:cNvPr id="312" name="Google Shape;312;p5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-n- before verb: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kɤʀuɗe </a:t>
            </a:r>
            <a:r>
              <a:rPr lang="en" sz="1600" b="1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 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	“I give water.” (generally) → </a:t>
            </a: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kɤkunʀuɗe </a:t>
            </a:r>
            <a:r>
              <a:rPr lang="en" sz="1600" b="1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“I give you water.”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both subject and object are specified nouns, the correct gendered pronoun will be used, followed by -n.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ʀuɗe çampa 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meɴ. “Chomper gives water” (generally) →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ʀɤn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ʀuɗe çampa 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 we. “Chomper gives water to the dinosaur.”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ʀuɗe çampa 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 iɴ. “Chomper gives water to the metra.”</a:t>
            </a:r>
            <a:endParaRPr sz="16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ʀuɗe çampa 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meɴ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ɓiŋ</a:t>
            </a:r>
            <a:r>
              <a:rPr lang="en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“Chomper gives water to the seaweed.”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48987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</a:t>
            </a:r>
            <a:endParaRPr/>
          </a:p>
        </p:txBody>
      </p:sp>
      <p:sp>
        <p:nvSpPr>
          <p:cNvPr id="318" name="Google Shape;318;p5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a fish, and I like to eat fish food.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Were I a fish, I would eat fish food.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a fish! Eat fish food!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 I a fish? Do I eat fish food?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** What is the purpose of each sentence?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9690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</a:t>
            </a:r>
            <a:endParaRPr/>
          </a:p>
        </p:txBody>
      </p:sp>
      <p:sp>
        <p:nvSpPr>
          <p:cNvPr id="324" name="Google Shape;324;p5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a fish, and I like to eat fish food.	=	Statement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Were I a fish, I would eat fish food.	=	Hypothetical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a fish! Eat fish food!		=	Command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 I a fish? Do I eat fish food?		=	Question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** What is the purpose of each sentence?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378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</a:t>
            </a:r>
            <a:endParaRPr/>
          </a:p>
        </p:txBody>
      </p:sp>
      <p:sp>
        <p:nvSpPr>
          <p:cNvPr id="330" name="Google Shape;330;p5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following sentences: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 am</a:t>
            </a:r>
            <a:r>
              <a:rPr lang="en"/>
              <a:t> a fish, and I </a:t>
            </a:r>
            <a:r>
              <a:rPr lang="en" b="1"/>
              <a:t>eat </a:t>
            </a:r>
            <a:r>
              <a:rPr lang="en"/>
              <a:t>fish food.	=	Statement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Were</a:t>
            </a:r>
            <a:r>
              <a:rPr lang="en"/>
              <a:t> I a fish, I </a:t>
            </a:r>
            <a:r>
              <a:rPr lang="en" b="1"/>
              <a:t>would eat</a:t>
            </a:r>
            <a:r>
              <a:rPr lang="en"/>
              <a:t> fish food.	=	Hypothetical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Be</a:t>
            </a:r>
            <a:r>
              <a:rPr lang="en"/>
              <a:t> a fish! </a:t>
            </a:r>
            <a:r>
              <a:rPr lang="en" b="1"/>
              <a:t>Eat</a:t>
            </a:r>
            <a:r>
              <a:rPr lang="en"/>
              <a:t> fish food!		=	Command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Am I</a:t>
            </a:r>
            <a:r>
              <a:rPr lang="en"/>
              <a:t> a fish? </a:t>
            </a:r>
            <a:r>
              <a:rPr lang="en" b="1"/>
              <a:t>Do I eat</a:t>
            </a:r>
            <a:r>
              <a:rPr lang="en"/>
              <a:t> fish food?	=	Question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** How is each mood expressed?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035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</a:t>
            </a:r>
            <a:endParaRPr/>
          </a:p>
        </p:txBody>
      </p:sp>
      <p:sp>
        <p:nvSpPr>
          <p:cNvPr id="336" name="Google Shape;336;p5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Latin: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Pisces </a:t>
            </a:r>
            <a:r>
              <a:rPr lang="en" b="1"/>
              <a:t>sum</a:t>
            </a:r>
            <a:r>
              <a:rPr lang="en"/>
              <a:t>.	Cibum edo.	=	Statement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Pisces </a:t>
            </a:r>
            <a:r>
              <a:rPr lang="en" b="1"/>
              <a:t>sim, </a:t>
            </a:r>
            <a:r>
              <a:rPr lang="en"/>
              <a:t>cibum </a:t>
            </a:r>
            <a:r>
              <a:rPr lang="en" b="1"/>
              <a:t>edam</a:t>
            </a:r>
            <a:r>
              <a:rPr lang="en"/>
              <a:t>.	=	Hypothetical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Es</a:t>
            </a:r>
            <a:r>
              <a:rPr lang="en"/>
              <a:t> pisces! </a:t>
            </a:r>
            <a:r>
              <a:rPr lang="en" b="1"/>
              <a:t>Ede </a:t>
            </a:r>
            <a:r>
              <a:rPr lang="en"/>
              <a:t>cibum!		=	Command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Pisces</a:t>
            </a:r>
            <a:r>
              <a:rPr lang="en" b="1"/>
              <a:t> sum</a:t>
            </a:r>
            <a:r>
              <a:rPr lang="en"/>
              <a:t>? Cibum </a:t>
            </a:r>
            <a:r>
              <a:rPr lang="en" b="1"/>
              <a:t>edo</a:t>
            </a:r>
            <a:r>
              <a:rPr lang="en"/>
              <a:t>?	=	Question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** How is each mood expressed? **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5386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 - Mɤɧøɴ</a:t>
            </a:r>
            <a:endParaRPr/>
          </a:p>
        </p:txBody>
      </p:sp>
      <p:sp>
        <p:nvSpPr>
          <p:cNvPr id="342" name="Google Shape;342;p55"/>
          <p:cNvSpPr txBox="1">
            <a:spLocks noGrp="1"/>
          </p:cNvSpPr>
          <p:nvPr>
            <p:ph type="body" idx="1"/>
          </p:nvPr>
        </p:nvSpPr>
        <p:spPr>
          <a:xfrm>
            <a:off x="311700" y="2254100"/>
            <a:ext cx="8520600" cy="23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word orders?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Different words?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New words that indicate mood?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22727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 - Mɤɧøɴ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5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helping verbs for hypothetical (na), question (ɓu); no subject specified for imperative. Helping verbs placed before verb and prefixes.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kɤʛu meɴ.			“I drink water.”			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 kɤʛu meɴ.			“Were I to drink water…”		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ʛu meɴ!				“Drink water!”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ɓu kɤʛu meɴ?			“Am I drinking water?”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45336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Weeks 9-10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08890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together...</a:t>
            </a:r>
            <a:endParaRPr/>
          </a:p>
        </p:txBody>
      </p:sp>
      <p:sp>
        <p:nvSpPr>
          <p:cNvPr id="456" name="Google Shape;456;p7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You now have the strategies to address the following seven categories for verbs in language:</a:t>
            </a:r>
            <a:endParaRPr sz="2100"/>
          </a:p>
          <a:p>
            <a:pPr marL="457200" lvl="0" indent="-361950" algn="l" rtl="0">
              <a:spcBef>
                <a:spcPts val="160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Person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Number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Valency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Mood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Voice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Tense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Aspect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759879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62F3-6708-02CF-C1DF-3F8D5832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30095"/>
            <a:ext cx="8520600" cy="707400"/>
          </a:xfrm>
        </p:spPr>
        <p:txBody>
          <a:bodyPr/>
          <a:lstStyle/>
          <a:p>
            <a:r>
              <a:rPr lang="en-US" err="1"/>
              <a:t>Dgon</a:t>
            </a:r>
            <a:r>
              <a:rPr lang="en-US"/>
              <a:t> Verbs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5408-D20D-271A-B3E8-65A15579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37495"/>
            <a:ext cx="8520600" cy="33027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Person</a:t>
            </a:r>
            <a:r>
              <a:rPr lang="en-US" dirty="0"/>
              <a:t>: no marker; pronoun/subj. required (except for </a:t>
            </a:r>
            <a:r>
              <a:rPr lang="en-US" dirty="0" err="1"/>
              <a:t>avalent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Number</a:t>
            </a:r>
            <a:r>
              <a:rPr lang="en-US" dirty="0"/>
              <a:t>: no marker, pronoun/subj. required (except for </a:t>
            </a:r>
            <a:r>
              <a:rPr lang="en-US" dirty="0" err="1"/>
              <a:t>avalent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Tense</a:t>
            </a:r>
            <a:r>
              <a:rPr lang="en-US" dirty="0"/>
              <a:t>: non-future: no marker; future: </a:t>
            </a:r>
            <a:r>
              <a:rPr lang="en-US" b="1" i="1" dirty="0" err="1"/>
              <a:t>tx</a:t>
            </a:r>
            <a:r>
              <a:rPr lang="en-US" b="1" i="1" dirty="0"/>
              <a:t>-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Aspect</a:t>
            </a:r>
            <a:r>
              <a:rPr lang="en-US" dirty="0"/>
              <a:t>: no contrast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Voice</a:t>
            </a:r>
            <a:r>
              <a:rPr lang="en-US" dirty="0"/>
              <a:t>: only active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Valency</a:t>
            </a:r>
            <a:r>
              <a:rPr lang="en-US" dirty="0"/>
              <a:t>: only marker to increase: </a:t>
            </a:r>
            <a:r>
              <a:rPr lang="en-US" b="1" i="1" dirty="0" err="1"/>
              <a:t>mo</a:t>
            </a:r>
            <a:r>
              <a:rPr lang="en-US" b="1" i="1" dirty="0"/>
              <a:t>-</a:t>
            </a:r>
            <a:r>
              <a:rPr lang="en-US" dirty="0"/>
              <a:t> (immediately before root)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/>
              <a:t>co </a:t>
            </a:r>
            <a:r>
              <a:rPr lang="en-US" dirty="0"/>
              <a:t>‘sleep’ → </a:t>
            </a:r>
            <a:r>
              <a:rPr lang="en-US" i="1" dirty="0" err="1"/>
              <a:t>moco</a:t>
            </a:r>
            <a:r>
              <a:rPr lang="en-US" i="1" dirty="0"/>
              <a:t> </a:t>
            </a:r>
            <a:r>
              <a:rPr lang="en-US" dirty="0"/>
              <a:t>‘make sleep; bore’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 err="1"/>
              <a:t>dipθ</a:t>
            </a:r>
            <a:r>
              <a:rPr lang="en-US" i="1" dirty="0"/>
              <a:t> </a:t>
            </a:r>
            <a:r>
              <a:rPr lang="en-US" dirty="0"/>
              <a:t>‘be confused; be ignorant’ → </a:t>
            </a:r>
            <a:r>
              <a:rPr lang="en-US" dirty="0" err="1"/>
              <a:t>modipθ</a:t>
            </a:r>
            <a:r>
              <a:rPr lang="en-US" dirty="0"/>
              <a:t> ‘confuse; befuddle’</a:t>
            </a:r>
            <a:endParaRPr lang="en-US">
              <a:solidFill>
                <a:srgbClr val="695D46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Mood</a:t>
            </a:r>
            <a:r>
              <a:rPr lang="en-US" dirty="0"/>
              <a:t>: prefix; hypothetical: </a:t>
            </a:r>
            <a:r>
              <a:rPr lang="en-US" b="1" i="1" dirty="0" err="1"/>
              <a:t>sn</a:t>
            </a:r>
            <a:r>
              <a:rPr lang="en-US" b="1" dirty="0"/>
              <a:t>-</a:t>
            </a:r>
            <a:r>
              <a:rPr lang="en-US" dirty="0"/>
              <a:t>; imperative: omit subject marker</a:t>
            </a:r>
          </a:p>
        </p:txBody>
      </p:sp>
    </p:spTree>
    <p:extLst>
      <p:ext uri="{BB962C8B-B14F-4D97-AF65-F5344CB8AC3E}">
        <p14:creationId xmlns:p14="http://schemas.microsoft.com/office/powerpoint/2010/main" val="35707663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62F3-6708-02CF-C1DF-3F8D5832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14810"/>
            <a:ext cx="8520600" cy="707400"/>
          </a:xfrm>
        </p:spPr>
        <p:txBody>
          <a:bodyPr/>
          <a:lstStyle/>
          <a:p>
            <a:r>
              <a:rPr lang="en-US" err="1"/>
              <a:t>Dgon</a:t>
            </a:r>
            <a:r>
              <a:rPr lang="en-US"/>
              <a:t> Verbs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5408-D20D-271A-B3E8-65A15579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3129"/>
            <a:ext cx="8520600" cy="33027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Order of prefixes: TA + mood  + valency + root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sz="1200"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n-US" sz="2400" i="1">
                <a:latin typeface="Times New Roman"/>
                <a:cs typeface="Times New Roman"/>
              </a:rPr>
              <a:t>  </a:t>
            </a:r>
            <a:r>
              <a:rPr lang="en-US" sz="2400" i="1" err="1">
                <a:latin typeface="Times New Roman"/>
                <a:cs typeface="Times New Roman"/>
              </a:rPr>
              <a:t>tx</a:t>
            </a:r>
            <a:r>
              <a:rPr lang="en-US" sz="2400" i="1">
                <a:latin typeface="Times New Roman"/>
                <a:cs typeface="Times New Roman"/>
              </a:rPr>
              <a:t>-</a:t>
            </a:r>
            <a:r>
              <a:rPr lang="en-US" sz="2400" i="1" err="1">
                <a:latin typeface="Times New Roman"/>
                <a:cs typeface="Times New Roman"/>
              </a:rPr>
              <a:t>sn</a:t>
            </a:r>
            <a:r>
              <a:rPr lang="en-US" sz="2400" i="1">
                <a:latin typeface="Times New Roman"/>
                <a:cs typeface="Times New Roman"/>
              </a:rPr>
              <a:t>-</a:t>
            </a:r>
            <a:r>
              <a:rPr lang="en-US" sz="2400" i="1" err="1">
                <a:latin typeface="Times New Roman"/>
                <a:cs typeface="Times New Roman"/>
              </a:rPr>
              <a:t>mo</a:t>
            </a:r>
            <a:r>
              <a:rPr lang="en-US" sz="2400" i="1">
                <a:latin typeface="Times New Roman"/>
                <a:cs typeface="Times New Roman"/>
              </a:rPr>
              <a:t>-di-</a:t>
            </a:r>
            <a:r>
              <a:rPr lang="en-US" sz="2400" b="1" i="1" err="1">
                <a:latin typeface="Times New Roman"/>
                <a:cs typeface="Times New Roman"/>
              </a:rPr>
              <a:t>gizi</a:t>
            </a:r>
            <a:r>
              <a:rPr lang="en-US" sz="2400" b="1" i="1">
                <a:latin typeface="Times New Roman"/>
                <a:cs typeface="Times New Roman"/>
              </a:rPr>
              <a:t>-</a:t>
            </a:r>
            <a:r>
              <a:rPr lang="en-US" sz="2400" i="1" err="1">
                <a:latin typeface="Times New Roman"/>
                <a:cs typeface="Times New Roman"/>
              </a:rPr>
              <a:t>pθ</a:t>
            </a:r>
            <a:r>
              <a:rPr lang="en-US" sz="2400" i="1">
                <a:latin typeface="Times New Roman"/>
                <a:cs typeface="Times New Roman"/>
              </a:rPr>
              <a:t> pfa</a:t>
            </a:r>
            <a:endParaRPr lang="en-US" sz="2400"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  FUT-HYPO-VAL-‘</a:t>
            </a:r>
            <a:r>
              <a:rPr lang="en-US" sz="2400" err="1">
                <a:latin typeface="Times New Roman"/>
                <a:cs typeface="Times New Roman"/>
              </a:rPr>
              <a:t>be.confused</a:t>
            </a:r>
            <a:r>
              <a:rPr lang="en-US" sz="2400">
                <a:latin typeface="Times New Roman"/>
                <a:cs typeface="Times New Roman"/>
              </a:rPr>
              <a:t>’&lt; ‘</a:t>
            </a:r>
            <a:r>
              <a:rPr lang="en-US" sz="2400" err="1">
                <a:latin typeface="Times New Roman"/>
                <a:cs typeface="Times New Roman"/>
              </a:rPr>
              <a:t>Gzenian</a:t>
            </a:r>
            <a:r>
              <a:rPr lang="en-US" sz="2400">
                <a:latin typeface="Times New Roman"/>
                <a:cs typeface="Times New Roman"/>
              </a:rPr>
              <a:t> (ACC)’ &gt;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sz="2400">
                <a:latin typeface="Times New Roman"/>
                <a:cs typeface="Times New Roman"/>
              </a:rPr>
              <a:t>  ‘they (sg.) might confuse the </a:t>
            </a:r>
            <a:r>
              <a:rPr lang="en-US" sz="2400" err="1">
                <a:latin typeface="Times New Roman"/>
                <a:cs typeface="Times New Roman"/>
              </a:rPr>
              <a:t>Gzenian</a:t>
            </a:r>
            <a:r>
              <a:rPr lang="en-US" sz="2400">
                <a:latin typeface="Times New Roman"/>
                <a:cs typeface="Times New Roman"/>
              </a:rPr>
              <a:t> (in the future)’</a:t>
            </a:r>
            <a:endParaRPr lang="en-US" sz="3600"/>
          </a:p>
          <a:p>
            <a:pPr>
              <a:lnSpc>
                <a:spcPct val="15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821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>
            <a:spLocks noGrp="1"/>
          </p:cNvSpPr>
          <p:nvPr>
            <p:ph type="title"/>
          </p:nvPr>
        </p:nvSpPr>
        <p:spPr>
          <a:xfrm>
            <a:off x="234788" y="60464"/>
            <a:ext cx="3414266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Let’s begin by translating the following sentences</a:t>
            </a:r>
            <a:endParaRPr sz="3200"/>
          </a:p>
        </p:txBody>
      </p:sp>
      <p:sp>
        <p:nvSpPr>
          <p:cNvPr id="354" name="Google Shape;354;p57"/>
          <p:cNvSpPr txBox="1">
            <a:spLocks noGrp="1"/>
          </p:cNvSpPr>
          <p:nvPr>
            <p:ph type="body" idx="1"/>
          </p:nvPr>
        </p:nvSpPr>
        <p:spPr>
          <a:xfrm>
            <a:off x="311700" y="1845891"/>
            <a:ext cx="3072435" cy="26973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‘He drinks’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‘I drink.’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‘They drink.’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‘They drink water.’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‘Drink water!’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‘If I drink water...’		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C6824-1198-62CE-EADB-DC60B2CE4D38}"/>
              </a:ext>
            </a:extLst>
          </p:cNvPr>
          <p:cNvSpPr txBox="1"/>
          <p:nvPr/>
        </p:nvSpPr>
        <p:spPr>
          <a:xfrm>
            <a:off x="880216" y="4344845"/>
            <a:ext cx="1274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/>
              <a:t>tom</a:t>
            </a:r>
            <a:r>
              <a:rPr lang="en-US" sz="1800" i="1"/>
              <a:t> </a:t>
            </a:r>
            <a:r>
              <a:rPr lang="en-US" sz="1800"/>
              <a:t>‘drink’</a:t>
            </a:r>
          </a:p>
          <a:p>
            <a:r>
              <a:rPr lang="en-US" sz="1800" b="1" i="1" err="1"/>
              <a:t>tso</a:t>
            </a:r>
            <a:r>
              <a:rPr lang="en-US" sz="1800" i="1"/>
              <a:t> </a:t>
            </a:r>
            <a:r>
              <a:rPr lang="en-US" sz="1800"/>
              <a:t>‘lava’</a:t>
            </a:r>
            <a:endParaRPr lang="en-US" sz="1800" i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8E3893-59A9-2250-7353-CF566B78E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16533"/>
              </p:ext>
            </p:extLst>
          </p:nvPr>
        </p:nvGraphicFramePr>
        <p:xfrm>
          <a:off x="3384134" y="77083"/>
          <a:ext cx="5349512" cy="2926080"/>
        </p:xfrm>
        <a:graphic>
          <a:graphicData uri="http://schemas.openxmlformats.org/drawingml/2006/table">
            <a:tbl>
              <a:tblPr/>
              <a:tblGrid>
                <a:gridCol w="997122">
                  <a:extLst>
                    <a:ext uri="{9D8B030D-6E8A-4147-A177-3AD203B41FA5}">
                      <a16:colId xmlns:a16="http://schemas.microsoft.com/office/drawing/2014/main" val="1099000339"/>
                    </a:ext>
                  </a:extLst>
                </a:gridCol>
                <a:gridCol w="797697">
                  <a:extLst>
                    <a:ext uri="{9D8B030D-6E8A-4147-A177-3AD203B41FA5}">
                      <a16:colId xmlns:a16="http://schemas.microsoft.com/office/drawing/2014/main" val="1408008455"/>
                    </a:ext>
                  </a:extLst>
                </a:gridCol>
                <a:gridCol w="811649">
                  <a:extLst>
                    <a:ext uri="{9D8B030D-6E8A-4147-A177-3AD203B41FA5}">
                      <a16:colId xmlns:a16="http://schemas.microsoft.com/office/drawing/2014/main" val="3777098001"/>
                    </a:ext>
                  </a:extLst>
                </a:gridCol>
                <a:gridCol w="965518">
                  <a:extLst>
                    <a:ext uri="{9D8B030D-6E8A-4147-A177-3AD203B41FA5}">
                      <a16:colId xmlns:a16="http://schemas.microsoft.com/office/drawing/2014/main" val="2884262302"/>
                    </a:ext>
                  </a:extLst>
                </a:gridCol>
                <a:gridCol w="1777526">
                  <a:extLst>
                    <a:ext uri="{9D8B030D-6E8A-4147-A177-3AD203B41FA5}">
                      <a16:colId xmlns:a16="http://schemas.microsoft.com/office/drawing/2014/main" val="3575080076"/>
                    </a:ext>
                  </a:extLst>
                </a:gridCol>
              </a:tblGrid>
              <a:tr h="3714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0" i="0">
                          <a:solidFill>
                            <a:srgbClr val="A1E8D9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sg.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du.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pl.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paucal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899667"/>
                  </a:ext>
                </a:extLst>
              </a:tr>
              <a:tr h="438628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1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do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‘I’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ke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-do 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‘we 2’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eke-do 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‘we’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ake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-do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‘a few of us’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378772"/>
                  </a:ext>
                </a:extLst>
              </a:tr>
              <a:tr h="57481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1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ço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‘you’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ke-ço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‘you 2’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eke-</a:t>
                      </a:r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ço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‘y’all’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ake-ço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‘a few of y’all’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199184"/>
                  </a:ext>
                </a:extLst>
              </a:tr>
              <a:tr h="79236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3 anim.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inanim.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1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 ‘they’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1" i="1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un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 ‘it’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ke: 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‘they 2’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kew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‘they 2’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eke: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‘they (pl.)’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ekew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‘they’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ake</a:t>
                      </a:r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: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‘a few of them’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 err="1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akew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  <a:p>
                      <a:pPr algn="l" rtl="0" fontAlgn="base"/>
                      <a:r>
                        <a:rPr lang="en-US" sz="1800" b="0" i="0" u="none" strike="noStrike" baseline="3000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‘a few of them’</a:t>
                      </a:r>
                      <a:r>
                        <a:rPr lang="en-US" sz="1800" b="0" i="0">
                          <a:solidFill>
                            <a:srgbClr val="695D46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>
                    <a:lnL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1E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2762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DB4B0B-9DB3-28D9-F170-A2A029F7BD1B}"/>
              </a:ext>
            </a:extLst>
          </p:cNvPr>
          <p:cNvSpPr txBox="1"/>
          <p:nvPr/>
        </p:nvSpPr>
        <p:spPr>
          <a:xfrm>
            <a:off x="3884286" y="2896731"/>
            <a:ext cx="47172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subject   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pfo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pfa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‘they’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dir. obj.  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indir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obj.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wa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‘to/for 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‘before’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‘before 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‘after’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‘after 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‘from’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ika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ika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‘from 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‘with’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		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‘with them’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‘of’ 	</a:t>
            </a:r>
            <a:r>
              <a:rPr lang="en-US" sz="1400" b="1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sx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dpθ̩mɳa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		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sxa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‘their’ </a:t>
            </a:r>
            <a:r>
              <a:rPr lang="en-US" sz="1400" b="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400" b="0" i="0">
                <a:solidFill>
                  <a:srgbClr val="A1E8D9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151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your language...</a:t>
            </a:r>
            <a:endParaRPr/>
          </a:p>
        </p:txBody>
      </p:sp>
      <p:sp>
        <p:nvSpPr>
          <p:cNvPr id="360" name="Google Shape;360;p58"/>
          <p:cNvSpPr txBox="1">
            <a:spLocks noGrp="1"/>
          </p:cNvSpPr>
          <p:nvPr>
            <p:ph type="body" idx="1"/>
          </p:nvPr>
        </p:nvSpPr>
        <p:spPr>
          <a:xfrm>
            <a:off x="311700" y="1613625"/>
            <a:ext cx="85206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‘He drinks’						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‘I drink.’						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‘They drink.’					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‘They drink water.’			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‘Drink water!’					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‘If I drink water...’					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10430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together...</a:t>
            </a:r>
            <a:endParaRPr/>
          </a:p>
        </p:txBody>
      </p:sp>
      <p:sp>
        <p:nvSpPr>
          <p:cNvPr id="456" name="Google Shape;456;p7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You now have the strategies to address the following seven categories for verbs in language:</a:t>
            </a:r>
            <a:endParaRPr sz="2100"/>
          </a:p>
          <a:p>
            <a:pPr marL="457200" lvl="0" indent="-361950" algn="l" rtl="0">
              <a:spcBef>
                <a:spcPts val="160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Person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Number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Valency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Mood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Voice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Tense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" sz="2100"/>
              <a:t>Aspect</a:t>
            </a:r>
            <a:endParaRPr sz="21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5"/>
          <p:cNvSpPr txBox="1">
            <a:spLocks noGrp="1"/>
          </p:cNvSpPr>
          <p:nvPr>
            <p:ph type="title"/>
          </p:nvPr>
        </p:nvSpPr>
        <p:spPr>
          <a:xfrm>
            <a:off x="311700" y="1788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Okay, your turn!</a:t>
            </a:r>
            <a:endParaRPr/>
          </a:p>
        </p:txBody>
      </p:sp>
      <p:sp>
        <p:nvSpPr>
          <p:cNvPr id="462" name="Google Shape;462;p75"/>
          <p:cNvSpPr txBox="1">
            <a:spLocks noGrp="1"/>
          </p:cNvSpPr>
          <p:nvPr>
            <p:ph type="body" idx="1"/>
          </p:nvPr>
        </p:nvSpPr>
        <p:spPr>
          <a:xfrm>
            <a:off x="311700" y="920400"/>
            <a:ext cx="8520600" cy="39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Translate the following sentences:</a:t>
            </a:r>
            <a:endParaRPr sz="2900"/>
          </a:p>
          <a:p>
            <a:pPr marL="914400" lvl="1" indent="-387350" algn="l" rtl="0">
              <a:spcBef>
                <a:spcPts val="160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“I eat (every day).”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“I am eating.”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“You ate (yesterday).”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“He/she/it was eating (yesterday).”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“They ate (a long time ago).”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“The fish was eaten.”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AutoNum type="alphaLcPeriod"/>
            </a:pPr>
            <a:r>
              <a:rPr lang="en" sz="2500"/>
              <a:t>“The snake ate itself.”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a7f36b5a758db3aeff32c71ea628c7c5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85a15565f4009c127f2aa2c32beaca10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D7196311-B884-488F-B3FB-813B854C5524}"/>
</file>

<file path=customXml/itemProps2.xml><?xml version="1.0" encoding="utf-8"?>
<ds:datastoreItem xmlns:ds="http://schemas.openxmlformats.org/officeDocument/2006/customXml" ds:itemID="{99159CD2-CB2D-475A-96D2-44F47F8C9A73}"/>
</file>

<file path=customXml/itemProps3.xml><?xml version="1.0" encoding="utf-8"?>
<ds:datastoreItem xmlns:ds="http://schemas.openxmlformats.org/officeDocument/2006/customXml" ds:itemID="{17192011-7F2A-4D33-A42F-67AA134E4653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75</Slides>
  <Notes>67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Tropic</vt:lpstr>
      <vt:lpstr>Linguistics 200, Weeks 9-10</vt:lpstr>
      <vt:lpstr>Last Time</vt:lpstr>
      <vt:lpstr>For the next 2 weeks: Verbs</vt:lpstr>
      <vt:lpstr>Today: Creating your Verbal System</vt:lpstr>
      <vt:lpstr>Person</vt:lpstr>
      <vt:lpstr>Person</vt:lpstr>
      <vt:lpstr>Person</vt:lpstr>
      <vt:lpstr>Beyond subjects: Georgian</vt:lpstr>
      <vt:lpstr>Person - Mɤɧøɴ</vt:lpstr>
      <vt:lpstr>Person Markers</vt:lpstr>
      <vt:lpstr>Person</vt:lpstr>
      <vt:lpstr>Person</vt:lpstr>
      <vt:lpstr>Number</vt:lpstr>
      <vt:lpstr>Number: Singular &amp; Plural</vt:lpstr>
      <vt:lpstr>Number: Unmarked</vt:lpstr>
      <vt:lpstr>Number: Singular, Plural, and Dual</vt:lpstr>
      <vt:lpstr>Number</vt:lpstr>
      <vt:lpstr>Number - Mɤɧøɴ</vt:lpstr>
      <vt:lpstr>The Mɤɧøɴ Pronouns </vt:lpstr>
      <vt:lpstr>Person Markers</vt:lpstr>
      <vt:lpstr>Person Markers</vt:lpstr>
      <vt:lpstr>What to do with Dgon?</vt:lpstr>
      <vt:lpstr>Activity – Dorgon pronoun system</vt:lpstr>
      <vt:lpstr>Pronouns – need to reflect case, too!</vt:lpstr>
      <vt:lpstr>Elijah LIKES complicated</vt:lpstr>
      <vt:lpstr>Let's incorporate our nominal subjects into the V</vt:lpstr>
      <vt:lpstr>Alright, for Dgon</vt:lpstr>
      <vt:lpstr>Okay, your turn!</vt:lpstr>
      <vt:lpstr>Linguistics 200, Weeks 9-10</vt:lpstr>
      <vt:lpstr>Last Time:</vt:lpstr>
      <vt:lpstr>But how do you create markers for your language?</vt:lpstr>
      <vt:lpstr>Creating markers for your language - Sruɗɞr</vt:lpstr>
      <vt:lpstr>Creating markers for your language - Sruɗɞr</vt:lpstr>
      <vt:lpstr>Creating markers for your language - Sruɗɞr</vt:lpstr>
      <vt:lpstr>Creating markers for your language - Sruɗɞr</vt:lpstr>
      <vt:lpstr>Creating markers for your language - Sruɗɞr</vt:lpstr>
      <vt:lpstr>Okay, your turn!</vt:lpstr>
      <vt:lpstr>Tense</vt:lpstr>
      <vt:lpstr>Explore</vt:lpstr>
      <vt:lpstr>Tense - Mɤɧøɴ</vt:lpstr>
      <vt:lpstr>Tense - Mɤɧøɴ</vt:lpstr>
      <vt:lpstr>Aspect</vt:lpstr>
      <vt:lpstr>Aspect</vt:lpstr>
      <vt:lpstr>Explore</vt:lpstr>
      <vt:lpstr>Aspect - Mɤɧøɴ</vt:lpstr>
      <vt:lpstr>Linguistics 200, Weeks 9-10</vt:lpstr>
      <vt:lpstr>Today &amp; Friday</vt:lpstr>
      <vt:lpstr>Think back:</vt:lpstr>
      <vt:lpstr>Voice</vt:lpstr>
      <vt:lpstr>Voice</vt:lpstr>
      <vt:lpstr>Voice</vt:lpstr>
      <vt:lpstr>Voice</vt:lpstr>
      <vt:lpstr>Voice - Mɤɧøɴ </vt:lpstr>
      <vt:lpstr>Voice - Mɤɧøɴ </vt:lpstr>
      <vt:lpstr>Valency</vt:lpstr>
      <vt:lpstr>Valency</vt:lpstr>
      <vt:lpstr>Valency</vt:lpstr>
      <vt:lpstr>Valency </vt:lpstr>
      <vt:lpstr>Valency </vt:lpstr>
      <vt:lpstr>Valency - Mɤɧøɴ</vt:lpstr>
      <vt:lpstr>Valency</vt:lpstr>
      <vt:lpstr>Mood</vt:lpstr>
      <vt:lpstr>Mood</vt:lpstr>
      <vt:lpstr>Mood</vt:lpstr>
      <vt:lpstr>Mood</vt:lpstr>
      <vt:lpstr>Mood - Mɤɧøɴ</vt:lpstr>
      <vt:lpstr>Mood - Mɤɧøɴ </vt:lpstr>
      <vt:lpstr>Linguistics 200, Weeks 9-10</vt:lpstr>
      <vt:lpstr>Putting it all together...</vt:lpstr>
      <vt:lpstr>Dgon Verbs</vt:lpstr>
      <vt:lpstr>Dgon Verbs</vt:lpstr>
      <vt:lpstr>Let’s begin by translating the following sentences</vt:lpstr>
      <vt:lpstr>For your language...</vt:lpstr>
      <vt:lpstr>Putting it all together...</vt:lpstr>
      <vt:lpstr>Okay, your turn!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2024-11-01T14:19:27Z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